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10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50" r:id="rId2"/>
    <p:sldMasterId id="2147483651" r:id="rId3"/>
    <p:sldMasterId id="2147483652" r:id="rId4"/>
    <p:sldMasterId id="2147483653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7452" r:id="rId11"/>
  </p:sldMasterIdLst>
  <p:notesMasterIdLst>
    <p:notesMasterId r:id="rId42"/>
  </p:notesMasterIdLst>
  <p:sldIdLst>
    <p:sldId id="500" r:id="rId12"/>
    <p:sldId id="497" r:id="rId13"/>
    <p:sldId id="457" r:id="rId14"/>
    <p:sldId id="470" r:id="rId15"/>
    <p:sldId id="459" r:id="rId16"/>
    <p:sldId id="473" r:id="rId17"/>
    <p:sldId id="486" r:id="rId18"/>
    <p:sldId id="487" r:id="rId19"/>
    <p:sldId id="488" r:id="rId20"/>
    <p:sldId id="489" r:id="rId21"/>
    <p:sldId id="490" r:id="rId22"/>
    <p:sldId id="480" r:id="rId23"/>
    <p:sldId id="481" r:id="rId24"/>
    <p:sldId id="482" r:id="rId25"/>
    <p:sldId id="483" r:id="rId26"/>
    <p:sldId id="484" r:id="rId27"/>
    <p:sldId id="485" r:id="rId28"/>
    <p:sldId id="461" r:id="rId29"/>
    <p:sldId id="462" r:id="rId30"/>
    <p:sldId id="466" r:id="rId31"/>
    <p:sldId id="467" r:id="rId32"/>
    <p:sldId id="468" r:id="rId33"/>
    <p:sldId id="469" r:id="rId34"/>
    <p:sldId id="492" r:id="rId35"/>
    <p:sldId id="491" r:id="rId36"/>
    <p:sldId id="493" r:id="rId37"/>
    <p:sldId id="494" r:id="rId38"/>
    <p:sldId id="495" r:id="rId39"/>
    <p:sldId id="498" r:id="rId40"/>
    <p:sldId id="496" r:id="rId41"/>
  </p:sldIdLst>
  <p:sldSz cx="9144000" cy="6858000" type="screen4x3"/>
  <p:notesSz cx="7315200" cy="96012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E3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953" autoAdjust="0"/>
  </p:normalViewPr>
  <p:slideViewPr>
    <p:cSldViewPr>
      <p:cViewPr varScale="1">
        <p:scale>
          <a:sx n="86" d="100"/>
          <a:sy n="86" d="100"/>
        </p:scale>
        <p:origin x="1000" y="20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ableStyles" Target="tableStyles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9" Type="http://schemas.openxmlformats.org/officeDocument/2006/relationships/slideMaster" Target="slideMasters/slideMaster9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AutoShape 1">
            <a:extLst>
              <a:ext uri="{FF2B5EF4-FFF2-40B4-BE49-F238E27FC236}">
                <a16:creationId xmlns:a16="http://schemas.microsoft.com/office/drawing/2014/main" xmlns="" id="{F2926188-F1C1-A043-8D97-79317EC62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22883" name="AutoShape 2">
            <a:extLst>
              <a:ext uri="{FF2B5EF4-FFF2-40B4-BE49-F238E27FC236}">
                <a16:creationId xmlns:a16="http://schemas.microsoft.com/office/drawing/2014/main" xmlns="" id="{D8E261F6-CE1F-134D-8315-6C7E2D91B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xmlns="" id="{49351F20-78D8-4A40-884E-067CF624DD9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66825" y="727075"/>
            <a:ext cx="4778375" cy="3582988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xmlns="" id="{BCF071E1-14BC-1B4D-8A46-193DD46B172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42975" y="4579938"/>
            <a:ext cx="5424488" cy="429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xmlns="" id="{5CCB081E-7E3C-7645-8F64-44367F876404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388938" y="347663"/>
            <a:ext cx="3167062" cy="23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3200" rIns="90000" bIns="43200" numCol="1" anchor="t" anchorCtr="0" compatLnSpc="1">
            <a:prstTxWarp prst="textNoShape">
              <a:avLst/>
            </a:prstTxWarp>
          </a:bodyPr>
          <a:lstStyle>
            <a:lvl1pPr marL="215900" indent="-214313" eaLnBrk="1">
              <a:lnSpc>
                <a:spcPct val="100000"/>
              </a:lnSpc>
              <a:spcBef>
                <a:spcPct val="0"/>
              </a:spcBef>
              <a:buClrTx/>
              <a:buSzPct val="45000"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000">
                <a:solidFill>
                  <a:srgbClr val="1E355E"/>
                </a:solidFill>
                <a:latin typeface="Times New Roman" pitchFamily="16" charset="0"/>
                <a:ea typeface="Noto Sans CJK SC Regular" charset="0"/>
                <a:cs typeface="Noto Sans CJK SC Regular" charset="0"/>
              </a:defRPr>
            </a:lvl1pPr>
          </a:lstStyle>
          <a:p>
            <a:pPr>
              <a:defRPr/>
            </a:pPr>
            <a:r>
              <a:rPr lang="en-US" altLang="en-US"/>
              <a:t>Title</a:t>
            </a:r>
          </a:p>
        </p:txBody>
      </p:sp>
      <p:sp>
        <p:nvSpPr>
          <p:cNvPr id="122887" name="Text Box 6">
            <a:extLst>
              <a:ext uri="{FF2B5EF4-FFF2-40B4-BE49-F238E27FC236}">
                <a16:creationId xmlns:a16="http://schemas.microsoft.com/office/drawing/2014/main" xmlns="" id="{D02434D2-C502-9B4E-9A96-D297DE1DB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850" y="347663"/>
            <a:ext cx="3170238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xmlns="" id="{7A26DF27-51E6-5B4D-BE74-81A808394861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88938" y="9012238"/>
            <a:ext cx="3167062" cy="23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3200" rIns="90000" bIns="43200" numCol="1" anchor="b" anchorCtr="0" compatLnSpc="1">
            <a:prstTxWarp prst="textNoShape">
              <a:avLst/>
            </a:prstTxWarp>
          </a:bodyPr>
          <a:lstStyle>
            <a:lvl1pPr marL="215900" indent="-214313" eaLnBrk="1">
              <a:lnSpc>
                <a:spcPct val="100000"/>
              </a:lnSpc>
              <a:spcBef>
                <a:spcPct val="0"/>
              </a:spcBef>
              <a:buClrTx/>
              <a:buSzPct val="45000"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000">
                <a:solidFill>
                  <a:srgbClr val="1E355E"/>
                </a:solidFill>
                <a:latin typeface="Times New Roman" pitchFamily="16" charset="0"/>
                <a:ea typeface="Noto Sans CJK SC Regular" charset="0"/>
                <a:cs typeface="Noto Sans CJK SC Regular" charset="0"/>
              </a:defRPr>
            </a:lvl1pPr>
          </a:lstStyle>
          <a:p>
            <a:pPr>
              <a:defRPr/>
            </a:pPr>
            <a:r>
              <a:rPr lang="en-US" altLang="en-US"/>
              <a:t>FirstName LastName – Activity / Group</a:t>
            </a:r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xmlns="" id="{A0F8E2ED-3DEF-B040-A299-BA3627C4A99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752850" y="9012238"/>
            <a:ext cx="3167063" cy="23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3200" rIns="90000" bIns="43200" numCol="1" anchor="b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000">
                <a:solidFill>
                  <a:srgbClr val="1E355E"/>
                </a:solidFill>
                <a:latin typeface="Times New Roman" panose="02020603050405020304" pitchFamily="18" charset="0"/>
              </a:defRPr>
            </a:lvl1pPr>
          </a:lstStyle>
          <a:p>
            <a:fld id="{6AD09A6B-15A0-41BA-8FF3-F994B9B35C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692011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5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marL="215900" marR="0" lvl="0" indent="-214313" algn="l" defTabSz="449263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Times New Roman" charset="0"/>
              </a:rPr>
              <a:t>Title</a:t>
            </a:r>
          </a:p>
        </p:txBody>
      </p:sp>
      <p:sp>
        <p:nvSpPr>
          <p:cNvPr id="123907" name="Rectangle 7"/>
          <p:cNvSpPr>
            <a:spLocks noGrp="1" noChangeArrowheads="1"/>
          </p:cNvSpPr>
          <p:nvPr>
            <p:ph type="ft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marL="215900" marR="0" lvl="0" indent="-214313" algn="l" defTabSz="449263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Times New Roman" charset="0"/>
              </a:rPr>
              <a:t>FirstName LastName – Activity / Group</a:t>
            </a:r>
          </a:p>
        </p:txBody>
      </p:sp>
      <p:sp>
        <p:nvSpPr>
          <p:cNvPr id="123908" name="Rectangle 8"/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215900" marR="0" lvl="0" indent="-214313" algn="r" defTabSz="449263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/>
            </a:pPr>
            <a:fld id="{DF476007-91F0-4148-9444-F9808C4AF748}" type="slidenum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215900" marR="0" lvl="0" indent="-214313" algn="r" defTabSz="4492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45000"/>
                <a:buFontTx/>
                <a:buNone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</a:tabLst>
                <a:defRPr/>
              </a:pPr>
              <a:t>1</a:t>
            </a:fld>
            <a:endParaRPr kumimoji="0" lang="en-US" altLang="en-US" sz="1000" b="0" i="0" u="none" strike="noStrike" kern="1200" cap="none" spc="0" normalizeH="0" baseline="0" noProof="0" smtClean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434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3910" name="Text Box 2"/>
          <p:cNvSpPr txBox="1">
            <a:spLocks noChangeArrowheads="1"/>
          </p:cNvSpPr>
          <p:nvPr/>
        </p:nvSpPr>
        <p:spPr bwMode="auto">
          <a:xfrm>
            <a:off x="942975" y="4579938"/>
            <a:ext cx="5427663" cy="429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49263" rtl="0" eaLnBrk="0" fontAlgn="base" latinLnBrk="0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23911" name="Text Box 3"/>
          <p:cNvSpPr txBox="1">
            <a:spLocks noChangeArrowheads="1"/>
          </p:cNvSpPr>
          <p:nvPr/>
        </p:nvSpPr>
        <p:spPr bwMode="auto">
          <a:xfrm>
            <a:off x="3752850" y="9012238"/>
            <a:ext cx="3170238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3200" rIns="90000" bIns="432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fld id="{74800EED-2AF0-479F-9822-91437869F547}" type="slidenum">
              <a:rPr kumimoji="0" lang="it-IT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pPr marL="0" marR="0" lvl="0" indent="0" algn="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t>1</a:t>
            </a:fld>
            <a:endParaRPr kumimoji="0" lang="it-IT" altLang="en-US" sz="1000" b="0" i="0" u="none" strike="noStrike" kern="1200" cap="none" spc="0" normalizeH="0" baseline="0" noProof="0" smtClean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23912" name="Text Box 4"/>
          <p:cNvSpPr txBox="1">
            <a:spLocks noChangeArrowheads="1"/>
          </p:cNvSpPr>
          <p:nvPr/>
        </p:nvSpPr>
        <p:spPr bwMode="auto">
          <a:xfrm>
            <a:off x="388938" y="9012238"/>
            <a:ext cx="31702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49263" rtl="0" eaLnBrk="0" fontAlgn="base" latinLnBrk="0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2784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000" dirty="0" smtClean="0"/>
              <a:t>
</a:t>
            </a:r>
            <a:endParaRPr lang="en-IE" sz="10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270500" y="6667500"/>
            <a:ext cx="4033838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F9378951-B771-499D-91F2-A0179C0385EF}" type="slidenum">
              <a:rPr lang="en-US"/>
              <a:pPr algn="ctr" eaLnBrk="1" hangingPunct="1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02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000" dirty="0" smtClean="0"/>
              <a:t>
</a:t>
            </a:r>
            <a:endParaRPr lang="en-IE" sz="10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270500" y="6667500"/>
            <a:ext cx="4033838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F9378951-B771-499D-91F2-A0179C0385EF}" type="slidenum">
              <a:rPr lang="en-US"/>
              <a:pPr algn="ctr" eaLnBrk="1" hangingPunct="1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247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000" dirty="0" smtClean="0"/>
              <a:t>
</a:t>
            </a:r>
            <a:endParaRPr lang="en-IE" sz="10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270500" y="6667500"/>
            <a:ext cx="4033838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F9378951-B771-499D-91F2-A0179C0385EF}" type="slidenum">
              <a:rPr lang="en-US"/>
              <a:pPr algn="ctr" eaLnBrk="1" hangingPunct="1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19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000" dirty="0" smtClean="0"/>
              <a:t>
</a:t>
            </a:r>
            <a:endParaRPr lang="en-IE" sz="10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270500" y="6667500"/>
            <a:ext cx="4033838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F9378951-B771-499D-91F2-A0179C0385EF}" type="slidenum">
              <a:rPr lang="en-US"/>
              <a:pPr algn="ctr" eaLnBrk="1" hangingPunct="1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16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000" dirty="0" smtClean="0"/>
              <a:t>
</a:t>
            </a:r>
            <a:endParaRPr lang="en-IE" sz="10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270500" y="6667500"/>
            <a:ext cx="4033838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F9378951-B771-499D-91F2-A0179C0385EF}" type="slidenum">
              <a:rPr lang="en-US"/>
              <a:pPr algn="ctr" eaLnBrk="1" hangingPunct="1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77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000" dirty="0" smtClean="0"/>
              <a:t>
</a:t>
            </a:r>
            <a:endParaRPr lang="en-IE" sz="10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270500" y="6667500"/>
            <a:ext cx="4033838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F9378951-B771-499D-91F2-A0179C0385EF}" type="slidenum">
              <a:rPr lang="en-US"/>
              <a:pPr algn="ctr" eaLnBrk="1" hangingPunct="1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09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000" dirty="0" smtClean="0"/>
              <a:t>
</a:t>
            </a:r>
            <a:endParaRPr lang="en-IE" sz="10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270500" y="6667500"/>
            <a:ext cx="4033838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F9378951-B771-499D-91F2-A0179C0385EF}" type="slidenum">
              <a:rPr lang="en-US"/>
              <a:pPr algn="ctr" eaLnBrk="1" hangingPunct="1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19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000" dirty="0" smtClean="0"/>
              <a:t>
</a:t>
            </a:r>
            <a:endParaRPr lang="en-IE" sz="10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270500" y="6667500"/>
            <a:ext cx="4033838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F9378951-B771-499D-91F2-A0179C0385EF}" type="slidenum">
              <a:rPr lang="en-US"/>
              <a:pPr algn="ctr" eaLnBrk="1" hangingPunct="1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87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000" dirty="0" smtClean="0"/>
              <a:t>
</a:t>
            </a:r>
            <a:endParaRPr lang="en-IE" sz="10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270500" y="6667500"/>
            <a:ext cx="4033838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F9378951-B771-499D-91F2-A0179C0385EF}" type="slidenum">
              <a:rPr lang="en-US"/>
              <a:pPr algn="ctr" eaLnBrk="1" hangingPunct="1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17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000" dirty="0" smtClean="0"/>
              <a:t>
</a:t>
            </a:r>
            <a:endParaRPr lang="en-IE" sz="10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270500" y="6667500"/>
            <a:ext cx="4033838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F9378951-B771-499D-91F2-A0179C0385EF}" type="slidenum">
              <a:rPr lang="en-US"/>
              <a:pPr algn="ctr" eaLnBrk="1" hangingPunct="1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94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000" dirty="0" smtClean="0"/>
              <a:t>
</a:t>
            </a:r>
            <a:endParaRPr lang="en-IE" sz="10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270500" y="6667500"/>
            <a:ext cx="4033838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F9378951-B771-499D-91F2-A0179C0385EF}" type="slidenum">
              <a:rPr lang="en-US"/>
              <a:pPr algn="ctr" eaLnBrk="1" hangingPunct="1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93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60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E47FFF46-7A9B-084B-B122-EE120FDC972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81264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E47FFF46-7A9B-084B-B122-EE120FDC972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769488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E47FFF46-7A9B-084B-B122-EE120FDC972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891454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1200150"/>
            <a:ext cx="3770313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913" y="1200150"/>
            <a:ext cx="3770312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E47FFF46-7A9B-084B-B122-EE120FDC972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00403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47FFF46-7A9B-084B-B122-EE120FDC972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435381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xmlns="" id="{E47FFF46-7A9B-084B-B122-EE120FDC972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47817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xmlns="" id="{E47FFF46-7A9B-084B-B122-EE120FDC972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24720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E47FFF46-7A9B-084B-B122-EE120FDC972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682108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E47FFF46-7A9B-084B-B122-EE120FDC972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185191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E47FFF46-7A9B-084B-B122-EE120FDC972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54065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099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099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E47FFF46-7A9B-084B-B122-EE120FDC972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2331270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5ADBB7B3-449A-F34A-BC4F-F412730B2F9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811610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5ADBB7B3-449A-F34A-BC4F-F412730B2F9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777001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5ADBB7B3-449A-F34A-BC4F-F412730B2F9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31200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1200150"/>
            <a:ext cx="3770313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913" y="1200150"/>
            <a:ext cx="3770312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5ADBB7B3-449A-F34A-BC4F-F412730B2F9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532995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5ADBB7B3-449A-F34A-BC4F-F412730B2F9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2091631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xmlns="" id="{5ADBB7B3-449A-F34A-BC4F-F412730B2F9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2725394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xmlns="" id="{5ADBB7B3-449A-F34A-BC4F-F412730B2F9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1008103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5ADBB7B3-449A-F34A-BC4F-F412730B2F9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0090164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5ADBB7B3-449A-F34A-BC4F-F412730B2F9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514476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5ADBB7B3-449A-F34A-BC4F-F412730B2F9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883848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099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099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5ADBB7B3-449A-F34A-BC4F-F412730B2F9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9897493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6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6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Vivado HLS 24-</a:t>
            </a:r>
            <a:fld id="{BFCA2A5C-65D0-4F71-B4D8-734FF63F7E2F}" type="slidenum">
              <a:rPr smtClean="0"/>
              <a:pPr>
                <a:defRPr/>
              </a:pPr>
              <a:t>‹#›</a:t>
            </a:fld>
            <a:endParaRPr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12800" y="209551"/>
            <a:ext cx="8263467" cy="5303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Copyright 2017 Xilinx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02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99" y="1327153"/>
            <a:ext cx="7878048" cy="4268337"/>
          </a:xfrm>
          <a:prstGeom prst="rect">
            <a:avLst/>
          </a:prstGeom>
        </p:spPr>
        <p:txBody>
          <a:bodyPr/>
          <a:lstStyle>
            <a:lvl1pPr marL="217878" indent="-217878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18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347651" indent="-130965">
              <a:lnSpc>
                <a:spcPct val="110000"/>
              </a:lnSpc>
              <a:defRPr sz="1350"/>
            </a:lvl2pPr>
            <a:lvl3pPr marL="511951" indent="-129774">
              <a:lnSpc>
                <a:spcPct val="110000"/>
              </a:lnSpc>
              <a:defRPr sz="1200"/>
            </a:lvl3pPr>
            <a:lvl4pPr marL="685777" indent="-129774">
              <a:lnSpc>
                <a:spcPct val="110000"/>
              </a:lnSpc>
              <a:buFont typeface="Arial" pitchFamily="34" charset="0"/>
              <a:buChar char="–"/>
              <a:defRPr sz="1050"/>
            </a:lvl4pPr>
            <a:lvl5pPr marL="989377" indent="-260739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6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6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Vivado HLS 24-</a:t>
            </a:r>
            <a:fld id="{BFCA2A5C-65D0-4F71-B4D8-734FF63F7E2F}" type="slidenum">
              <a:rPr smtClean="0"/>
              <a:pPr>
                <a:defRPr/>
              </a:pPr>
              <a:t>‹#›</a:t>
            </a:fld>
            <a:endParaRPr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209551"/>
            <a:ext cx="7874000" cy="530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5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Copyright 2017 Xilinx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450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F2E55794-5BE0-E445-B54D-015827054B27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9484320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F2E55794-5BE0-E445-B54D-015827054B27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4379398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F2E55794-5BE0-E445-B54D-015827054B27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42883386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1200150"/>
            <a:ext cx="3770313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913" y="1200150"/>
            <a:ext cx="3770312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F2E55794-5BE0-E445-B54D-015827054B27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7975860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F2E55794-5BE0-E445-B54D-015827054B27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1915574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xmlns="" id="{F2E55794-5BE0-E445-B54D-015827054B27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5169302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xmlns="" id="{F2E55794-5BE0-E445-B54D-015827054B27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41267052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F2E55794-5BE0-E445-B54D-015827054B27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5292380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F2E55794-5BE0-E445-B54D-015827054B27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41360076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F2E55794-5BE0-E445-B54D-015827054B27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8487933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099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099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F2E55794-5BE0-E445-B54D-015827054B27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5715560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531274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86528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70624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1200150"/>
            <a:ext cx="3770313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913" y="1200150"/>
            <a:ext cx="3770312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57032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13910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89333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02916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28639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58982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9972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099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099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60846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482203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51629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94146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1200150"/>
            <a:ext cx="3770313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913" y="1200150"/>
            <a:ext cx="3770312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817631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52348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861962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80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11988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54694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44570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099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099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161304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287933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897099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962534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1200150"/>
            <a:ext cx="3770313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913" y="1200150"/>
            <a:ext cx="3770312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496095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469648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26730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4379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35490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215961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594779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099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099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94068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91827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07132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3959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1200150"/>
            <a:ext cx="3770313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913" y="1200150"/>
            <a:ext cx="3770312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512587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676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9410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85454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50388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912590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76227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099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099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31490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7748581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649331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193567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1200150"/>
            <a:ext cx="3770313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913" y="1200150"/>
            <a:ext cx="3770312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956093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686027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168033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88762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818433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86362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240406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099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099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605859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6930245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047185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937989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1200150"/>
            <a:ext cx="3770313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913" y="1200150"/>
            <a:ext cx="3770312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281755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034840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209702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22386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730989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023378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31836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099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099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7148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67BE3CB8-9A54-904D-BBF9-E437A6EA52E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89214340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67BE3CB8-9A54-904D-BBF9-E437A6EA52E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10605078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67BE3CB8-9A54-904D-BBF9-E437A6EA52E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0716506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1200150"/>
            <a:ext cx="3770313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913" y="1200150"/>
            <a:ext cx="3770312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67BE3CB8-9A54-904D-BBF9-E437A6EA52E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79944591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67BE3CB8-9A54-904D-BBF9-E437A6EA52E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345132380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xmlns="" id="{67BE3CB8-9A54-904D-BBF9-E437A6EA52E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205740638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xmlns="" id="{67BE3CB8-9A54-904D-BBF9-E437A6EA52E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29360142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67BE3CB8-9A54-904D-BBF9-E437A6EA52E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34076866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67BE3CB8-9A54-904D-BBF9-E437A6EA52E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105726978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67BE3CB8-9A54-904D-BBF9-E437A6EA52E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75457430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099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099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67BE3CB8-9A54-904D-BBF9-E437A6EA52E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  <p:extLst>
      <p:ext uri="{BB962C8B-B14F-4D97-AF65-F5344CB8AC3E}">
        <p14:creationId xmlns:p14="http://schemas.microsoft.com/office/powerpoint/2010/main" val="84929689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6238968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770808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567809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1200150"/>
            <a:ext cx="3770313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913" y="1200150"/>
            <a:ext cx="3770312" cy="505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097466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381406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217214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84124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500179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483490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559342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099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099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89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9.xml"/><Relationship Id="rId3" Type="http://schemas.openxmlformats.org/officeDocument/2006/relationships/slideLayout" Target="../slideLayouts/slideLayout60.xml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79.xml"/><Relationship Id="rId12" Type="http://schemas.openxmlformats.org/officeDocument/2006/relationships/theme" Target="../theme/theme7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/Relationships>
</file>

<file path=ppt/slideMasters/_rels/slideMaster8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90.xml"/><Relationship Id="rId12" Type="http://schemas.openxmlformats.org/officeDocument/2006/relationships/theme" Target="../theme/theme8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80.xml"/><Relationship Id="rId2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7.xml"/><Relationship Id="rId9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9.xml"/></Relationships>
</file>

<file path=ppt/slideMasters/_rels/slideMaster9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01.xml"/><Relationship Id="rId12" Type="http://schemas.openxmlformats.org/officeDocument/2006/relationships/theme" Target="../theme/theme9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8.xml"/><Relationship Id="rId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0.xml"/></Relationships>
</file>

<file path=ppt/slideMasters/_rels/slideMaster10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2.xml"/><Relationship Id="rId12" Type="http://schemas.openxmlformats.org/officeDocument/2006/relationships/theme" Target="../theme/theme10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/Relationships>
</file>

<file path=ppt/slideMasters/_rels/slideMaster1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23.xml"/><Relationship Id="rId12" Type="http://schemas.openxmlformats.org/officeDocument/2006/relationships/theme" Target="../theme/theme11.xml"/><Relationship Id="rId1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xmlns="" id="{535A056D-D6BF-AA48-A797-DE66AED58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3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单击鼠标编辑标题文字格式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xmlns="" id="{BB56573C-CCEC-DB44-BAE2-B4A0321060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200150"/>
            <a:ext cx="7693025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单击鼠标编辑大纲文字格式</a:t>
            </a:r>
          </a:p>
          <a:p>
            <a:pPr lvl="1"/>
            <a:r>
              <a:rPr lang="en-GB" altLang="en-US" smtClean="0"/>
              <a:t>第二个大纲级</a:t>
            </a:r>
          </a:p>
          <a:p>
            <a:pPr lvl="2"/>
            <a:r>
              <a:rPr lang="en-GB" altLang="en-US" smtClean="0"/>
              <a:t>第三大纲级别</a:t>
            </a:r>
          </a:p>
          <a:p>
            <a:pPr lvl="3"/>
            <a:r>
              <a:rPr lang="en-GB" altLang="en-US" smtClean="0"/>
              <a:t>第四大纲级别</a:t>
            </a:r>
          </a:p>
          <a:p>
            <a:pPr lvl="4"/>
            <a:r>
              <a:rPr lang="en-GB" altLang="en-US" smtClean="0"/>
              <a:t>第五大纲级别</a:t>
            </a:r>
          </a:p>
          <a:p>
            <a:pPr lvl="4"/>
            <a:r>
              <a:rPr lang="en-GB" altLang="en-US" smtClean="0"/>
              <a:t>第六大纲级别</a:t>
            </a:r>
          </a:p>
          <a:p>
            <a:pPr lvl="4"/>
            <a:r>
              <a:rPr lang="en-GB" altLang="en-US" smtClean="0"/>
              <a:t>第七大纲级别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xmlns="" id="{A8D9C05E-E21F-564C-9928-A956F0437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rgbClr val="8499A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xmlns="" id="{120AB54A-3E42-574A-8882-B2B0E6093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425" y="6543675"/>
            <a:ext cx="5969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SzPct val="100000"/>
            </a:pPr>
            <a:fld id="{FCE0BFF9-8FF2-450F-A70D-737FBDDE942C}" type="slidenum">
              <a:rPr lang="en-US" altLang="en-US" sz="1400">
                <a:solidFill>
                  <a:srgbClr val="1E355E"/>
                </a:solidFill>
              </a:rPr>
              <a:pPr>
                <a:lnSpc>
                  <a:spcPct val="88000"/>
                </a:lnSpc>
                <a:spcBef>
                  <a:spcPts val="525"/>
                </a:spcBef>
                <a:buSzPct val="100000"/>
              </a:pPr>
              <a:t>‹#›</a:t>
            </a:fld>
            <a:endParaRPr lang="en-US" altLang="en-US" sz="1400">
              <a:solidFill>
                <a:srgbClr val="1E355E"/>
              </a:solidFill>
            </a:endParaRPr>
          </a:p>
        </p:txBody>
      </p:sp>
      <p:pic>
        <p:nvPicPr>
          <p:cNvPr id="1030" name="Picture 5">
            <a:extLst>
              <a:ext uri="{FF2B5EF4-FFF2-40B4-BE49-F238E27FC236}">
                <a16:creationId xmlns:a16="http://schemas.microsoft.com/office/drawing/2014/main" xmlns="" id="{BB27DED7-FA4C-F545-AC00-27B4E7818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xmlns="" id="{E47FFF46-7A9B-084B-B122-EE120FDC9729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2895600" y="6472238"/>
            <a:ext cx="3121025" cy="37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88000"/>
              </a:lnSpc>
              <a:spcBef>
                <a:spcPts val="900"/>
              </a:spcBef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1E355E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xmlns="" id="{1714E309-2217-9547-95C5-61BF82D6A1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324600"/>
            <a:ext cx="7772400" cy="1588"/>
          </a:xfrm>
          <a:prstGeom prst="line">
            <a:avLst/>
          </a:prstGeom>
          <a:noFill/>
          <a:ln w="9360" cap="sq">
            <a:solidFill>
              <a:srgbClr val="1E355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329" r:id="rId1"/>
    <p:sldLayoutId id="2147487330" r:id="rId2"/>
    <p:sldLayoutId id="2147487331" r:id="rId3"/>
    <p:sldLayoutId id="2147487332" r:id="rId4"/>
    <p:sldLayoutId id="2147487333" r:id="rId5"/>
    <p:sldLayoutId id="2147487334" r:id="rId6"/>
    <p:sldLayoutId id="2147487335" r:id="rId7"/>
    <p:sldLayoutId id="2147487336" r:id="rId8"/>
    <p:sldLayoutId id="2147487337" r:id="rId9"/>
    <p:sldLayoutId id="2147487338" r:id="rId10"/>
    <p:sldLayoutId id="2147487339" r:id="rId11"/>
  </p:sldLayoutIdLst>
  <p:hf sldNum="0" hdr="0" dt="0"/>
  <p:txStyles>
    <p:titleStyle>
      <a:lvl1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2pPr>
      <a:lvl3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3pPr>
      <a:lvl4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4pPr>
      <a:lvl5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5pPr>
      <a:lvl6pPr marL="25146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6pPr>
      <a:lvl7pPr marL="29718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7pPr>
      <a:lvl8pPr marL="34290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8pPr>
      <a:lvl9pPr marL="38862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8000"/>
        </a:lnSpc>
        <a:spcBef>
          <a:spcPts val="10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1E355E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xmlns="" id="{AAED6127-AE0A-CB41-B327-85F90ED62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rgbClr val="8499A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xmlns="" id="{269EA192-9683-2149-82E6-54D000DF3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425" y="6543675"/>
            <a:ext cx="5969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SzPct val="100000"/>
            </a:pPr>
            <a:fld id="{FDC891BE-D450-4D38-B998-029428F54215}" type="slidenum">
              <a:rPr lang="en-US" altLang="en-US" sz="1400">
                <a:solidFill>
                  <a:srgbClr val="1E355E"/>
                </a:solidFill>
              </a:rPr>
              <a:pPr>
                <a:lnSpc>
                  <a:spcPct val="88000"/>
                </a:lnSpc>
                <a:spcBef>
                  <a:spcPts val="525"/>
                </a:spcBef>
                <a:buSzPct val="100000"/>
              </a:pPr>
              <a:t>‹#›</a:t>
            </a:fld>
            <a:endParaRPr lang="en-US" altLang="en-US" sz="1400">
              <a:solidFill>
                <a:srgbClr val="1E355E"/>
              </a:solidFill>
            </a:endParaRPr>
          </a:p>
        </p:txBody>
      </p:sp>
      <p:pic>
        <p:nvPicPr>
          <p:cNvPr id="3076" name="Picture 3">
            <a:extLst>
              <a:ext uri="{FF2B5EF4-FFF2-40B4-BE49-F238E27FC236}">
                <a16:creationId xmlns:a16="http://schemas.microsoft.com/office/drawing/2014/main" xmlns="" id="{5F5908CB-29A2-9448-A039-5D7BDD440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077" name="Line 4">
            <a:extLst>
              <a:ext uri="{FF2B5EF4-FFF2-40B4-BE49-F238E27FC236}">
                <a16:creationId xmlns:a16="http://schemas.microsoft.com/office/drawing/2014/main" xmlns="" id="{27FC3E5C-996C-6E46-B89E-3AAC770A84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324600"/>
            <a:ext cx="7772400" cy="1588"/>
          </a:xfrm>
          <a:prstGeom prst="line">
            <a:avLst/>
          </a:prstGeom>
          <a:noFill/>
          <a:ln w="9360" cap="sq">
            <a:solidFill>
              <a:srgbClr val="1E355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latin typeface="Arial" charset="0"/>
            </a:endParaRPr>
          </a:p>
        </p:txBody>
      </p:sp>
      <p:sp>
        <p:nvSpPr>
          <p:cNvPr id="3078" name="Rectangle 5">
            <a:extLst>
              <a:ext uri="{FF2B5EF4-FFF2-40B4-BE49-F238E27FC236}">
                <a16:creationId xmlns:a16="http://schemas.microsoft.com/office/drawing/2014/main" xmlns="" id="{0FCB96DA-278F-9B49-980C-CD41EDE32C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3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单击鼠标编辑标题文字格式</a:t>
            </a:r>
          </a:p>
        </p:txBody>
      </p:sp>
      <p:sp>
        <p:nvSpPr>
          <p:cNvPr id="3079" name="Rectangle 6">
            <a:extLst>
              <a:ext uri="{FF2B5EF4-FFF2-40B4-BE49-F238E27FC236}">
                <a16:creationId xmlns:a16="http://schemas.microsoft.com/office/drawing/2014/main" xmlns="" id="{777EB726-1BF0-B549-9462-A95362AC41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200150"/>
            <a:ext cx="7693025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单击鼠标编辑大纲文字格式</a:t>
            </a:r>
          </a:p>
          <a:p>
            <a:pPr lvl="1"/>
            <a:r>
              <a:rPr lang="en-GB" altLang="en-US" smtClean="0"/>
              <a:t>第二个大纲级</a:t>
            </a:r>
          </a:p>
          <a:p>
            <a:pPr lvl="2"/>
            <a:r>
              <a:rPr lang="en-GB" altLang="en-US" smtClean="0"/>
              <a:t>第三大纲级别</a:t>
            </a:r>
          </a:p>
          <a:p>
            <a:pPr lvl="3"/>
            <a:r>
              <a:rPr lang="en-GB" altLang="en-US" smtClean="0"/>
              <a:t>第四大纲级别</a:t>
            </a:r>
          </a:p>
          <a:p>
            <a:pPr lvl="4"/>
            <a:r>
              <a:rPr lang="en-GB" altLang="en-US" smtClean="0"/>
              <a:t>第五大纲级别</a:t>
            </a:r>
          </a:p>
          <a:p>
            <a:pPr lvl="4"/>
            <a:r>
              <a:rPr lang="en-GB" altLang="en-US" smtClean="0"/>
              <a:t>第六大纲级别</a:t>
            </a:r>
          </a:p>
          <a:p>
            <a:pPr lvl="4"/>
            <a:r>
              <a:rPr lang="en-GB" altLang="en-US" smtClean="0"/>
              <a:t>第七大纲级别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xmlns="" id="{5ADBB7B3-449A-F34A-BC4F-F412730B2F9D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2774950" y="6389688"/>
            <a:ext cx="3121025" cy="37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4313" algn="ctr" eaLnBrk="1">
              <a:lnSpc>
                <a:spcPct val="100000"/>
              </a:lnSpc>
              <a:spcBef>
                <a:spcPts val="525"/>
              </a:spcBef>
              <a:buClrTx/>
              <a:buSzPct val="45000"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351" r:id="rId1"/>
    <p:sldLayoutId id="2147487352" r:id="rId2"/>
    <p:sldLayoutId id="2147487353" r:id="rId3"/>
    <p:sldLayoutId id="2147487354" r:id="rId4"/>
    <p:sldLayoutId id="2147487355" r:id="rId5"/>
    <p:sldLayoutId id="2147487356" r:id="rId6"/>
    <p:sldLayoutId id="2147487357" r:id="rId7"/>
    <p:sldLayoutId id="2147487358" r:id="rId8"/>
    <p:sldLayoutId id="2147487359" r:id="rId9"/>
    <p:sldLayoutId id="2147487360" r:id="rId10"/>
    <p:sldLayoutId id="2147487361" r:id="rId11"/>
    <p:sldLayoutId id="2147487450" r:id="rId12"/>
    <p:sldLayoutId id="2147487451" r:id="rId13"/>
  </p:sldLayoutIdLst>
  <p:hf sldNum="0" hdr="0" dt="0"/>
  <p:txStyles>
    <p:titleStyle>
      <a:lvl1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2pPr>
      <a:lvl3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3pPr>
      <a:lvl4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4pPr>
      <a:lvl5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5pPr>
      <a:lvl6pPr marL="25146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6pPr>
      <a:lvl7pPr marL="29718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7pPr>
      <a:lvl8pPr marL="34290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8pPr>
      <a:lvl9pPr marL="38862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8000"/>
        </a:lnSpc>
        <a:spcBef>
          <a:spcPts val="10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1E355E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xmlns="" id="{67E65111-F4C1-9D4D-9E5F-0F030B2DD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rgbClr val="8499A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xmlns="" id="{5A80D886-3641-5540-9239-E258DC14D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425" y="6543675"/>
            <a:ext cx="5969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SzPct val="100000"/>
            </a:pPr>
            <a:fld id="{50815409-E0A2-4581-9AB7-FA5BB02ED525}" type="slidenum">
              <a:rPr lang="en-US" altLang="en-US" sz="1400">
                <a:solidFill>
                  <a:srgbClr val="1E355E"/>
                </a:solidFill>
              </a:rPr>
              <a:pPr>
                <a:lnSpc>
                  <a:spcPct val="88000"/>
                </a:lnSpc>
                <a:spcBef>
                  <a:spcPts val="525"/>
                </a:spcBef>
                <a:buSzPct val="100000"/>
              </a:pPr>
              <a:t>‹#›</a:t>
            </a:fld>
            <a:endParaRPr lang="en-US" altLang="en-US" sz="1400">
              <a:solidFill>
                <a:srgbClr val="1E355E"/>
              </a:solidFill>
            </a:endParaRPr>
          </a:p>
        </p:txBody>
      </p:sp>
      <p:pic>
        <p:nvPicPr>
          <p:cNvPr id="4100" name="Picture 3">
            <a:extLst>
              <a:ext uri="{FF2B5EF4-FFF2-40B4-BE49-F238E27FC236}">
                <a16:creationId xmlns:a16="http://schemas.microsoft.com/office/drawing/2014/main" xmlns="" id="{0B0B4D42-EC8E-DD4E-943F-DC1AFC74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4101" name="Line 4">
            <a:extLst>
              <a:ext uri="{FF2B5EF4-FFF2-40B4-BE49-F238E27FC236}">
                <a16:creationId xmlns:a16="http://schemas.microsoft.com/office/drawing/2014/main" xmlns="" id="{874689E7-910F-BD4B-AD1F-DD5DF45DB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324600"/>
            <a:ext cx="7772400" cy="1588"/>
          </a:xfrm>
          <a:prstGeom prst="line">
            <a:avLst/>
          </a:prstGeom>
          <a:noFill/>
          <a:ln w="9360" cap="sq">
            <a:solidFill>
              <a:srgbClr val="1E355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latin typeface="Arial" charset="0"/>
            </a:endParaRPr>
          </a:p>
        </p:txBody>
      </p:sp>
      <p:sp>
        <p:nvSpPr>
          <p:cNvPr id="4102" name="Rectangle 5">
            <a:extLst>
              <a:ext uri="{FF2B5EF4-FFF2-40B4-BE49-F238E27FC236}">
                <a16:creationId xmlns:a16="http://schemas.microsoft.com/office/drawing/2014/main" xmlns="" id="{BA315C46-68A8-8A44-A0FA-C05984FD0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3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单击鼠标编辑标题文字格式</a:t>
            </a:r>
          </a:p>
        </p:txBody>
      </p:sp>
      <p:sp>
        <p:nvSpPr>
          <p:cNvPr id="4103" name="Rectangle 6">
            <a:extLst>
              <a:ext uri="{FF2B5EF4-FFF2-40B4-BE49-F238E27FC236}">
                <a16:creationId xmlns:a16="http://schemas.microsoft.com/office/drawing/2014/main" xmlns="" id="{75DE6EB5-5A3F-6744-8942-3551948E1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200150"/>
            <a:ext cx="7693025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单击鼠标编辑大纲文字格式</a:t>
            </a:r>
          </a:p>
          <a:p>
            <a:pPr lvl="1"/>
            <a:r>
              <a:rPr lang="en-GB" altLang="en-US" smtClean="0"/>
              <a:t>第二个大纲级</a:t>
            </a:r>
          </a:p>
          <a:p>
            <a:pPr lvl="2"/>
            <a:r>
              <a:rPr lang="en-GB" altLang="en-US" smtClean="0"/>
              <a:t>第三大纲级别</a:t>
            </a:r>
          </a:p>
          <a:p>
            <a:pPr lvl="3"/>
            <a:r>
              <a:rPr lang="en-GB" altLang="en-US" smtClean="0"/>
              <a:t>第四大纲级别</a:t>
            </a:r>
          </a:p>
          <a:p>
            <a:pPr lvl="4"/>
            <a:r>
              <a:rPr lang="en-GB" altLang="en-US" smtClean="0"/>
              <a:t>第五大纲级别</a:t>
            </a:r>
          </a:p>
          <a:p>
            <a:pPr lvl="4"/>
            <a:r>
              <a:rPr lang="en-GB" altLang="en-US" smtClean="0"/>
              <a:t>第六大纲级别</a:t>
            </a:r>
          </a:p>
          <a:p>
            <a:pPr lvl="4"/>
            <a:r>
              <a:rPr lang="en-GB" altLang="en-US" smtClean="0"/>
              <a:t>第七大纲级别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xmlns="" id="{F2E55794-5BE0-E445-B54D-015827054B27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2717800" y="6427788"/>
            <a:ext cx="3121025" cy="37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4313" algn="ctr" eaLnBrk="1">
              <a:lnSpc>
                <a:spcPct val="100000"/>
              </a:lnSpc>
              <a:spcBef>
                <a:spcPts val="525"/>
              </a:spcBef>
              <a:buClrTx/>
              <a:buSzPct val="45000"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362" r:id="rId1"/>
    <p:sldLayoutId id="2147487363" r:id="rId2"/>
    <p:sldLayoutId id="2147487364" r:id="rId3"/>
    <p:sldLayoutId id="2147487365" r:id="rId4"/>
    <p:sldLayoutId id="2147487366" r:id="rId5"/>
    <p:sldLayoutId id="2147487367" r:id="rId6"/>
    <p:sldLayoutId id="2147487368" r:id="rId7"/>
    <p:sldLayoutId id="2147487369" r:id="rId8"/>
    <p:sldLayoutId id="2147487370" r:id="rId9"/>
    <p:sldLayoutId id="2147487371" r:id="rId10"/>
    <p:sldLayoutId id="2147487372" r:id="rId11"/>
  </p:sldLayoutIdLst>
  <p:hf sldNum="0" hdr="0" dt="0"/>
  <p:txStyles>
    <p:titleStyle>
      <a:lvl1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2pPr>
      <a:lvl3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3pPr>
      <a:lvl4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4pPr>
      <a:lvl5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5pPr>
      <a:lvl6pPr marL="25146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6pPr>
      <a:lvl7pPr marL="29718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7pPr>
      <a:lvl8pPr marL="34290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8pPr>
      <a:lvl9pPr marL="38862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8000"/>
        </a:lnSpc>
        <a:spcBef>
          <a:spcPts val="10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1E355E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xmlns="" id="{40A87CB7-442C-AB45-83E6-66E3C71B5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rgbClr val="8499A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xmlns="" id="{B2DB6A27-F6F4-A04E-978E-A9C60B8C5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425" y="6543675"/>
            <a:ext cx="5969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SzPct val="100000"/>
            </a:pPr>
            <a:fld id="{07CC2B3F-7F5E-46AD-B180-7A4F21DDCF7F}" type="slidenum">
              <a:rPr lang="en-US" altLang="en-US" sz="1400">
                <a:solidFill>
                  <a:srgbClr val="1E355E"/>
                </a:solidFill>
              </a:rPr>
              <a:pPr>
                <a:lnSpc>
                  <a:spcPct val="88000"/>
                </a:lnSpc>
                <a:spcBef>
                  <a:spcPts val="525"/>
                </a:spcBef>
                <a:buSzPct val="100000"/>
              </a:pPr>
              <a:t>‹#›</a:t>
            </a:fld>
            <a:endParaRPr lang="en-US" altLang="en-US" sz="1400">
              <a:solidFill>
                <a:srgbClr val="1E355E"/>
              </a:solidFill>
            </a:endParaRPr>
          </a:p>
        </p:txBody>
      </p:sp>
      <p:pic>
        <p:nvPicPr>
          <p:cNvPr id="5124" name="Picture 3">
            <a:extLst>
              <a:ext uri="{FF2B5EF4-FFF2-40B4-BE49-F238E27FC236}">
                <a16:creationId xmlns:a16="http://schemas.microsoft.com/office/drawing/2014/main" xmlns="" id="{6233551F-B285-7043-A360-3A5CB2255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125" name="Line 4">
            <a:extLst>
              <a:ext uri="{FF2B5EF4-FFF2-40B4-BE49-F238E27FC236}">
                <a16:creationId xmlns:a16="http://schemas.microsoft.com/office/drawing/2014/main" xmlns="" id="{1473A530-8853-6645-AD11-6805494E3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324600"/>
            <a:ext cx="7772400" cy="1588"/>
          </a:xfrm>
          <a:prstGeom prst="line">
            <a:avLst/>
          </a:prstGeom>
          <a:noFill/>
          <a:ln w="9360" cap="sq">
            <a:solidFill>
              <a:srgbClr val="1E355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latin typeface="Arial" charset="0"/>
            </a:endParaRPr>
          </a:p>
        </p:txBody>
      </p:sp>
      <p:sp>
        <p:nvSpPr>
          <p:cNvPr id="5126" name="Rectangle 5">
            <a:extLst>
              <a:ext uri="{FF2B5EF4-FFF2-40B4-BE49-F238E27FC236}">
                <a16:creationId xmlns:a16="http://schemas.microsoft.com/office/drawing/2014/main" xmlns="" id="{C77B9AF2-0F16-524A-845F-9DD4A3B283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3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单击鼠标编辑标题文字格式</a:t>
            </a:r>
          </a:p>
        </p:txBody>
      </p:sp>
      <p:sp>
        <p:nvSpPr>
          <p:cNvPr id="5127" name="Rectangle 6">
            <a:extLst>
              <a:ext uri="{FF2B5EF4-FFF2-40B4-BE49-F238E27FC236}">
                <a16:creationId xmlns:a16="http://schemas.microsoft.com/office/drawing/2014/main" xmlns="" id="{2FB63694-701A-C643-A1F6-B914384D81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200150"/>
            <a:ext cx="7693025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单击鼠标编辑大纲文字格式</a:t>
            </a:r>
          </a:p>
          <a:p>
            <a:pPr lvl="1"/>
            <a:r>
              <a:rPr lang="en-GB" altLang="en-US" smtClean="0"/>
              <a:t>第二个大纲级</a:t>
            </a:r>
          </a:p>
          <a:p>
            <a:pPr lvl="2"/>
            <a:r>
              <a:rPr lang="en-GB" altLang="en-US" smtClean="0"/>
              <a:t>第三大纲级别</a:t>
            </a:r>
          </a:p>
          <a:p>
            <a:pPr lvl="3"/>
            <a:r>
              <a:rPr lang="en-GB" altLang="en-US" smtClean="0"/>
              <a:t>第四大纲级别</a:t>
            </a:r>
          </a:p>
          <a:p>
            <a:pPr lvl="4"/>
            <a:r>
              <a:rPr lang="en-GB" altLang="en-US" smtClean="0"/>
              <a:t>第五大纲级别</a:t>
            </a:r>
          </a:p>
          <a:p>
            <a:pPr lvl="4"/>
            <a:r>
              <a:rPr lang="en-GB" altLang="en-US" smtClean="0"/>
              <a:t>第六大纲级别</a:t>
            </a:r>
          </a:p>
          <a:p>
            <a:pPr lvl="4"/>
            <a:r>
              <a:rPr lang="en-GB" altLang="en-US" smtClean="0"/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373" r:id="rId1"/>
    <p:sldLayoutId id="2147487374" r:id="rId2"/>
    <p:sldLayoutId id="2147487375" r:id="rId3"/>
    <p:sldLayoutId id="2147487376" r:id="rId4"/>
    <p:sldLayoutId id="2147487377" r:id="rId5"/>
    <p:sldLayoutId id="2147487378" r:id="rId6"/>
    <p:sldLayoutId id="2147487379" r:id="rId7"/>
    <p:sldLayoutId id="2147487380" r:id="rId8"/>
    <p:sldLayoutId id="2147487381" r:id="rId9"/>
    <p:sldLayoutId id="2147487382" r:id="rId10"/>
    <p:sldLayoutId id="2147487383" r:id="rId11"/>
  </p:sldLayoutIdLst>
  <p:txStyles>
    <p:titleStyle>
      <a:lvl1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2pPr>
      <a:lvl3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3pPr>
      <a:lvl4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4pPr>
      <a:lvl5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5pPr>
      <a:lvl6pPr marL="25146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6pPr>
      <a:lvl7pPr marL="29718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7pPr>
      <a:lvl8pPr marL="34290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8pPr>
      <a:lvl9pPr marL="38862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8000"/>
        </a:lnSpc>
        <a:spcBef>
          <a:spcPts val="10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1E355E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xmlns="" id="{AAD225A5-8943-6148-9CD9-BA49E12C6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rgbClr val="8499A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xmlns="" id="{48B72E36-71A4-7A43-A767-9E4DE7736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425" y="6543675"/>
            <a:ext cx="5969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SzPct val="100000"/>
            </a:pPr>
            <a:fld id="{427A82DD-57AB-4055-8424-8BEAE2040DA1}" type="slidenum">
              <a:rPr lang="en-US" altLang="en-US" sz="1400">
                <a:solidFill>
                  <a:srgbClr val="1E355E"/>
                </a:solidFill>
              </a:rPr>
              <a:pPr>
                <a:lnSpc>
                  <a:spcPct val="88000"/>
                </a:lnSpc>
                <a:spcBef>
                  <a:spcPts val="525"/>
                </a:spcBef>
                <a:buSzPct val="100000"/>
              </a:pPr>
              <a:t>‹#›</a:t>
            </a:fld>
            <a:endParaRPr lang="en-US" altLang="en-US" sz="1400">
              <a:solidFill>
                <a:srgbClr val="1E355E"/>
              </a:solidFill>
            </a:endParaRPr>
          </a:p>
        </p:txBody>
      </p:sp>
      <p:pic>
        <p:nvPicPr>
          <p:cNvPr id="6148" name="Picture 3">
            <a:extLst>
              <a:ext uri="{FF2B5EF4-FFF2-40B4-BE49-F238E27FC236}">
                <a16:creationId xmlns:a16="http://schemas.microsoft.com/office/drawing/2014/main" xmlns="" id="{46724306-9F8F-F642-B6D4-513637279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149" name="Line 4">
            <a:extLst>
              <a:ext uri="{FF2B5EF4-FFF2-40B4-BE49-F238E27FC236}">
                <a16:creationId xmlns:a16="http://schemas.microsoft.com/office/drawing/2014/main" xmlns="" id="{D589E52A-8B3C-8B47-BDDA-BEEDAA8D49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324600"/>
            <a:ext cx="7772400" cy="1588"/>
          </a:xfrm>
          <a:prstGeom prst="line">
            <a:avLst/>
          </a:prstGeom>
          <a:noFill/>
          <a:ln w="9360" cap="sq">
            <a:solidFill>
              <a:srgbClr val="1E355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latin typeface="Arial" charset="0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xmlns="" id="{E68EFE83-DB47-D242-8786-4A7979FBE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3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单击鼠标编辑标题文字格式</a:t>
            </a:r>
          </a:p>
        </p:txBody>
      </p:sp>
      <p:sp>
        <p:nvSpPr>
          <p:cNvPr id="6151" name="Rectangle 6">
            <a:extLst>
              <a:ext uri="{FF2B5EF4-FFF2-40B4-BE49-F238E27FC236}">
                <a16:creationId xmlns:a16="http://schemas.microsoft.com/office/drawing/2014/main" xmlns="" id="{B6F4ECEF-3415-344A-9AF7-3F6A9032C6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200150"/>
            <a:ext cx="7693025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单击鼠标编辑大纲文字格式</a:t>
            </a:r>
          </a:p>
          <a:p>
            <a:pPr lvl="1"/>
            <a:r>
              <a:rPr lang="en-GB" altLang="en-US" smtClean="0"/>
              <a:t>第二个大纲级</a:t>
            </a:r>
          </a:p>
          <a:p>
            <a:pPr lvl="2"/>
            <a:r>
              <a:rPr lang="en-GB" altLang="en-US" smtClean="0"/>
              <a:t>第三大纲级别</a:t>
            </a:r>
          </a:p>
          <a:p>
            <a:pPr lvl="3"/>
            <a:r>
              <a:rPr lang="en-GB" altLang="en-US" smtClean="0"/>
              <a:t>第四大纲级别</a:t>
            </a:r>
          </a:p>
          <a:p>
            <a:pPr lvl="4"/>
            <a:r>
              <a:rPr lang="en-GB" altLang="en-US" smtClean="0"/>
              <a:t>第五大纲级别</a:t>
            </a:r>
          </a:p>
          <a:p>
            <a:pPr lvl="4"/>
            <a:r>
              <a:rPr lang="en-GB" altLang="en-US" smtClean="0"/>
              <a:t>第六大纲级别</a:t>
            </a:r>
          </a:p>
          <a:p>
            <a:pPr lvl="4"/>
            <a:r>
              <a:rPr lang="en-GB" altLang="en-US" smtClean="0"/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384" r:id="rId1"/>
    <p:sldLayoutId id="2147487385" r:id="rId2"/>
    <p:sldLayoutId id="2147487386" r:id="rId3"/>
    <p:sldLayoutId id="2147487387" r:id="rId4"/>
    <p:sldLayoutId id="2147487388" r:id="rId5"/>
    <p:sldLayoutId id="2147487389" r:id="rId6"/>
    <p:sldLayoutId id="2147487390" r:id="rId7"/>
    <p:sldLayoutId id="2147487391" r:id="rId8"/>
    <p:sldLayoutId id="2147487392" r:id="rId9"/>
    <p:sldLayoutId id="2147487393" r:id="rId10"/>
    <p:sldLayoutId id="2147487394" r:id="rId11"/>
  </p:sldLayoutIdLst>
  <p:txStyles>
    <p:titleStyle>
      <a:lvl1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2pPr>
      <a:lvl3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3pPr>
      <a:lvl4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4pPr>
      <a:lvl5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5pPr>
      <a:lvl6pPr marL="25146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6pPr>
      <a:lvl7pPr marL="29718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7pPr>
      <a:lvl8pPr marL="34290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8pPr>
      <a:lvl9pPr marL="38862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8000"/>
        </a:lnSpc>
        <a:spcBef>
          <a:spcPts val="10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1E355E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xmlns="" id="{60CF8198-9633-4145-976F-2412685DA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rgbClr val="8499A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xmlns="" id="{52E28DF3-310A-FB46-A16D-3C8D01F67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425" y="6543675"/>
            <a:ext cx="5969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SzPct val="100000"/>
            </a:pPr>
            <a:fld id="{735E2B1C-6410-48A0-BAF2-F298957D6AAA}" type="slidenum">
              <a:rPr lang="en-US" altLang="en-US" sz="1400">
                <a:solidFill>
                  <a:srgbClr val="1E355E"/>
                </a:solidFill>
              </a:rPr>
              <a:pPr>
                <a:lnSpc>
                  <a:spcPct val="88000"/>
                </a:lnSpc>
                <a:spcBef>
                  <a:spcPts val="525"/>
                </a:spcBef>
                <a:buSzPct val="100000"/>
              </a:pPr>
              <a:t>‹#›</a:t>
            </a:fld>
            <a:endParaRPr lang="en-US" altLang="en-US" sz="1400">
              <a:solidFill>
                <a:srgbClr val="1E355E"/>
              </a:solidFill>
            </a:endParaRPr>
          </a:p>
        </p:txBody>
      </p:sp>
      <p:pic>
        <p:nvPicPr>
          <p:cNvPr id="9220" name="Picture 3">
            <a:extLst>
              <a:ext uri="{FF2B5EF4-FFF2-40B4-BE49-F238E27FC236}">
                <a16:creationId xmlns:a16="http://schemas.microsoft.com/office/drawing/2014/main" xmlns="" id="{1917A6D3-A499-2442-911C-AE5F1DE09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9221" name="Line 4">
            <a:extLst>
              <a:ext uri="{FF2B5EF4-FFF2-40B4-BE49-F238E27FC236}">
                <a16:creationId xmlns:a16="http://schemas.microsoft.com/office/drawing/2014/main" xmlns="" id="{0540BC8F-6368-DC4E-8C2A-12E8F10DE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324600"/>
            <a:ext cx="7772400" cy="1588"/>
          </a:xfrm>
          <a:prstGeom prst="line">
            <a:avLst/>
          </a:prstGeom>
          <a:noFill/>
          <a:ln w="9360" cap="sq">
            <a:solidFill>
              <a:srgbClr val="1E355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latin typeface="Arial" charset="0"/>
            </a:endParaRP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xmlns="" id="{0916ADA0-E421-FD4F-BEF0-B795E40F1B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3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单击鼠标编辑标题文字格式</a:t>
            </a: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xmlns="" id="{C5F6F4B1-94A9-984E-B4BE-B4881D8FC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200150"/>
            <a:ext cx="7693025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单击鼠标编辑大纲文字格式</a:t>
            </a:r>
          </a:p>
          <a:p>
            <a:pPr lvl="1"/>
            <a:r>
              <a:rPr lang="en-GB" altLang="en-US" smtClean="0"/>
              <a:t>第二个大纲级</a:t>
            </a:r>
          </a:p>
          <a:p>
            <a:pPr lvl="2"/>
            <a:r>
              <a:rPr lang="en-GB" altLang="en-US" smtClean="0"/>
              <a:t>第三大纲级别</a:t>
            </a:r>
          </a:p>
          <a:p>
            <a:pPr lvl="3"/>
            <a:r>
              <a:rPr lang="en-GB" altLang="en-US" smtClean="0"/>
              <a:t>第四大纲级别</a:t>
            </a:r>
          </a:p>
          <a:p>
            <a:pPr lvl="4"/>
            <a:r>
              <a:rPr lang="en-GB" altLang="en-US" smtClean="0"/>
              <a:t>第五大纲级别</a:t>
            </a:r>
          </a:p>
          <a:p>
            <a:pPr lvl="4"/>
            <a:r>
              <a:rPr lang="en-GB" altLang="en-US" smtClean="0"/>
              <a:t>第六大纲级别</a:t>
            </a:r>
          </a:p>
          <a:p>
            <a:pPr lvl="4"/>
            <a:r>
              <a:rPr lang="en-GB" altLang="en-US" smtClean="0"/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395" r:id="rId1"/>
    <p:sldLayoutId id="2147487396" r:id="rId2"/>
    <p:sldLayoutId id="2147487397" r:id="rId3"/>
    <p:sldLayoutId id="2147487398" r:id="rId4"/>
    <p:sldLayoutId id="2147487399" r:id="rId5"/>
    <p:sldLayoutId id="2147487400" r:id="rId6"/>
    <p:sldLayoutId id="2147487401" r:id="rId7"/>
    <p:sldLayoutId id="2147487402" r:id="rId8"/>
    <p:sldLayoutId id="2147487403" r:id="rId9"/>
    <p:sldLayoutId id="2147487404" r:id="rId10"/>
    <p:sldLayoutId id="2147487405" r:id="rId11"/>
  </p:sldLayoutIdLst>
  <p:txStyles>
    <p:titleStyle>
      <a:lvl1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2pPr>
      <a:lvl3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3pPr>
      <a:lvl4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4pPr>
      <a:lvl5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5pPr>
      <a:lvl6pPr marL="25146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6pPr>
      <a:lvl7pPr marL="29718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7pPr>
      <a:lvl8pPr marL="34290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8pPr>
      <a:lvl9pPr marL="38862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8000"/>
        </a:lnSpc>
        <a:spcBef>
          <a:spcPts val="10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1E355E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xmlns="" id="{F4868DAA-2EE2-2E40-AAC1-4FBA07294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rgbClr val="8499A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xmlns="" id="{D2B4C596-F7AA-8F4C-9B44-19F7886F4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425" y="6543675"/>
            <a:ext cx="5969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SzPct val="100000"/>
            </a:pPr>
            <a:fld id="{21BE05ED-C1D0-4768-A5CE-EA95A0B40860}" type="slidenum">
              <a:rPr lang="en-US" altLang="en-US" sz="1400">
                <a:solidFill>
                  <a:srgbClr val="1E355E"/>
                </a:solidFill>
              </a:rPr>
              <a:pPr>
                <a:lnSpc>
                  <a:spcPct val="88000"/>
                </a:lnSpc>
                <a:spcBef>
                  <a:spcPts val="525"/>
                </a:spcBef>
                <a:buSzPct val="100000"/>
              </a:pPr>
              <a:t>‹#›</a:t>
            </a:fld>
            <a:endParaRPr lang="en-US" altLang="en-US" sz="1400">
              <a:solidFill>
                <a:srgbClr val="1E355E"/>
              </a:solidFill>
            </a:endParaRPr>
          </a:p>
        </p:txBody>
      </p:sp>
      <p:pic>
        <p:nvPicPr>
          <p:cNvPr id="10244" name="Picture 3">
            <a:extLst>
              <a:ext uri="{FF2B5EF4-FFF2-40B4-BE49-F238E27FC236}">
                <a16:creationId xmlns:a16="http://schemas.microsoft.com/office/drawing/2014/main" xmlns="" id="{40134F7E-F5EA-B242-B3CF-C1967E7F8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0245" name="Line 4">
            <a:extLst>
              <a:ext uri="{FF2B5EF4-FFF2-40B4-BE49-F238E27FC236}">
                <a16:creationId xmlns:a16="http://schemas.microsoft.com/office/drawing/2014/main" xmlns="" id="{D44DAF25-A4F9-9144-B019-B19F31AE57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324600"/>
            <a:ext cx="7772400" cy="1588"/>
          </a:xfrm>
          <a:prstGeom prst="line">
            <a:avLst/>
          </a:prstGeom>
          <a:noFill/>
          <a:ln w="9360" cap="sq">
            <a:solidFill>
              <a:srgbClr val="1E355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latin typeface="Arial" charset="0"/>
            </a:endParaRPr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xmlns="" id="{BA17F9C5-129D-A349-A8B9-E2530893C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3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单击鼠标编辑标题文字格式</a:t>
            </a:r>
          </a:p>
        </p:txBody>
      </p:sp>
      <p:sp>
        <p:nvSpPr>
          <p:cNvPr id="10247" name="Rectangle 6">
            <a:extLst>
              <a:ext uri="{FF2B5EF4-FFF2-40B4-BE49-F238E27FC236}">
                <a16:creationId xmlns:a16="http://schemas.microsoft.com/office/drawing/2014/main" xmlns="" id="{F79A67B8-1CB2-624B-9CBC-B0A7962C0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200150"/>
            <a:ext cx="7693025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单击鼠标编辑大纲文字格式</a:t>
            </a:r>
          </a:p>
          <a:p>
            <a:pPr lvl="1"/>
            <a:r>
              <a:rPr lang="en-GB" altLang="en-US" smtClean="0"/>
              <a:t>第二个大纲级</a:t>
            </a:r>
          </a:p>
          <a:p>
            <a:pPr lvl="2"/>
            <a:r>
              <a:rPr lang="en-GB" altLang="en-US" smtClean="0"/>
              <a:t>第三大纲级别</a:t>
            </a:r>
          </a:p>
          <a:p>
            <a:pPr lvl="3"/>
            <a:r>
              <a:rPr lang="en-GB" altLang="en-US" smtClean="0"/>
              <a:t>第四大纲级别</a:t>
            </a:r>
          </a:p>
          <a:p>
            <a:pPr lvl="4"/>
            <a:r>
              <a:rPr lang="en-GB" altLang="en-US" smtClean="0"/>
              <a:t>第五大纲级别</a:t>
            </a:r>
          </a:p>
          <a:p>
            <a:pPr lvl="4"/>
            <a:r>
              <a:rPr lang="en-GB" altLang="en-US" smtClean="0"/>
              <a:t>第六大纲级别</a:t>
            </a:r>
          </a:p>
          <a:p>
            <a:pPr lvl="4"/>
            <a:r>
              <a:rPr lang="en-GB" altLang="en-US" smtClean="0"/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06" r:id="rId1"/>
    <p:sldLayoutId id="2147487407" r:id="rId2"/>
    <p:sldLayoutId id="2147487408" r:id="rId3"/>
    <p:sldLayoutId id="2147487409" r:id="rId4"/>
    <p:sldLayoutId id="2147487410" r:id="rId5"/>
    <p:sldLayoutId id="2147487411" r:id="rId6"/>
    <p:sldLayoutId id="2147487412" r:id="rId7"/>
    <p:sldLayoutId id="2147487413" r:id="rId8"/>
    <p:sldLayoutId id="2147487414" r:id="rId9"/>
    <p:sldLayoutId id="2147487415" r:id="rId10"/>
    <p:sldLayoutId id="2147487416" r:id="rId11"/>
  </p:sldLayoutIdLst>
  <p:txStyles>
    <p:titleStyle>
      <a:lvl1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2pPr>
      <a:lvl3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3pPr>
      <a:lvl4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4pPr>
      <a:lvl5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5pPr>
      <a:lvl6pPr marL="25146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6pPr>
      <a:lvl7pPr marL="29718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7pPr>
      <a:lvl8pPr marL="34290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8pPr>
      <a:lvl9pPr marL="38862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8000"/>
        </a:lnSpc>
        <a:spcBef>
          <a:spcPts val="10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1E355E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xmlns="" id="{65866A05-2549-444F-AAAB-07475BF41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rgbClr val="8499A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xmlns="" id="{AC4BAD9D-4ADE-014A-BC4F-765017DEA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425" y="6543675"/>
            <a:ext cx="5969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SzPct val="100000"/>
            </a:pPr>
            <a:fld id="{BAE5F319-73C1-4FBF-9E81-AC55DA45A8D5}" type="slidenum">
              <a:rPr lang="en-US" altLang="en-US" sz="1400">
                <a:solidFill>
                  <a:srgbClr val="1E355E"/>
                </a:solidFill>
              </a:rPr>
              <a:pPr>
                <a:lnSpc>
                  <a:spcPct val="88000"/>
                </a:lnSpc>
                <a:spcBef>
                  <a:spcPts val="525"/>
                </a:spcBef>
                <a:buSzPct val="100000"/>
              </a:pPr>
              <a:t>‹#›</a:t>
            </a:fld>
            <a:endParaRPr lang="en-US" altLang="en-US" sz="1400">
              <a:solidFill>
                <a:srgbClr val="1E355E"/>
              </a:solidFill>
            </a:endParaRPr>
          </a:p>
        </p:txBody>
      </p:sp>
      <p:pic>
        <p:nvPicPr>
          <p:cNvPr id="11268" name="Picture 3">
            <a:extLst>
              <a:ext uri="{FF2B5EF4-FFF2-40B4-BE49-F238E27FC236}">
                <a16:creationId xmlns:a16="http://schemas.microsoft.com/office/drawing/2014/main" xmlns="" id="{1ED51D15-1E2B-8248-B524-7F44B8A47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1269" name="Line 4">
            <a:extLst>
              <a:ext uri="{FF2B5EF4-FFF2-40B4-BE49-F238E27FC236}">
                <a16:creationId xmlns:a16="http://schemas.microsoft.com/office/drawing/2014/main" xmlns="" id="{F2D36440-F106-0440-92E5-80D386222F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324600"/>
            <a:ext cx="7772400" cy="1588"/>
          </a:xfrm>
          <a:prstGeom prst="line">
            <a:avLst/>
          </a:prstGeom>
          <a:noFill/>
          <a:ln w="9360" cap="sq">
            <a:solidFill>
              <a:srgbClr val="1E355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latin typeface="Arial" charset="0"/>
            </a:endParaRPr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xmlns="" id="{055C0629-ABF9-DF45-89E0-95DF435E7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3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单击鼠标编辑标题文字格式</a:t>
            </a:r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xmlns="" id="{C70D01ED-0B7B-8147-B255-8F00C210E2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200150"/>
            <a:ext cx="7693025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单击鼠标编辑大纲文字格式</a:t>
            </a:r>
          </a:p>
          <a:p>
            <a:pPr lvl="1"/>
            <a:r>
              <a:rPr lang="en-GB" altLang="en-US" smtClean="0"/>
              <a:t>第二个大纲级</a:t>
            </a:r>
          </a:p>
          <a:p>
            <a:pPr lvl="2"/>
            <a:r>
              <a:rPr lang="en-GB" altLang="en-US" smtClean="0"/>
              <a:t>第三大纲级别</a:t>
            </a:r>
          </a:p>
          <a:p>
            <a:pPr lvl="3"/>
            <a:r>
              <a:rPr lang="en-GB" altLang="en-US" smtClean="0"/>
              <a:t>第四大纲级别</a:t>
            </a:r>
          </a:p>
          <a:p>
            <a:pPr lvl="4"/>
            <a:r>
              <a:rPr lang="en-GB" altLang="en-US" smtClean="0"/>
              <a:t>第五大纲级别</a:t>
            </a:r>
          </a:p>
          <a:p>
            <a:pPr lvl="4"/>
            <a:r>
              <a:rPr lang="en-GB" altLang="en-US" smtClean="0"/>
              <a:t>第六大纲级别</a:t>
            </a:r>
          </a:p>
          <a:p>
            <a:pPr lvl="4"/>
            <a:r>
              <a:rPr lang="en-GB" altLang="en-US" smtClean="0"/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17" r:id="rId1"/>
    <p:sldLayoutId id="2147487418" r:id="rId2"/>
    <p:sldLayoutId id="2147487419" r:id="rId3"/>
    <p:sldLayoutId id="2147487420" r:id="rId4"/>
    <p:sldLayoutId id="2147487421" r:id="rId5"/>
    <p:sldLayoutId id="2147487422" r:id="rId6"/>
    <p:sldLayoutId id="2147487423" r:id="rId7"/>
    <p:sldLayoutId id="2147487424" r:id="rId8"/>
    <p:sldLayoutId id="2147487425" r:id="rId9"/>
    <p:sldLayoutId id="2147487426" r:id="rId10"/>
    <p:sldLayoutId id="2147487427" r:id="rId11"/>
  </p:sldLayoutIdLst>
  <p:txStyles>
    <p:titleStyle>
      <a:lvl1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2pPr>
      <a:lvl3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3pPr>
      <a:lvl4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4pPr>
      <a:lvl5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5pPr>
      <a:lvl6pPr marL="25146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6pPr>
      <a:lvl7pPr marL="29718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7pPr>
      <a:lvl8pPr marL="34290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8pPr>
      <a:lvl9pPr marL="38862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8000"/>
        </a:lnSpc>
        <a:spcBef>
          <a:spcPts val="10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1E355E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xmlns="" id="{BA1E21E1-5E47-AC4E-A65D-E452EB824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rgbClr val="8499A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xmlns="" id="{26599640-6FBF-8E40-A682-876C47E29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425" y="6543675"/>
            <a:ext cx="5969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SzPct val="100000"/>
            </a:pPr>
            <a:fld id="{8562142D-361E-4780-BF1A-914ADAE9E113}" type="slidenum">
              <a:rPr lang="en-US" altLang="en-US" sz="1400">
                <a:solidFill>
                  <a:srgbClr val="1E355E"/>
                </a:solidFill>
              </a:rPr>
              <a:pPr>
                <a:lnSpc>
                  <a:spcPct val="88000"/>
                </a:lnSpc>
                <a:spcBef>
                  <a:spcPts val="525"/>
                </a:spcBef>
                <a:buSzPct val="100000"/>
              </a:pPr>
              <a:t>‹#›</a:t>
            </a:fld>
            <a:endParaRPr lang="en-US" altLang="en-US" sz="1400">
              <a:solidFill>
                <a:srgbClr val="1E355E"/>
              </a:solidFill>
            </a:endParaRPr>
          </a:p>
        </p:txBody>
      </p:sp>
      <p:pic>
        <p:nvPicPr>
          <p:cNvPr id="12292" name="Picture 3">
            <a:extLst>
              <a:ext uri="{FF2B5EF4-FFF2-40B4-BE49-F238E27FC236}">
                <a16:creationId xmlns:a16="http://schemas.microsoft.com/office/drawing/2014/main" xmlns="" id="{50327A3F-5D40-404C-AA3E-43B019308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293" name="Line 4">
            <a:extLst>
              <a:ext uri="{FF2B5EF4-FFF2-40B4-BE49-F238E27FC236}">
                <a16:creationId xmlns:a16="http://schemas.microsoft.com/office/drawing/2014/main" xmlns="" id="{64ABEA8A-BDD0-CC4D-B46F-9C30F888D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324600"/>
            <a:ext cx="7772400" cy="1588"/>
          </a:xfrm>
          <a:prstGeom prst="line">
            <a:avLst/>
          </a:prstGeom>
          <a:noFill/>
          <a:ln w="9360" cap="sq">
            <a:solidFill>
              <a:srgbClr val="1E355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latin typeface="Arial" charset="0"/>
            </a:endParaRPr>
          </a:p>
        </p:txBody>
      </p:sp>
      <p:sp>
        <p:nvSpPr>
          <p:cNvPr id="12294" name="Rectangle 5">
            <a:extLst>
              <a:ext uri="{FF2B5EF4-FFF2-40B4-BE49-F238E27FC236}">
                <a16:creationId xmlns:a16="http://schemas.microsoft.com/office/drawing/2014/main" xmlns="" id="{0202CE97-B33A-E547-BE38-0B66F77DDF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3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单击鼠标编辑标题文字格式</a:t>
            </a:r>
          </a:p>
        </p:txBody>
      </p:sp>
      <p:sp>
        <p:nvSpPr>
          <p:cNvPr id="12295" name="Rectangle 6">
            <a:extLst>
              <a:ext uri="{FF2B5EF4-FFF2-40B4-BE49-F238E27FC236}">
                <a16:creationId xmlns:a16="http://schemas.microsoft.com/office/drawing/2014/main" xmlns="" id="{ECE8A1D0-2A11-7C4A-AAC0-6F93C31BC3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200150"/>
            <a:ext cx="7693025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单击鼠标编辑大纲文字格式</a:t>
            </a:r>
          </a:p>
          <a:p>
            <a:pPr lvl="1"/>
            <a:r>
              <a:rPr lang="en-GB" altLang="en-US" smtClean="0"/>
              <a:t>第二个大纲级</a:t>
            </a:r>
          </a:p>
          <a:p>
            <a:pPr lvl="2"/>
            <a:r>
              <a:rPr lang="en-GB" altLang="en-US" smtClean="0"/>
              <a:t>第三大纲级别</a:t>
            </a:r>
          </a:p>
          <a:p>
            <a:pPr lvl="3"/>
            <a:r>
              <a:rPr lang="en-GB" altLang="en-US" smtClean="0"/>
              <a:t>第四大纲级别</a:t>
            </a:r>
          </a:p>
          <a:p>
            <a:pPr lvl="4"/>
            <a:r>
              <a:rPr lang="en-GB" altLang="en-US" smtClean="0"/>
              <a:t>第五大纲级别</a:t>
            </a:r>
          </a:p>
          <a:p>
            <a:pPr lvl="4"/>
            <a:r>
              <a:rPr lang="en-GB" altLang="en-US" smtClean="0"/>
              <a:t>第六大纲级别</a:t>
            </a:r>
          </a:p>
          <a:p>
            <a:pPr lvl="4"/>
            <a:r>
              <a:rPr lang="en-GB" altLang="en-US" smtClean="0"/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28" r:id="rId1"/>
    <p:sldLayoutId id="2147487429" r:id="rId2"/>
    <p:sldLayoutId id="2147487430" r:id="rId3"/>
    <p:sldLayoutId id="2147487431" r:id="rId4"/>
    <p:sldLayoutId id="2147487432" r:id="rId5"/>
    <p:sldLayoutId id="2147487433" r:id="rId6"/>
    <p:sldLayoutId id="2147487434" r:id="rId7"/>
    <p:sldLayoutId id="2147487435" r:id="rId8"/>
    <p:sldLayoutId id="2147487436" r:id="rId9"/>
    <p:sldLayoutId id="2147487437" r:id="rId10"/>
    <p:sldLayoutId id="2147487438" r:id="rId11"/>
  </p:sldLayoutIdLst>
  <p:txStyles>
    <p:titleStyle>
      <a:lvl1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2pPr>
      <a:lvl3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3pPr>
      <a:lvl4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4pPr>
      <a:lvl5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5pPr>
      <a:lvl6pPr marL="25146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6pPr>
      <a:lvl7pPr marL="29718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7pPr>
      <a:lvl8pPr marL="34290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8pPr>
      <a:lvl9pPr marL="38862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8000"/>
        </a:lnSpc>
        <a:spcBef>
          <a:spcPts val="10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1E355E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>
            <a:extLst>
              <a:ext uri="{FF2B5EF4-FFF2-40B4-BE49-F238E27FC236}">
                <a16:creationId xmlns:a16="http://schemas.microsoft.com/office/drawing/2014/main" xmlns="" id="{3ACF54C4-0703-CE4B-9917-83363BD38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rgbClr val="8499A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xmlns="" id="{8F78D920-D8C4-6F40-8C6B-ED1F54AE6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425" y="6543675"/>
            <a:ext cx="5969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SzPct val="100000"/>
            </a:pPr>
            <a:fld id="{C2342BBB-73E9-4DA8-AE23-B965EF078EB4}" type="slidenum">
              <a:rPr lang="en-US" altLang="en-US" sz="1400">
                <a:solidFill>
                  <a:srgbClr val="1E355E"/>
                </a:solidFill>
              </a:rPr>
              <a:pPr>
                <a:lnSpc>
                  <a:spcPct val="88000"/>
                </a:lnSpc>
                <a:spcBef>
                  <a:spcPts val="525"/>
                </a:spcBef>
                <a:buSzPct val="100000"/>
              </a:pPr>
              <a:t>‹#›</a:t>
            </a:fld>
            <a:endParaRPr lang="en-US" altLang="en-US" sz="1400">
              <a:solidFill>
                <a:srgbClr val="1E355E"/>
              </a:solidFill>
            </a:endParaRPr>
          </a:p>
        </p:txBody>
      </p:sp>
      <p:pic>
        <p:nvPicPr>
          <p:cNvPr id="13316" name="Picture 3">
            <a:extLst>
              <a:ext uri="{FF2B5EF4-FFF2-40B4-BE49-F238E27FC236}">
                <a16:creationId xmlns:a16="http://schemas.microsoft.com/office/drawing/2014/main" xmlns="" id="{0C7C00EC-4EBB-9E40-AD68-8CAC663EB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3317" name="Line 4">
            <a:extLst>
              <a:ext uri="{FF2B5EF4-FFF2-40B4-BE49-F238E27FC236}">
                <a16:creationId xmlns:a16="http://schemas.microsoft.com/office/drawing/2014/main" xmlns="" id="{77DE525F-C493-3641-AF5F-BFD6EE191F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324600"/>
            <a:ext cx="7772400" cy="1588"/>
          </a:xfrm>
          <a:prstGeom prst="line">
            <a:avLst/>
          </a:prstGeom>
          <a:noFill/>
          <a:ln w="9360" cap="sq">
            <a:solidFill>
              <a:srgbClr val="1E355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latin typeface="Arial" charset="0"/>
            </a:endParaRPr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xmlns="" id="{412B336B-67BA-604B-9E01-502EB4402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3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单击鼠标编辑标题文字格式</a:t>
            </a:r>
          </a:p>
        </p:txBody>
      </p:sp>
      <p:sp>
        <p:nvSpPr>
          <p:cNvPr id="13319" name="Rectangle 6">
            <a:extLst>
              <a:ext uri="{FF2B5EF4-FFF2-40B4-BE49-F238E27FC236}">
                <a16:creationId xmlns:a16="http://schemas.microsoft.com/office/drawing/2014/main" xmlns="" id="{EBB29264-4823-1649-9886-B463A1CFBB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200150"/>
            <a:ext cx="7693025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单击鼠标编辑大纲文字格式</a:t>
            </a:r>
          </a:p>
          <a:p>
            <a:pPr lvl="1"/>
            <a:r>
              <a:rPr lang="en-GB" altLang="en-US" smtClean="0"/>
              <a:t>第二个大纲级</a:t>
            </a:r>
          </a:p>
          <a:p>
            <a:pPr lvl="2"/>
            <a:r>
              <a:rPr lang="en-GB" altLang="en-US" smtClean="0"/>
              <a:t>第三大纲级别</a:t>
            </a:r>
          </a:p>
          <a:p>
            <a:pPr lvl="3"/>
            <a:r>
              <a:rPr lang="en-GB" altLang="en-US" smtClean="0"/>
              <a:t>第四大纲级别</a:t>
            </a:r>
          </a:p>
          <a:p>
            <a:pPr lvl="4"/>
            <a:r>
              <a:rPr lang="en-GB" altLang="en-US" smtClean="0"/>
              <a:t>第五大纲级别</a:t>
            </a:r>
          </a:p>
          <a:p>
            <a:pPr lvl="4"/>
            <a:r>
              <a:rPr lang="en-GB" altLang="en-US" smtClean="0"/>
              <a:t>第六大纲级别</a:t>
            </a:r>
          </a:p>
          <a:p>
            <a:pPr lvl="4"/>
            <a:r>
              <a:rPr lang="en-GB" altLang="en-US" smtClean="0"/>
              <a:t>第七大纲级别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xmlns="" id="{67BE3CB8-9A54-904D-BBF9-E437A6EA52E2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2717800" y="6427788"/>
            <a:ext cx="3121025" cy="37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4313" algn="ctr" eaLnBrk="1">
              <a:lnSpc>
                <a:spcPct val="100000"/>
              </a:lnSpc>
              <a:spcBef>
                <a:spcPts val="525"/>
              </a:spcBef>
              <a:buClrTx/>
              <a:buSzPct val="45000"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400">
                <a:solidFill>
                  <a:srgbClr val="1E355E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s-ES" altLang="en-US"/>
              <a:t>Prof. Yajun Ha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39" r:id="rId1"/>
    <p:sldLayoutId id="2147487440" r:id="rId2"/>
    <p:sldLayoutId id="2147487441" r:id="rId3"/>
    <p:sldLayoutId id="2147487442" r:id="rId4"/>
    <p:sldLayoutId id="2147487443" r:id="rId5"/>
    <p:sldLayoutId id="2147487444" r:id="rId6"/>
    <p:sldLayoutId id="2147487445" r:id="rId7"/>
    <p:sldLayoutId id="2147487446" r:id="rId8"/>
    <p:sldLayoutId id="2147487447" r:id="rId9"/>
    <p:sldLayoutId id="2147487448" r:id="rId10"/>
    <p:sldLayoutId id="2147487449" r:id="rId11"/>
  </p:sldLayoutIdLst>
  <p:hf sldNum="0" hdr="0" dt="0"/>
  <p:txStyles>
    <p:titleStyle>
      <a:lvl1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2pPr>
      <a:lvl3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3pPr>
      <a:lvl4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4pPr>
      <a:lvl5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5pPr>
      <a:lvl6pPr marL="25146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6pPr>
      <a:lvl7pPr marL="29718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7pPr>
      <a:lvl8pPr marL="34290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8pPr>
      <a:lvl9pPr marL="38862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8000"/>
        </a:lnSpc>
        <a:spcBef>
          <a:spcPts val="10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1E355E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xmlns="" id="{51F8F336-D5FE-344C-8199-BA9B9D618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3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单击鼠标编辑标题文字格式</a:t>
            </a:r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xmlns="" id="{D5D5B757-0758-3D4A-BB33-5E185FD9B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200150"/>
            <a:ext cx="7693025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单击鼠标编辑大纲文字格式</a:t>
            </a:r>
          </a:p>
          <a:p>
            <a:pPr lvl="1"/>
            <a:r>
              <a:rPr lang="en-GB" altLang="en-US" smtClean="0"/>
              <a:t>第二个大纲级</a:t>
            </a:r>
          </a:p>
          <a:p>
            <a:pPr lvl="2"/>
            <a:r>
              <a:rPr lang="en-GB" altLang="en-US" smtClean="0"/>
              <a:t>第三大纲级别</a:t>
            </a:r>
          </a:p>
          <a:p>
            <a:pPr lvl="3"/>
            <a:r>
              <a:rPr lang="en-GB" altLang="en-US" smtClean="0"/>
              <a:t>第四大纲级别</a:t>
            </a:r>
          </a:p>
          <a:p>
            <a:pPr lvl="4"/>
            <a:r>
              <a:rPr lang="en-GB" altLang="en-US" smtClean="0"/>
              <a:t>第五大纲级别</a:t>
            </a:r>
          </a:p>
          <a:p>
            <a:pPr lvl="4"/>
            <a:r>
              <a:rPr lang="en-GB" altLang="en-US" smtClean="0"/>
              <a:t>第六大纲级别</a:t>
            </a:r>
          </a:p>
          <a:p>
            <a:pPr lvl="4"/>
            <a:r>
              <a:rPr lang="en-GB" altLang="en-US" smtClean="0"/>
              <a:t>第七大纲级别</a:t>
            </a:r>
          </a:p>
        </p:txBody>
      </p:sp>
    </p:spTree>
    <p:extLst>
      <p:ext uri="{BB962C8B-B14F-4D97-AF65-F5344CB8AC3E}">
        <p14:creationId xmlns:p14="http://schemas.microsoft.com/office/powerpoint/2010/main" val="412570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53" r:id="rId1"/>
    <p:sldLayoutId id="2147487454" r:id="rId2"/>
    <p:sldLayoutId id="2147487455" r:id="rId3"/>
    <p:sldLayoutId id="2147487456" r:id="rId4"/>
    <p:sldLayoutId id="2147487457" r:id="rId5"/>
    <p:sldLayoutId id="2147487458" r:id="rId6"/>
    <p:sldLayoutId id="2147487459" r:id="rId7"/>
    <p:sldLayoutId id="2147487460" r:id="rId8"/>
    <p:sldLayoutId id="2147487461" r:id="rId9"/>
    <p:sldLayoutId id="2147487462" r:id="rId10"/>
    <p:sldLayoutId id="2147487463" r:id="rId11"/>
  </p:sldLayoutIdLst>
  <p:txStyles>
    <p:titleStyle>
      <a:lvl1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2pPr>
      <a:lvl3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3pPr>
      <a:lvl4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4pPr>
      <a:lvl5pPr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5pPr>
      <a:lvl6pPr marL="25146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6pPr>
      <a:lvl7pPr marL="29718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7pPr>
      <a:lvl8pPr marL="34290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8pPr>
      <a:lvl9pPr marL="3886200" indent="-228600" algn="r" defTabSz="449263" rtl="0" eaLnBrk="0" fontAlgn="base" hangingPunct="0">
        <a:lnSpc>
          <a:spcPct val="8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1E355E"/>
          </a:solidFill>
          <a:latin typeface="Arial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8000"/>
        </a:lnSpc>
        <a:spcBef>
          <a:spcPts val="10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1E355E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8000"/>
        </a:lnSpc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E355E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>
          <a:solidFill>
            <a:srgbClr val="1E355E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8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400">
          <a:solidFill>
            <a:srgbClr val="1E355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13.emf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4" Type="http://schemas.openxmlformats.org/officeDocument/2006/relationships/image" Target="../media/image16.emf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1"/>
          <p:cNvSpPr txBox="1">
            <a:spLocks noChangeArrowheads="1"/>
          </p:cNvSpPr>
          <p:nvPr/>
        </p:nvSpPr>
        <p:spPr bwMode="auto">
          <a:xfrm>
            <a:off x="1301750" y="3335338"/>
            <a:ext cx="65532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marL="0" marR="0" lvl="0" indent="0" algn="ctr" defTabSz="449263" rtl="0" eaLnBrk="0" fontAlgn="base" latinLnBrk="0" hangingPunct="0">
              <a:lnSpc>
                <a:spcPct val="88000"/>
              </a:lnSpc>
              <a:spcBef>
                <a:spcPts val="105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kumimoji="0" lang="it-IT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" charset="0"/>
              </a:rPr>
              <a:t>Prof. Yajun Ha</a:t>
            </a:r>
          </a:p>
        </p:txBody>
      </p:sp>
      <p:sp>
        <p:nvSpPr>
          <p:cNvPr id="64515" name="Text Box 2"/>
          <p:cNvSpPr txBox="1">
            <a:spLocks noChangeArrowheads="1"/>
          </p:cNvSpPr>
          <p:nvPr/>
        </p:nvSpPr>
        <p:spPr bwMode="auto">
          <a:xfrm>
            <a:off x="533400" y="719138"/>
            <a:ext cx="8305800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marL="0" marR="0" lvl="0" indent="0" algn="ctr" defTabSz="449263" rtl="0" eaLnBrk="0" fontAlgn="base" latinLnBrk="0" hangingPunct="0">
              <a:lnSpc>
                <a:spcPct val="88000"/>
              </a:lnSpc>
              <a:spcBef>
                <a:spcPts val="1200"/>
              </a:spcBef>
              <a:spcAft>
                <a:spcPts val="900"/>
              </a:spcAft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kumimoji="0" lang="en-US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Arial" charset="0"/>
                <a:ea typeface="宋体" charset="0"/>
              </a:rPr>
              <a:t>EE216 Reconfigurable Computing</a:t>
            </a:r>
          </a:p>
        </p:txBody>
      </p:sp>
      <p:sp>
        <p:nvSpPr>
          <p:cNvPr id="64516" name="Text Box 3"/>
          <p:cNvSpPr txBox="1">
            <a:spLocks noChangeArrowheads="1"/>
          </p:cNvSpPr>
          <p:nvPr/>
        </p:nvSpPr>
        <p:spPr bwMode="auto">
          <a:xfrm>
            <a:off x="898525" y="4079875"/>
            <a:ext cx="7499350" cy="83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marL="0" marR="0" lvl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kumimoji="0" lang="it-IT" alt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charset="0"/>
              </a:rPr>
              <a:t>ShanghaiTech</a:t>
            </a:r>
            <a:r>
              <a:rPr kumimoji="0" lang="it-IT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charset="0"/>
              </a:rPr>
              <a:t> </a:t>
            </a:r>
            <a:r>
              <a:rPr kumimoji="0" lang="it-IT" alt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charset="0"/>
              </a:rPr>
              <a:t>University</a:t>
            </a:r>
            <a:endParaRPr kumimoji="0" lang="it-IT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charset="0"/>
            </a:endParaRPr>
          </a:p>
          <a:p>
            <a:pPr marL="0" marR="0" lvl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kumimoji="0" lang="it-IT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charset="0"/>
                <a:ea typeface="宋体" charset="0"/>
              </a:rPr>
              <a:t>Shanghai, China</a:t>
            </a:r>
          </a:p>
        </p:txBody>
      </p:sp>
      <p:pic>
        <p:nvPicPr>
          <p:cNvPr id="6451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5227638"/>
            <a:ext cx="4673600" cy="139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4518" name="Text Box 5"/>
          <p:cNvSpPr txBox="1">
            <a:spLocks noChangeArrowheads="1"/>
          </p:cNvSpPr>
          <p:nvPr/>
        </p:nvSpPr>
        <p:spPr bwMode="auto">
          <a:xfrm>
            <a:off x="760413" y="2057400"/>
            <a:ext cx="7773987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1E355E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88000"/>
              </a:lnSpc>
              <a:spcBef>
                <a:spcPts val="10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1E355E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1E355E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88000"/>
              </a:lnSpc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1E355E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88000"/>
              </a:lnSpc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1E355E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1E355E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1E355E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1E355E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1E355E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0" marR="0" lvl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kumimoji="0" lang="en-US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0" marR="0" lvl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</a:rPr>
              <a:t>Topic 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</a:rPr>
              <a:t>15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</a:rPr>
              <a:t>：</a:t>
            </a:r>
            <a:r>
              <a:rPr lang="en-US" altLang="zh-CN" b="1" dirty="0" smtClean="0">
                <a:solidFill>
                  <a:srgbClr val="003399"/>
                </a:solidFill>
              </a:rPr>
              <a:t>Accelerating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</a:rPr>
              <a:t> Sobel Filter in </a:t>
            </a:r>
            <a:r>
              <a:rPr kumimoji="0" lang="en-US" alt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</a:rPr>
              <a:t>SDSoC</a:t>
            </a:r>
            <a:endParaRPr kumimoji="0" lang="en-US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5319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Sobel Filter Algorithm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723900" y="1487914"/>
            <a:ext cx="5257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 smtClean="0">
                <a:solidFill>
                  <a:srgbClr val="002060"/>
                </a:solidFill>
                <a:latin typeface="+mn-lt"/>
              </a:rPr>
              <a:t>The Sobel function Computes the gradients of input image in both x and y direction by convolving the kernel with input image being processed.</a:t>
            </a:r>
            <a:endParaRPr lang="zh-CN" altLang="en-US" sz="3600" b="1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514600"/>
            <a:ext cx="2087513" cy="126863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44" y="1967072"/>
            <a:ext cx="2209800" cy="236368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2514600"/>
            <a:ext cx="2470233" cy="14504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9" y="4495800"/>
            <a:ext cx="2842163" cy="15987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4495800"/>
            <a:ext cx="2842161" cy="1598716"/>
          </a:xfrm>
          <a:prstGeom prst="rect">
            <a:avLst/>
          </a:prstGeom>
        </p:spPr>
      </p:pic>
      <p:sp>
        <p:nvSpPr>
          <p:cNvPr id="9" name="Right Arrow 5"/>
          <p:cNvSpPr/>
          <p:nvPr/>
        </p:nvSpPr>
        <p:spPr bwMode="auto">
          <a:xfrm>
            <a:off x="4724400" y="5181600"/>
            <a:ext cx="186157" cy="168801"/>
          </a:xfrm>
          <a:prstGeom prst="rightArrow">
            <a:avLst/>
          </a:prstGeom>
          <a:solidFill>
            <a:srgbClr val="EE3424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828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Sobel Filter Code</a:t>
            </a:r>
            <a:endParaRPr lang="en-US" dirty="0"/>
          </a:p>
        </p:txBody>
      </p:sp>
      <p:sp>
        <p:nvSpPr>
          <p:cNvPr id="23" name="Rectangle 7"/>
          <p:cNvSpPr/>
          <p:nvPr/>
        </p:nvSpPr>
        <p:spPr bwMode="auto">
          <a:xfrm>
            <a:off x="280697" y="1495929"/>
            <a:ext cx="2486606" cy="507311"/>
          </a:xfrm>
          <a:prstGeom prst="rect">
            <a:avLst/>
          </a:prstGeom>
          <a:solidFill>
            <a:srgbClr val="008CA8">
              <a:lumMod val="50000"/>
            </a:srgb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+mn-cs"/>
              </a:rPr>
              <a:t>Load image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290994" y="3081525"/>
            <a:ext cx="2486606" cy="507311"/>
          </a:xfrm>
          <a:prstGeom prst="rect">
            <a:avLst/>
          </a:prstGeom>
          <a:solidFill>
            <a:srgbClr val="008CA8">
              <a:lumMod val="50000"/>
            </a:srgb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kern="0">
                <a:solidFill>
                  <a:srgbClr val="FFFFFF"/>
                </a:solidFill>
                <a:latin typeface="Arial" charset="0"/>
              </a:rPr>
              <a:t>Save image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25" name="Down Arrow 10"/>
          <p:cNvSpPr/>
          <p:nvPr/>
        </p:nvSpPr>
        <p:spPr bwMode="auto">
          <a:xfrm>
            <a:off x="1374040" y="2027378"/>
            <a:ext cx="299920" cy="218542"/>
          </a:xfrm>
          <a:prstGeom prst="downArrow">
            <a:avLst/>
          </a:prstGeom>
          <a:gradFill rotWithShape="1">
            <a:gsLst>
              <a:gs pos="0">
                <a:srgbClr val="B20838">
                  <a:tint val="50000"/>
                  <a:satMod val="300000"/>
                </a:srgbClr>
              </a:gs>
              <a:gs pos="35000">
                <a:srgbClr val="B20838">
                  <a:tint val="37000"/>
                  <a:satMod val="300000"/>
                </a:srgbClr>
              </a:gs>
              <a:gs pos="100000">
                <a:srgbClr val="B2083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083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Rectangle 12"/>
          <p:cNvSpPr/>
          <p:nvPr/>
        </p:nvSpPr>
        <p:spPr bwMode="auto">
          <a:xfrm>
            <a:off x="280697" y="2285446"/>
            <a:ext cx="2486606" cy="507311"/>
          </a:xfrm>
          <a:prstGeom prst="rect">
            <a:avLst/>
          </a:prstGeom>
          <a:solidFill>
            <a:srgbClr val="008CA8">
              <a:lumMod val="50000"/>
            </a:srgb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 dirty="0" smtClean="0">
                <a:solidFill>
                  <a:srgbClr val="FFFFFF"/>
                </a:solidFill>
                <a:latin typeface="Arial" charset="0"/>
              </a:rPr>
              <a:t>Apply </a:t>
            </a:r>
            <a:r>
              <a:rPr lang="en-US" altLang="zh-CN" sz="1800" kern="0" dirty="0">
                <a:solidFill>
                  <a:srgbClr val="FFFFFF"/>
                </a:solidFill>
                <a:latin typeface="Arial" charset="0"/>
              </a:rPr>
              <a:t>an Sobel </a:t>
            </a:r>
            <a:r>
              <a:rPr lang="en-US" altLang="zh-CN" sz="1800" kern="0" dirty="0" smtClean="0">
                <a:solidFill>
                  <a:srgbClr val="FFFFFF"/>
                </a:solidFill>
                <a:latin typeface="Arial" charset="0"/>
              </a:rPr>
              <a:t>Filter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27" name="Down Arrow 14"/>
          <p:cNvSpPr/>
          <p:nvPr/>
        </p:nvSpPr>
        <p:spPr bwMode="auto">
          <a:xfrm>
            <a:off x="1361927" y="2827870"/>
            <a:ext cx="299920" cy="218542"/>
          </a:xfrm>
          <a:prstGeom prst="downArrow">
            <a:avLst/>
          </a:prstGeom>
          <a:gradFill rotWithShape="1">
            <a:gsLst>
              <a:gs pos="0">
                <a:srgbClr val="B20838">
                  <a:tint val="50000"/>
                  <a:satMod val="300000"/>
                </a:srgbClr>
              </a:gs>
              <a:gs pos="35000">
                <a:srgbClr val="B20838">
                  <a:tint val="37000"/>
                  <a:satMod val="300000"/>
                </a:srgbClr>
              </a:gs>
              <a:gs pos="100000">
                <a:srgbClr val="B2083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083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Right Arrow 5"/>
          <p:cNvSpPr/>
          <p:nvPr/>
        </p:nvSpPr>
        <p:spPr bwMode="auto">
          <a:xfrm>
            <a:off x="2895600" y="2454700"/>
            <a:ext cx="186157" cy="168801"/>
          </a:xfrm>
          <a:prstGeom prst="rightArrow">
            <a:avLst/>
          </a:prstGeom>
          <a:solidFill>
            <a:srgbClr val="EE3424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276600" y="1492659"/>
            <a:ext cx="5406513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1" hangingPunct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main(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argc,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cs typeface="+mn-cs"/>
              </a:rPr>
              <a:t>char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** argv)</a:t>
            </a:r>
          </a:p>
          <a:p>
            <a:pPr defTabSz="914400" eaLnBrk="1" hangingPunct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{</a:t>
            </a:r>
          </a:p>
          <a:p>
            <a:pPr marL="457200" lvl="1" indent="0" defTabSz="914400" eaLnBrk="1" hangingPunct="1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cv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::</a:t>
            </a:r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  <a:cs typeface="+mn-cs"/>
              </a:rPr>
              <a:t>Mat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image, sobel;</a:t>
            </a:r>
          </a:p>
          <a:p>
            <a:pPr marL="457200" lvl="1" indent="0" defTabSz="914400" eaLnBrk="1" hangingPunct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image = cv::</a:t>
            </a:r>
            <a:r>
              <a:rPr lang="en-US" altLang="zh-CN" sz="1000" b="1" dirty="0">
                <a:solidFill>
                  <a:srgbClr val="642880"/>
                </a:solidFill>
                <a:highlight>
                  <a:srgbClr val="D4D4D4"/>
                </a:highlight>
                <a:latin typeface="Consolas" panose="020B0609020204030204" pitchFamily="49" charset="0"/>
                <a:cs typeface="+mn-cs"/>
              </a:rPr>
              <a:t>imread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  <a:cs typeface="+mn-cs"/>
              </a:rPr>
              <a:t>(argv[1], 0);</a:t>
            </a:r>
          </a:p>
          <a:p>
            <a:pPr marL="457200" lvl="1" indent="0" defTabSz="914400" eaLnBrk="1" hangingPunct="1"/>
            <a:endParaRPr lang="en-US" altLang="zh-CN" sz="1000" dirty="0" smtClean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457200" lvl="1" indent="0" defTabSz="914400" eaLnBrk="1" hangingPunct="1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sobel.</a:t>
            </a:r>
            <a:r>
              <a:rPr lang="en-US" altLang="zh-CN" sz="1000" b="1" dirty="0" smtClean="0">
                <a:solidFill>
                  <a:srgbClr val="642880"/>
                </a:solidFill>
                <a:latin typeface="Consolas" panose="020B0609020204030204" pitchFamily="49" charset="0"/>
                <a:cs typeface="+mn-cs"/>
              </a:rPr>
              <a:t>create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(image.</a:t>
            </a:r>
            <a:r>
              <a:rPr lang="en-US" altLang="zh-CN" sz="1000" b="1" dirty="0" smtClean="0">
                <a:solidFill>
                  <a:srgbClr val="0000C0"/>
                </a:solidFill>
                <a:latin typeface="Consolas" panose="020B0609020204030204" pitchFamily="49" charset="0"/>
                <a:cs typeface="+mn-cs"/>
              </a:rPr>
              <a:t>rows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,image.</a:t>
            </a:r>
            <a:r>
              <a:rPr lang="en-US" altLang="zh-CN" sz="1000" b="1" dirty="0" smtClean="0">
                <a:solidFill>
                  <a:srgbClr val="0000C0"/>
                </a:solidFill>
                <a:latin typeface="Consolas" panose="020B0609020204030204" pitchFamily="49" charset="0"/>
                <a:cs typeface="+mn-cs"/>
              </a:rPr>
              <a:t>cols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,CV_8UC1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marL="457200" lvl="1" indent="0" defTabSz="914400" eaLnBrk="1" hangingPunct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sobel.</a:t>
            </a:r>
            <a:r>
              <a:rPr lang="en-US" altLang="zh-CN" sz="1000" dirty="0">
                <a:solidFill>
                  <a:srgbClr val="0000C0"/>
                </a:solidFill>
                <a:latin typeface="Consolas" panose="020B0609020204030204" pitchFamily="49" charset="0"/>
                <a:cs typeface="+mn-cs"/>
              </a:rPr>
              <a:t>data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=(</a:t>
            </a:r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  <a:cs typeface="+mn-cs"/>
              </a:rPr>
              <a:t>PIXEL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*)</a:t>
            </a:r>
            <a:r>
              <a:rPr lang="en-US" altLang="zh-CN" sz="1000" b="1" dirty="0">
                <a:solidFill>
                  <a:srgbClr val="642880"/>
                </a:solidFill>
                <a:latin typeface="Consolas" panose="020B0609020204030204" pitchFamily="49" charset="0"/>
                <a:cs typeface="+mn-cs"/>
              </a:rPr>
              <a:t>sds_alloc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cs typeface="+mn-cs"/>
              </a:rPr>
              <a:t>sizeof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CN" sz="1000" b="1" dirty="0">
                <a:solidFill>
                  <a:srgbClr val="005032"/>
                </a:solidFill>
                <a:latin typeface="Consolas" panose="020B0609020204030204" pitchFamily="49" charset="0"/>
                <a:cs typeface="+mn-cs"/>
              </a:rPr>
              <a:t>PIXEL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)*image.</a:t>
            </a:r>
            <a:r>
              <a:rPr lang="en-US" altLang="zh-CN" sz="1000" b="1" dirty="0">
                <a:solidFill>
                  <a:srgbClr val="0000C0"/>
                </a:solidFill>
                <a:latin typeface="Consolas" panose="020B0609020204030204" pitchFamily="49" charset="0"/>
                <a:cs typeface="+mn-cs"/>
              </a:rPr>
              <a:t>rows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*image.</a:t>
            </a:r>
            <a:r>
              <a:rPr lang="en-US" altLang="zh-CN" sz="1000" b="1" dirty="0">
                <a:solidFill>
                  <a:srgbClr val="0000C0"/>
                </a:solidFill>
                <a:latin typeface="Consolas" panose="020B0609020204030204" pitchFamily="49" charset="0"/>
                <a:cs typeface="+mn-cs"/>
              </a:rPr>
              <a:t>cols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marL="457200" lvl="1" indent="0" defTabSz="914400" eaLnBrk="1" hangingPunct="1"/>
            <a:endParaRPr lang="zh-CN" altLang="en-US" sz="10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457200" lvl="1" indent="0" defTabSz="914400" eaLnBrk="1" hangingPunct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jf::sobel(image, sobel);</a:t>
            </a:r>
          </a:p>
          <a:p>
            <a:pPr marL="457200" lvl="1" indent="0" defTabSz="914400" eaLnBrk="1" hangingPunct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cv::</a:t>
            </a:r>
            <a:r>
              <a:rPr lang="en-US" altLang="zh-CN" sz="1000" b="1" dirty="0">
                <a:solidFill>
                  <a:srgbClr val="642880"/>
                </a:solidFill>
                <a:latin typeface="Consolas" panose="020B0609020204030204" pitchFamily="49" charset="0"/>
                <a:cs typeface="+mn-cs"/>
              </a:rPr>
              <a:t>imwrite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CN" sz="1000" b="1" dirty="0">
                <a:solidFill>
                  <a:srgbClr val="2A00FF"/>
                </a:solidFill>
                <a:latin typeface="Consolas" panose="020B0609020204030204" pitchFamily="49" charset="0"/>
                <a:cs typeface="+mn-cs"/>
              </a:rPr>
              <a:t>"hw_sobel.jpg"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, sobel);</a:t>
            </a:r>
          </a:p>
          <a:p>
            <a:pPr marL="457200" lvl="1" indent="0" defTabSz="914400" eaLnBrk="1" hangingPunct="1"/>
            <a:endParaRPr lang="zh-CN" altLang="en-US" sz="10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457200" lvl="1" indent="0" defTabSz="914400" eaLnBrk="1" hangingPunct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cs typeface="+mn-cs"/>
              </a:rPr>
              <a:t>return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0;</a:t>
            </a:r>
          </a:p>
          <a:p>
            <a:pPr defTabSz="914400" eaLnBrk="1" hangingPunct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}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801879"/>
            <a:ext cx="3725897" cy="2322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Naïve Sobel Filter Implementation</a:t>
            </a:r>
            <a:endParaRPr lang="en-US" dirty="0"/>
          </a:p>
        </p:txBody>
      </p:sp>
      <p:sp>
        <p:nvSpPr>
          <p:cNvPr id="9" name="Rectangular Callout 5"/>
          <p:cNvSpPr/>
          <p:nvPr/>
        </p:nvSpPr>
        <p:spPr bwMode="auto">
          <a:xfrm>
            <a:off x="6205265" y="1981200"/>
            <a:ext cx="2329136" cy="323192"/>
          </a:xfrm>
          <a:prstGeom prst="wedgeRectCallout">
            <a:avLst>
              <a:gd name="adj1" fmla="val -80739"/>
              <a:gd name="adj2" fmla="val 39329"/>
            </a:avLst>
          </a:prstGeom>
          <a:solidFill>
            <a:srgbClr val="7030A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Iterate over an </a:t>
            </a:r>
            <a:r>
              <a:rPr lang="en-US" sz="1200" dirty="0" smtClean="0">
                <a:solidFill>
                  <a:schemeClr val="bg1"/>
                </a:solidFill>
              </a:rPr>
              <a:t>input image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Rectangular Callout 6"/>
          <p:cNvSpPr/>
          <p:nvPr/>
        </p:nvSpPr>
        <p:spPr bwMode="auto">
          <a:xfrm>
            <a:off x="6205264" y="3771416"/>
            <a:ext cx="2329137" cy="323192"/>
          </a:xfrm>
          <a:prstGeom prst="wedgeRectCallout">
            <a:avLst>
              <a:gd name="adj1" fmla="val -65102"/>
              <a:gd name="adj2" fmla="val 51304"/>
            </a:avLst>
          </a:prstGeom>
          <a:solidFill>
            <a:srgbClr val="7030A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 smtClean="0"/>
              <a:t>L</a:t>
            </a:r>
            <a:r>
              <a:rPr lang="en-US" altLang="zh-CN" sz="1200" dirty="0" smtClean="0">
                <a:solidFill>
                  <a:schemeClr val="bg1"/>
                </a:solidFill>
              </a:rPr>
              <a:t>oad image window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Rectangular Callout 7"/>
          <p:cNvSpPr/>
          <p:nvPr/>
        </p:nvSpPr>
        <p:spPr bwMode="auto">
          <a:xfrm>
            <a:off x="6205264" y="4448291"/>
            <a:ext cx="2329136" cy="323192"/>
          </a:xfrm>
          <a:prstGeom prst="wedgeRectCallout">
            <a:avLst>
              <a:gd name="adj1" fmla="val -117865"/>
              <a:gd name="adj2" fmla="val 10647"/>
            </a:avLst>
          </a:prstGeom>
          <a:solidFill>
            <a:srgbClr val="7030A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Applying 3x3 </a:t>
            </a:r>
            <a:r>
              <a:rPr lang="en-US" sz="1200" dirty="0" smtClean="0">
                <a:solidFill>
                  <a:schemeClr val="bg1"/>
                </a:solidFill>
              </a:rPr>
              <a:t>Sobel </a:t>
            </a:r>
            <a:r>
              <a:rPr lang="en-US" sz="1200" dirty="0">
                <a:solidFill>
                  <a:schemeClr val="bg1"/>
                </a:solidFill>
              </a:rPr>
              <a:t>filter</a:t>
            </a:r>
          </a:p>
        </p:txBody>
      </p:sp>
      <p:sp>
        <p:nvSpPr>
          <p:cNvPr id="13" name="Rectangular Callout 9"/>
          <p:cNvSpPr/>
          <p:nvPr/>
        </p:nvSpPr>
        <p:spPr bwMode="auto">
          <a:xfrm>
            <a:off x="6205264" y="5068594"/>
            <a:ext cx="2329136" cy="323192"/>
          </a:xfrm>
          <a:prstGeom prst="wedgeRectCallout">
            <a:avLst>
              <a:gd name="adj1" fmla="val -123127"/>
              <a:gd name="adj2" fmla="val -50908"/>
            </a:avLst>
          </a:prstGeom>
          <a:solidFill>
            <a:srgbClr val="7030A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Writing to output image</a:t>
            </a:r>
          </a:p>
        </p:txBody>
      </p:sp>
      <p:sp>
        <p:nvSpPr>
          <p:cNvPr id="2" name="矩形 1"/>
          <p:cNvSpPr/>
          <p:nvPr/>
        </p:nvSpPr>
        <p:spPr>
          <a:xfrm>
            <a:off x="152400" y="1295400"/>
            <a:ext cx="609600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jf_naive_sobel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000" b="1" dirty="0" smtClean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* src, </a:t>
            </a:r>
            <a:r>
              <a:rPr lang="en-US" altLang="zh-CN" sz="1000" b="1" dirty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* dst,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rows,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cols)</a:t>
            </a: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row, col;</a:t>
            </a:r>
          </a:p>
          <a:p>
            <a:pPr lvl="1"/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image_window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[3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][3];</a:t>
            </a: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(row = 0; row &lt; rows+1; row++)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(col 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= 0; col &lt; cols+1; col++)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000" dirty="0" smtClean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_sobel;</a:t>
            </a:r>
          </a:p>
          <a:p>
            <a:pPr lvl="2"/>
            <a:endParaRPr lang="zh-CN" altLang="en-US" sz="1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(row&lt;=1 || col&lt;=1 || row&gt;(rows-1) || col&gt;(cols-1))</a:t>
            </a:r>
          </a:p>
          <a:p>
            <a:pPr lvl="2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_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sobel = 0;</a:t>
            </a:r>
          </a:p>
          <a:p>
            <a:pPr lvl="2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3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i=0; i&lt;3; i++)</a:t>
            </a:r>
          </a:p>
          <a:p>
            <a:pPr lvl="3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4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F0D8A8"/>
                </a:highlight>
                <a:latin typeface="Consolas" panose="020B0609020204030204" pitchFamily="49" charset="0"/>
              </a:rPr>
              <a:t>j=0; 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j&lt;3; 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F0D8A8"/>
                </a:highlight>
                <a:latin typeface="Consolas" panose="020B0609020204030204" pitchFamily="49" charset="0"/>
              </a:rPr>
              <a:t>j++)</a:t>
            </a:r>
          </a:p>
          <a:p>
            <a:pPr lvl="4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4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image_window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[i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altLang="zh-CN" sz="1000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j] = src[(row+i-1)*cols+(col+j-1)];</a:t>
            </a:r>
          </a:p>
          <a:p>
            <a:pPr lvl="4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3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3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_sobel 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sobel3x3_kernel(</a:t>
            </a:r>
            <a:r>
              <a:rPr lang="en-US" altLang="zh-CN" sz="1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image_window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3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3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(row&gt;1 &amp;&amp; col&gt;1)</a:t>
            </a:r>
          </a:p>
          <a:p>
            <a:pPr lvl="3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dst[(row-1)*cols+(col-1)] = _sobel;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504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Run the Naïve Sobel on a </a:t>
            </a:r>
            <a:r>
              <a:rPr lang="en-US" altLang="zh-CN" dirty="0" err="1"/>
              <a:t>Zynq</a:t>
            </a:r>
            <a:r>
              <a:rPr lang="en-US" altLang="zh-CN" dirty="0"/>
              <a:t> </a:t>
            </a:r>
            <a:r>
              <a:rPr lang="en-US" altLang="zh-CN" dirty="0" smtClean="0"/>
              <a:t>Board 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990600" y="1295400"/>
            <a:ext cx="3975447" cy="4984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90426" lvl="0" indent="-290426" defTabSz="914400">
              <a:lnSpc>
                <a:spcPct val="110000"/>
              </a:lnSpc>
              <a:spcBef>
                <a:spcPts val="800"/>
              </a:spcBef>
              <a:buClr>
                <a:srgbClr val="EC891D"/>
              </a:buClr>
              <a:buSzPct val="88000"/>
              <a:buBlip>
                <a:blip r:embed="rId2"/>
              </a:buBlip>
            </a:pPr>
            <a:r>
              <a:rPr lang="en-US" altLang="zh-CN" sz="2399" kern="0" dirty="0" smtClean="0">
                <a:solidFill>
                  <a:srgbClr val="3F3F3F"/>
                </a:solidFill>
                <a:latin typeface="Arial"/>
                <a:cs typeface="+mn-cs"/>
              </a:rPr>
              <a:t>1180ms@ 720p, 300MHz</a:t>
            </a:r>
            <a:endParaRPr lang="en-US" altLang="zh-CN" sz="2399" kern="0" dirty="0">
              <a:solidFill>
                <a:srgbClr val="3F3F3F"/>
              </a:solidFill>
              <a:latin typeface="Arial"/>
              <a:cs typeface="+mn-cs"/>
            </a:endParaRPr>
          </a:p>
        </p:txBody>
      </p:sp>
      <p:pic>
        <p:nvPicPr>
          <p:cNvPr id="1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905000"/>
            <a:ext cx="6707352" cy="41086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Problem 1: Non-Sequential Overlapped Memory Access 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6" name="Rectangular Callout 6"/>
          <p:cNvSpPr/>
          <p:nvPr/>
        </p:nvSpPr>
        <p:spPr bwMode="auto">
          <a:xfrm>
            <a:off x="6092468" y="3337908"/>
            <a:ext cx="2815347" cy="235038"/>
          </a:xfrm>
          <a:prstGeom prst="wedgeRectCallout">
            <a:avLst>
              <a:gd name="adj1" fmla="val -63446"/>
              <a:gd name="adj2" fmla="val 277347"/>
            </a:avLst>
          </a:prstGeom>
          <a:solidFill>
            <a:schemeClr val="bg2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9 memory access per iteration</a:t>
            </a:r>
          </a:p>
        </p:txBody>
      </p:sp>
      <p:sp>
        <p:nvSpPr>
          <p:cNvPr id="7" name="矩形 6"/>
          <p:cNvSpPr/>
          <p:nvPr/>
        </p:nvSpPr>
        <p:spPr>
          <a:xfrm>
            <a:off x="1066800" y="1295400"/>
            <a:ext cx="609600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jf_naive_sobel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000" b="1" dirty="0" smtClean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* src, </a:t>
            </a:r>
            <a:r>
              <a:rPr lang="en-US" altLang="zh-CN" sz="1000" b="1" dirty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* dst,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rows,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cols)</a:t>
            </a: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row, col;</a:t>
            </a:r>
          </a:p>
          <a:p>
            <a:pPr lvl="1"/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image_window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[3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][3];</a:t>
            </a: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(row = 0; row &lt; rows+1; row++)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(col 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= 0; col &lt; cols+1; col++)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000" dirty="0" smtClean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_sobel;</a:t>
            </a:r>
          </a:p>
          <a:p>
            <a:pPr lvl="2"/>
            <a:endParaRPr lang="zh-CN" altLang="en-US" sz="1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(row&lt;=1 || col&lt;=1 || row&gt;(rows-1) || col&gt;(cols-1))</a:t>
            </a:r>
          </a:p>
          <a:p>
            <a:pPr lvl="2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_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sobel = 0;</a:t>
            </a:r>
          </a:p>
          <a:p>
            <a:pPr lvl="2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3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i=0; i&lt;3; i++)</a:t>
            </a:r>
          </a:p>
          <a:p>
            <a:pPr lvl="3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4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F0D8A8"/>
                </a:highlight>
                <a:latin typeface="Consolas" panose="020B0609020204030204" pitchFamily="49" charset="0"/>
              </a:rPr>
              <a:t>j=0; 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j&lt;3; 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F0D8A8"/>
                </a:highlight>
                <a:latin typeface="Consolas" panose="020B0609020204030204" pitchFamily="49" charset="0"/>
              </a:rPr>
              <a:t>j++)</a:t>
            </a:r>
          </a:p>
          <a:p>
            <a:pPr lvl="4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4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image_window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[i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altLang="zh-CN" sz="1000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j] = src[(row+i-1)*cols+(col+j-1)];</a:t>
            </a:r>
          </a:p>
          <a:p>
            <a:pPr lvl="4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3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3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_sobel 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sobel3x3_kernel(</a:t>
            </a:r>
            <a:r>
              <a:rPr lang="en-US" altLang="zh-CN" sz="1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image_window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3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3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(row&gt;1 &amp;&amp; col&gt;1)</a:t>
            </a:r>
          </a:p>
          <a:p>
            <a:pPr lvl="3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dst[(row-1)*cols+(col-1)] = _sobel;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991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2"/>
          <p:cNvSpPr>
            <a:spLocks noGrp="1"/>
          </p:cNvSpPr>
          <p:nvPr>
            <p:ph type="title"/>
          </p:nvPr>
        </p:nvSpPr>
        <p:spPr>
          <a:xfrm>
            <a:off x="1371600" y="209551"/>
            <a:ext cx="7704667" cy="530352"/>
          </a:xfrm>
          <a:ln/>
        </p:spPr>
        <p:txBody>
          <a:bodyPr/>
          <a:lstStyle/>
          <a:p>
            <a:r>
              <a:rPr lang="en-IE" dirty="0" smtClean="0"/>
              <a:t>Problem 1: Non-Sequential Overlapped Memory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7175" name="Rounded Rectangle 15"/>
          <p:cNvSpPr>
            <a:spLocks noChangeArrowheads="1"/>
          </p:cNvSpPr>
          <p:nvPr/>
        </p:nvSpPr>
        <p:spPr bwMode="auto">
          <a:xfrm>
            <a:off x="1476760" y="4998654"/>
            <a:ext cx="3824092" cy="699079"/>
          </a:xfrm>
          <a:prstGeom prst="roundRect">
            <a:avLst>
              <a:gd name="adj" fmla="val 3127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lvl="1" defTabSz="533542"/>
            <a:endParaRPr lang="en-IE" sz="1800"/>
          </a:p>
          <a:p>
            <a:pPr defTabSz="533542">
              <a:lnSpc>
                <a:spcPct val="90000"/>
              </a:lnSpc>
            </a:pPr>
            <a:endParaRPr lang="en-IE" sz="1800" b="1"/>
          </a:p>
        </p:txBody>
      </p:sp>
      <p:sp>
        <p:nvSpPr>
          <p:cNvPr id="29" name="TextBox 28"/>
          <p:cNvSpPr txBox="1"/>
          <p:nvPr/>
        </p:nvSpPr>
        <p:spPr>
          <a:xfrm>
            <a:off x="1595892" y="1701927"/>
            <a:ext cx="5698586" cy="68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169114" lvl="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072515" y="2319681"/>
          <a:ext cx="4573190" cy="2255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 bwMode="auto">
          <a:xfrm>
            <a:off x="1238118" y="2212639"/>
            <a:ext cx="715547" cy="455048"/>
          </a:xfrm>
          <a:prstGeom prst="rightArrow">
            <a:avLst>
              <a:gd name="adj1" fmla="val 83333"/>
              <a:gd name="adj2" fmla="val 10691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Read 9 pix</a:t>
            </a:r>
          </a:p>
        </p:txBody>
      </p:sp>
    </p:spTree>
    <p:extLst>
      <p:ext uri="{BB962C8B-B14F-4D97-AF65-F5344CB8AC3E}">
        <p14:creationId xmlns:p14="http://schemas.microsoft.com/office/powerpoint/2010/main" val="56637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7175" name="Rounded Rectangle 15"/>
          <p:cNvSpPr>
            <a:spLocks noChangeArrowheads="1"/>
          </p:cNvSpPr>
          <p:nvPr/>
        </p:nvSpPr>
        <p:spPr bwMode="auto">
          <a:xfrm>
            <a:off x="1476760" y="4998654"/>
            <a:ext cx="3824092" cy="699079"/>
          </a:xfrm>
          <a:prstGeom prst="roundRect">
            <a:avLst>
              <a:gd name="adj" fmla="val 3127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lvl="1" defTabSz="533542"/>
            <a:endParaRPr lang="en-IE" sz="1800"/>
          </a:p>
          <a:p>
            <a:pPr defTabSz="533542">
              <a:lnSpc>
                <a:spcPct val="90000"/>
              </a:lnSpc>
            </a:pPr>
            <a:endParaRPr lang="en-IE" sz="1800" b="1"/>
          </a:p>
        </p:txBody>
      </p:sp>
      <p:sp>
        <p:nvSpPr>
          <p:cNvPr id="29" name="TextBox 28"/>
          <p:cNvSpPr txBox="1"/>
          <p:nvPr/>
        </p:nvSpPr>
        <p:spPr>
          <a:xfrm>
            <a:off x="1584065" y="1736311"/>
            <a:ext cx="5698586" cy="68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169114" lvl="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072515" y="2319681"/>
          <a:ext cx="4573190" cy="2255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 bwMode="auto">
          <a:xfrm>
            <a:off x="1714741" y="2226788"/>
            <a:ext cx="715547" cy="455048"/>
          </a:xfrm>
          <a:prstGeom prst="rightArrow">
            <a:avLst>
              <a:gd name="adj1" fmla="val 83333"/>
              <a:gd name="adj2" fmla="val 10691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Read 9 pix</a:t>
            </a:r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1476760" y="209551"/>
            <a:ext cx="7599507" cy="530352"/>
          </a:xfrm>
          <a:ln/>
        </p:spPr>
        <p:txBody>
          <a:bodyPr/>
          <a:lstStyle/>
          <a:p>
            <a:r>
              <a:rPr lang="en-IE" dirty="0" smtClean="0"/>
              <a:t>Problem 1: Non-Sequential Overlapped Memory</a:t>
            </a:r>
          </a:p>
        </p:txBody>
      </p:sp>
    </p:spTree>
    <p:extLst>
      <p:ext uri="{BB962C8B-B14F-4D97-AF65-F5344CB8AC3E}">
        <p14:creationId xmlns:p14="http://schemas.microsoft.com/office/powerpoint/2010/main" val="233502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7175" name="Rounded Rectangle 15"/>
          <p:cNvSpPr>
            <a:spLocks noChangeArrowheads="1"/>
          </p:cNvSpPr>
          <p:nvPr/>
        </p:nvSpPr>
        <p:spPr bwMode="auto">
          <a:xfrm>
            <a:off x="1476760" y="4998654"/>
            <a:ext cx="3824092" cy="699079"/>
          </a:xfrm>
          <a:prstGeom prst="roundRect">
            <a:avLst>
              <a:gd name="adj" fmla="val 3127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lvl="1" defTabSz="533542"/>
            <a:endParaRPr lang="en-IE" sz="1800"/>
          </a:p>
          <a:p>
            <a:pPr defTabSz="533542">
              <a:lnSpc>
                <a:spcPct val="90000"/>
              </a:lnSpc>
            </a:pPr>
            <a:endParaRPr lang="en-IE" sz="1800" b="1"/>
          </a:p>
        </p:txBody>
      </p:sp>
      <p:sp>
        <p:nvSpPr>
          <p:cNvPr id="29" name="TextBox 28"/>
          <p:cNvSpPr txBox="1"/>
          <p:nvPr/>
        </p:nvSpPr>
        <p:spPr>
          <a:xfrm>
            <a:off x="1714741" y="1770334"/>
            <a:ext cx="5698586" cy="68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169114" lvl="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072515" y="2319681"/>
          <a:ext cx="4573190" cy="2255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 bwMode="auto">
          <a:xfrm>
            <a:off x="4385721" y="2238398"/>
            <a:ext cx="715547" cy="455048"/>
          </a:xfrm>
          <a:prstGeom prst="rightArrow">
            <a:avLst>
              <a:gd name="adj1" fmla="val 83333"/>
              <a:gd name="adj2" fmla="val 10691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Read 9 pix</a:t>
            </a:r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1476760" y="209551"/>
            <a:ext cx="7599507" cy="530352"/>
          </a:xfrm>
          <a:ln/>
        </p:spPr>
        <p:txBody>
          <a:bodyPr/>
          <a:lstStyle/>
          <a:p>
            <a:r>
              <a:rPr lang="en-IE" dirty="0" smtClean="0"/>
              <a:t>Problem 1: Non-Sequential Overlapped Memory</a:t>
            </a:r>
          </a:p>
        </p:txBody>
      </p:sp>
    </p:spTree>
    <p:extLst>
      <p:ext uri="{BB962C8B-B14F-4D97-AF65-F5344CB8AC3E}">
        <p14:creationId xmlns:p14="http://schemas.microsoft.com/office/powerpoint/2010/main" val="368469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7175" name="Rounded Rectangle 15"/>
          <p:cNvSpPr>
            <a:spLocks noChangeArrowheads="1"/>
          </p:cNvSpPr>
          <p:nvPr/>
        </p:nvSpPr>
        <p:spPr bwMode="auto">
          <a:xfrm>
            <a:off x="1476760" y="4998654"/>
            <a:ext cx="3824092" cy="699079"/>
          </a:xfrm>
          <a:prstGeom prst="roundRect">
            <a:avLst>
              <a:gd name="adj" fmla="val 3127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lvl="1" defTabSz="533542"/>
            <a:endParaRPr lang="en-IE" sz="1800"/>
          </a:p>
          <a:p>
            <a:pPr defTabSz="533542">
              <a:lnSpc>
                <a:spcPct val="90000"/>
              </a:lnSpc>
            </a:pPr>
            <a:endParaRPr lang="en-IE" sz="1800" b="1"/>
          </a:p>
        </p:txBody>
      </p:sp>
      <p:sp>
        <p:nvSpPr>
          <p:cNvPr id="29" name="TextBox 28"/>
          <p:cNvSpPr txBox="1"/>
          <p:nvPr/>
        </p:nvSpPr>
        <p:spPr>
          <a:xfrm>
            <a:off x="1714741" y="1770334"/>
            <a:ext cx="5698586" cy="68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169114" lvl="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072515" y="2319681"/>
          <a:ext cx="4573190" cy="2255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 bwMode="auto">
          <a:xfrm>
            <a:off x="1261365" y="2559136"/>
            <a:ext cx="715547" cy="455048"/>
          </a:xfrm>
          <a:prstGeom prst="rightArrow">
            <a:avLst>
              <a:gd name="adj1" fmla="val 83333"/>
              <a:gd name="adj2" fmla="val 10691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Read 9 pix</a:t>
            </a:r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1371600" y="209551"/>
            <a:ext cx="7704667" cy="530352"/>
          </a:xfrm>
          <a:ln/>
        </p:spPr>
        <p:txBody>
          <a:bodyPr/>
          <a:lstStyle/>
          <a:p>
            <a:r>
              <a:rPr lang="en-IE" dirty="0" smtClean="0"/>
              <a:t>Problem 1: Non-Sequential Overlapped Memory</a:t>
            </a:r>
          </a:p>
        </p:txBody>
      </p:sp>
    </p:spTree>
    <p:extLst>
      <p:ext uri="{BB962C8B-B14F-4D97-AF65-F5344CB8AC3E}">
        <p14:creationId xmlns:p14="http://schemas.microsoft.com/office/powerpoint/2010/main" val="262694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7175" name="Rounded Rectangle 15"/>
          <p:cNvSpPr>
            <a:spLocks noChangeArrowheads="1"/>
          </p:cNvSpPr>
          <p:nvPr/>
        </p:nvSpPr>
        <p:spPr bwMode="auto">
          <a:xfrm>
            <a:off x="1476760" y="4998654"/>
            <a:ext cx="3824092" cy="699079"/>
          </a:xfrm>
          <a:prstGeom prst="roundRect">
            <a:avLst>
              <a:gd name="adj" fmla="val 3127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lvl="1" defTabSz="533542"/>
            <a:endParaRPr lang="en-IE" sz="1800"/>
          </a:p>
          <a:p>
            <a:pPr defTabSz="533542">
              <a:lnSpc>
                <a:spcPct val="90000"/>
              </a:lnSpc>
            </a:pPr>
            <a:endParaRPr lang="en-IE" sz="1800" b="1"/>
          </a:p>
        </p:txBody>
      </p:sp>
      <p:sp>
        <p:nvSpPr>
          <p:cNvPr id="29" name="TextBox 28"/>
          <p:cNvSpPr txBox="1"/>
          <p:nvPr/>
        </p:nvSpPr>
        <p:spPr>
          <a:xfrm>
            <a:off x="1714741" y="1770334"/>
            <a:ext cx="5698586" cy="68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169114" lvl="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072515" y="2319681"/>
          <a:ext cx="4573190" cy="2255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 bwMode="auto">
          <a:xfrm>
            <a:off x="4465717" y="3885670"/>
            <a:ext cx="715547" cy="455048"/>
          </a:xfrm>
          <a:prstGeom prst="rightArrow">
            <a:avLst>
              <a:gd name="adj1" fmla="val 83333"/>
              <a:gd name="adj2" fmla="val 10691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Read 9 pix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484497" y="4942885"/>
            <a:ext cx="4161210" cy="643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4299" rIns="68598" bIns="34299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496" indent="-171496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1500" b="1" kern="0" dirty="0">
                <a:solidFill>
                  <a:schemeClr val="accent4"/>
                </a:solidFill>
                <a:latin typeface="+mn-lt"/>
              </a:rPr>
              <a:t>Memory Access: 9 * 48 = </a:t>
            </a:r>
            <a:r>
              <a:rPr lang="en-US" sz="1500" b="1" kern="0" dirty="0">
                <a:solidFill>
                  <a:schemeClr val="tx1"/>
                </a:solidFill>
                <a:latin typeface="+mn-lt"/>
              </a:rPr>
              <a:t>432 p</a:t>
            </a:r>
            <a:r>
              <a:rPr lang="en-US" sz="1500" b="1" kern="0" dirty="0">
                <a:solidFill>
                  <a:schemeClr val="accent4"/>
                </a:solidFill>
                <a:latin typeface="+mn-lt"/>
              </a:rPr>
              <a:t>ixels</a:t>
            </a:r>
          </a:p>
          <a:p>
            <a:pPr marL="228600" indent="-228600" defTabSz="914400">
              <a:lnSpc>
                <a:spcPct val="110000"/>
              </a:lnSpc>
              <a:spcBef>
                <a:spcPct val="20000"/>
              </a:spcBef>
              <a:buClr>
                <a:srgbClr val="EC891D"/>
              </a:buClr>
              <a:buSzPct val="88000"/>
            </a:pPr>
            <a:r>
              <a:rPr lang="en-US" altLang="zh-CN" sz="1600" b="1" kern="0" dirty="0">
                <a:solidFill>
                  <a:srgbClr val="3F3F3F"/>
                </a:solidFill>
                <a:latin typeface="Arial"/>
              </a:rPr>
              <a:t>For 720p: 1278*718*9 = 8258436 pixels</a:t>
            </a:r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1371600" y="209551"/>
            <a:ext cx="7704667" cy="530352"/>
          </a:xfrm>
          <a:ln/>
        </p:spPr>
        <p:txBody>
          <a:bodyPr/>
          <a:lstStyle/>
          <a:p>
            <a:r>
              <a:rPr lang="en-IE" dirty="0" smtClean="0"/>
              <a:t>Problem 1: Non-Sequential Overlapped Memory</a:t>
            </a:r>
          </a:p>
        </p:txBody>
      </p:sp>
    </p:spTree>
    <p:extLst>
      <p:ext uri="{BB962C8B-B14F-4D97-AF65-F5344CB8AC3E}">
        <p14:creationId xmlns:p14="http://schemas.microsoft.com/office/powerpoint/2010/main" val="424604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7175" name="Rounded Rectangle 15"/>
          <p:cNvSpPr>
            <a:spLocks noChangeArrowheads="1"/>
          </p:cNvSpPr>
          <p:nvPr/>
        </p:nvSpPr>
        <p:spPr bwMode="auto">
          <a:xfrm>
            <a:off x="1476760" y="4998654"/>
            <a:ext cx="3824092" cy="699079"/>
          </a:xfrm>
          <a:prstGeom prst="roundRect">
            <a:avLst>
              <a:gd name="adj" fmla="val 3127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lvl="1" defTabSz="533542"/>
            <a:endParaRPr lang="en-IE" sz="1800"/>
          </a:p>
          <a:p>
            <a:pPr defTabSz="533542">
              <a:lnSpc>
                <a:spcPct val="90000"/>
              </a:lnSpc>
            </a:pPr>
            <a:endParaRPr lang="en-IE" sz="1800" b="1"/>
          </a:p>
        </p:txBody>
      </p:sp>
      <p:sp>
        <p:nvSpPr>
          <p:cNvPr id="29" name="TextBox 28"/>
          <p:cNvSpPr txBox="1"/>
          <p:nvPr/>
        </p:nvSpPr>
        <p:spPr>
          <a:xfrm>
            <a:off x="1595892" y="1701927"/>
            <a:ext cx="5698586" cy="68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169114" lvl="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072515" y="2319681"/>
          <a:ext cx="4573190" cy="2255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 bwMode="auto">
          <a:xfrm>
            <a:off x="1124506" y="2319681"/>
            <a:ext cx="1156119" cy="253697"/>
          </a:xfrm>
          <a:prstGeom prst="rightArrow">
            <a:avLst>
              <a:gd name="adj1" fmla="val 83333"/>
              <a:gd name="adj2" fmla="val 10691"/>
            </a:avLst>
          </a:prstGeom>
          <a:solidFill>
            <a:srgbClr val="00800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Shift line buffer</a:t>
            </a:r>
          </a:p>
        </p:txBody>
      </p:sp>
      <p:sp>
        <p:nvSpPr>
          <p:cNvPr id="9" name="Right Arrow 8"/>
          <p:cNvSpPr/>
          <p:nvPr/>
        </p:nvSpPr>
        <p:spPr bwMode="auto">
          <a:xfrm>
            <a:off x="2599804" y="2332767"/>
            <a:ext cx="1156119" cy="227524"/>
          </a:xfrm>
          <a:prstGeom prst="rightArrow">
            <a:avLst>
              <a:gd name="adj1" fmla="val 83333"/>
              <a:gd name="adj2" fmla="val 10691"/>
            </a:avLst>
          </a:prstGeom>
          <a:solidFill>
            <a:schemeClr val="tx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Read 1 pix</a:t>
            </a:r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762000" y="278564"/>
            <a:ext cx="8263467" cy="530352"/>
          </a:xfrm>
          <a:ln/>
        </p:spPr>
        <p:txBody>
          <a:bodyPr/>
          <a:lstStyle/>
          <a:p>
            <a:r>
              <a:rPr lang="en-IE" dirty="0" smtClean="0"/>
              <a:t>Solution 1: Direct Stream Using </a:t>
            </a:r>
            <a:br>
              <a:rPr lang="en-IE" dirty="0" smtClean="0"/>
            </a:br>
            <a:r>
              <a:rPr lang="en-IE" dirty="0" smtClean="0"/>
              <a:t>Line and Window Buffers</a:t>
            </a:r>
          </a:p>
        </p:txBody>
      </p:sp>
    </p:spTree>
    <p:extLst>
      <p:ext uri="{BB962C8B-B14F-4D97-AF65-F5344CB8AC3E}">
        <p14:creationId xmlns:p14="http://schemas.microsoft.com/office/powerpoint/2010/main" val="28492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7175" name="Rounded Rectangle 15"/>
          <p:cNvSpPr>
            <a:spLocks noChangeArrowheads="1"/>
          </p:cNvSpPr>
          <p:nvPr/>
        </p:nvSpPr>
        <p:spPr bwMode="auto">
          <a:xfrm>
            <a:off x="1476760" y="4998654"/>
            <a:ext cx="3824092" cy="699079"/>
          </a:xfrm>
          <a:prstGeom prst="roundRect">
            <a:avLst>
              <a:gd name="adj" fmla="val 3127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lvl="1" defTabSz="533542"/>
            <a:endParaRPr lang="en-IE" sz="1800"/>
          </a:p>
          <a:p>
            <a:pPr defTabSz="533542">
              <a:lnSpc>
                <a:spcPct val="90000"/>
              </a:lnSpc>
            </a:pPr>
            <a:endParaRPr lang="en-IE" sz="1800" b="1"/>
          </a:p>
        </p:txBody>
      </p:sp>
      <p:sp>
        <p:nvSpPr>
          <p:cNvPr id="29" name="TextBox 28"/>
          <p:cNvSpPr txBox="1"/>
          <p:nvPr/>
        </p:nvSpPr>
        <p:spPr>
          <a:xfrm>
            <a:off x="1595892" y="1701927"/>
            <a:ext cx="5698586" cy="68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169114" lvl="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072515" y="2319681"/>
          <a:ext cx="4573190" cy="2255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 bwMode="auto">
          <a:xfrm>
            <a:off x="1124506" y="2319681"/>
            <a:ext cx="1156119" cy="253697"/>
          </a:xfrm>
          <a:prstGeom prst="rightArrow">
            <a:avLst>
              <a:gd name="adj1" fmla="val 83333"/>
              <a:gd name="adj2" fmla="val 10691"/>
            </a:avLst>
          </a:prstGeom>
          <a:solidFill>
            <a:srgbClr val="00800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Shift line buffer</a:t>
            </a:r>
          </a:p>
        </p:txBody>
      </p:sp>
      <p:sp>
        <p:nvSpPr>
          <p:cNvPr id="9" name="Right Arrow 8"/>
          <p:cNvSpPr/>
          <p:nvPr/>
        </p:nvSpPr>
        <p:spPr bwMode="auto">
          <a:xfrm>
            <a:off x="3049238" y="2346562"/>
            <a:ext cx="1156119" cy="227524"/>
          </a:xfrm>
          <a:prstGeom prst="rightArrow">
            <a:avLst>
              <a:gd name="adj1" fmla="val 83333"/>
              <a:gd name="adj2" fmla="val 10691"/>
            </a:avLst>
          </a:prstGeom>
          <a:solidFill>
            <a:schemeClr val="tx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Read 1 pix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762000" y="278564"/>
            <a:ext cx="8263467" cy="530352"/>
          </a:xfrm>
          <a:ln/>
        </p:spPr>
        <p:txBody>
          <a:bodyPr/>
          <a:lstStyle/>
          <a:p>
            <a:r>
              <a:rPr lang="en-IE" dirty="0" smtClean="0"/>
              <a:t>Solution 1: Direct Stream Using </a:t>
            </a:r>
            <a:br>
              <a:rPr lang="en-IE" dirty="0" smtClean="0"/>
            </a:br>
            <a:r>
              <a:rPr lang="en-IE" dirty="0" smtClean="0"/>
              <a:t>Line and Window Buffers</a:t>
            </a:r>
          </a:p>
        </p:txBody>
      </p:sp>
    </p:spTree>
    <p:extLst>
      <p:ext uri="{BB962C8B-B14F-4D97-AF65-F5344CB8AC3E}">
        <p14:creationId xmlns:p14="http://schemas.microsoft.com/office/powerpoint/2010/main" val="358457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7175" name="Rounded Rectangle 15"/>
          <p:cNvSpPr>
            <a:spLocks noChangeArrowheads="1"/>
          </p:cNvSpPr>
          <p:nvPr/>
        </p:nvSpPr>
        <p:spPr bwMode="auto">
          <a:xfrm>
            <a:off x="1476760" y="4998654"/>
            <a:ext cx="3824092" cy="699079"/>
          </a:xfrm>
          <a:prstGeom prst="roundRect">
            <a:avLst>
              <a:gd name="adj" fmla="val 3127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lvl="1" defTabSz="533542"/>
            <a:endParaRPr lang="en-IE" sz="1800"/>
          </a:p>
          <a:p>
            <a:pPr defTabSz="533542">
              <a:lnSpc>
                <a:spcPct val="90000"/>
              </a:lnSpc>
            </a:pPr>
            <a:endParaRPr lang="en-IE" sz="1800" b="1"/>
          </a:p>
        </p:txBody>
      </p:sp>
      <p:sp>
        <p:nvSpPr>
          <p:cNvPr id="29" name="TextBox 28"/>
          <p:cNvSpPr txBox="1"/>
          <p:nvPr/>
        </p:nvSpPr>
        <p:spPr>
          <a:xfrm>
            <a:off x="1595892" y="1701927"/>
            <a:ext cx="5698586" cy="68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169114" lvl="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072515" y="2319681"/>
          <a:ext cx="4573190" cy="2255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 bwMode="auto">
          <a:xfrm>
            <a:off x="1124506" y="2319681"/>
            <a:ext cx="1156119" cy="253697"/>
          </a:xfrm>
          <a:prstGeom prst="rightArrow">
            <a:avLst>
              <a:gd name="adj1" fmla="val 83333"/>
              <a:gd name="adj2" fmla="val 10691"/>
            </a:avLst>
          </a:prstGeom>
          <a:solidFill>
            <a:srgbClr val="00800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Shift line buffer</a:t>
            </a:r>
          </a:p>
        </p:txBody>
      </p:sp>
      <p:sp>
        <p:nvSpPr>
          <p:cNvPr id="9" name="Right Arrow 8"/>
          <p:cNvSpPr/>
          <p:nvPr/>
        </p:nvSpPr>
        <p:spPr bwMode="auto">
          <a:xfrm>
            <a:off x="6716419" y="2346562"/>
            <a:ext cx="1156119" cy="227524"/>
          </a:xfrm>
          <a:prstGeom prst="rightArrow">
            <a:avLst>
              <a:gd name="adj1" fmla="val 83333"/>
              <a:gd name="adj2" fmla="val 10691"/>
            </a:avLst>
          </a:prstGeom>
          <a:solidFill>
            <a:schemeClr val="tx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Read 1 pix</a:t>
            </a:r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762000" y="278564"/>
            <a:ext cx="8263467" cy="530352"/>
          </a:xfrm>
          <a:ln/>
        </p:spPr>
        <p:txBody>
          <a:bodyPr/>
          <a:lstStyle/>
          <a:p>
            <a:r>
              <a:rPr lang="en-IE" dirty="0" smtClean="0"/>
              <a:t>Solution 1: Direct Stream Using </a:t>
            </a:r>
            <a:br>
              <a:rPr lang="en-IE" dirty="0" smtClean="0"/>
            </a:br>
            <a:r>
              <a:rPr lang="en-IE" dirty="0" smtClean="0"/>
              <a:t>Line and Window Buffers</a:t>
            </a:r>
          </a:p>
        </p:txBody>
      </p:sp>
    </p:spTree>
    <p:extLst>
      <p:ext uri="{BB962C8B-B14F-4D97-AF65-F5344CB8AC3E}">
        <p14:creationId xmlns:p14="http://schemas.microsoft.com/office/powerpoint/2010/main" val="78201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7175" name="Rounded Rectangle 15"/>
          <p:cNvSpPr>
            <a:spLocks noChangeArrowheads="1"/>
          </p:cNvSpPr>
          <p:nvPr/>
        </p:nvSpPr>
        <p:spPr bwMode="auto">
          <a:xfrm>
            <a:off x="1476760" y="4998654"/>
            <a:ext cx="3824092" cy="699079"/>
          </a:xfrm>
          <a:prstGeom prst="roundRect">
            <a:avLst>
              <a:gd name="adj" fmla="val 3127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lvl="1" defTabSz="533542"/>
            <a:endParaRPr lang="en-IE" sz="1800"/>
          </a:p>
          <a:p>
            <a:pPr defTabSz="533542">
              <a:lnSpc>
                <a:spcPct val="90000"/>
              </a:lnSpc>
            </a:pPr>
            <a:endParaRPr lang="en-IE" sz="1800" b="1"/>
          </a:p>
        </p:txBody>
      </p:sp>
      <p:sp>
        <p:nvSpPr>
          <p:cNvPr id="29" name="TextBox 28"/>
          <p:cNvSpPr txBox="1"/>
          <p:nvPr/>
        </p:nvSpPr>
        <p:spPr>
          <a:xfrm>
            <a:off x="-2933933" y="2258106"/>
            <a:ext cx="5698586" cy="68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169114" lvl="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072515" y="2319681"/>
          <a:ext cx="4573190" cy="2255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 bwMode="auto">
          <a:xfrm>
            <a:off x="1999581" y="2258106"/>
            <a:ext cx="1507970" cy="1011227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9" name="Right Arrow 8"/>
          <p:cNvSpPr/>
          <p:nvPr/>
        </p:nvSpPr>
        <p:spPr bwMode="auto">
          <a:xfrm>
            <a:off x="3587377" y="2903450"/>
            <a:ext cx="1156119" cy="227524"/>
          </a:xfrm>
          <a:prstGeom prst="rightArrow">
            <a:avLst>
              <a:gd name="adj1" fmla="val 83333"/>
              <a:gd name="adj2" fmla="val 10691"/>
            </a:avLst>
          </a:prstGeom>
          <a:solidFill>
            <a:schemeClr val="tx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Read 1 pix</a:t>
            </a:r>
          </a:p>
        </p:txBody>
      </p:sp>
      <p:sp>
        <p:nvSpPr>
          <p:cNvPr id="10" name="Right Arrow 9"/>
          <p:cNvSpPr/>
          <p:nvPr/>
        </p:nvSpPr>
        <p:spPr bwMode="auto">
          <a:xfrm>
            <a:off x="1124506" y="2319681"/>
            <a:ext cx="1156119" cy="253697"/>
          </a:xfrm>
          <a:prstGeom prst="rightArrow">
            <a:avLst>
              <a:gd name="adj1" fmla="val 83333"/>
              <a:gd name="adj2" fmla="val 10691"/>
            </a:avLst>
          </a:prstGeom>
          <a:solidFill>
            <a:srgbClr val="00800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Shift line buffer</a:t>
            </a:r>
          </a:p>
        </p:txBody>
      </p:sp>
      <p:sp>
        <p:nvSpPr>
          <p:cNvPr id="4" name="Rectangular Callout 3"/>
          <p:cNvSpPr/>
          <p:nvPr/>
        </p:nvSpPr>
        <p:spPr bwMode="auto">
          <a:xfrm>
            <a:off x="3363950" y="1918937"/>
            <a:ext cx="1487299" cy="218542"/>
          </a:xfrm>
          <a:prstGeom prst="wedgeRectCallout">
            <a:avLst>
              <a:gd name="adj1" fmla="val -39609"/>
              <a:gd name="adj2" fmla="val 112500"/>
            </a:avLst>
          </a:prstGeom>
          <a:solidFill>
            <a:srgbClr val="FFC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Processing Window</a:t>
            </a:r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762000" y="278564"/>
            <a:ext cx="8263467" cy="530352"/>
          </a:xfrm>
          <a:ln/>
        </p:spPr>
        <p:txBody>
          <a:bodyPr/>
          <a:lstStyle/>
          <a:p>
            <a:r>
              <a:rPr lang="en-IE" dirty="0" smtClean="0"/>
              <a:t>Solution 1: Direct Stream Using </a:t>
            </a:r>
            <a:br>
              <a:rPr lang="en-IE" dirty="0" smtClean="0"/>
            </a:br>
            <a:r>
              <a:rPr lang="en-IE" dirty="0" smtClean="0"/>
              <a:t>Line and Window Buffers</a:t>
            </a:r>
          </a:p>
        </p:txBody>
      </p:sp>
    </p:spTree>
    <p:extLst>
      <p:ext uri="{BB962C8B-B14F-4D97-AF65-F5344CB8AC3E}">
        <p14:creationId xmlns:p14="http://schemas.microsoft.com/office/powerpoint/2010/main" val="273694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7175" name="Rounded Rectangle 15"/>
          <p:cNvSpPr>
            <a:spLocks noChangeArrowheads="1"/>
          </p:cNvSpPr>
          <p:nvPr/>
        </p:nvSpPr>
        <p:spPr bwMode="auto">
          <a:xfrm>
            <a:off x="1476760" y="4998654"/>
            <a:ext cx="3824092" cy="699079"/>
          </a:xfrm>
          <a:prstGeom prst="roundRect">
            <a:avLst>
              <a:gd name="adj" fmla="val 3127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lvl="1" defTabSz="533542"/>
            <a:endParaRPr lang="en-IE" sz="1800"/>
          </a:p>
          <a:p>
            <a:pPr defTabSz="533542">
              <a:lnSpc>
                <a:spcPct val="90000"/>
              </a:lnSpc>
            </a:pPr>
            <a:endParaRPr lang="en-IE" sz="1800" b="1"/>
          </a:p>
        </p:txBody>
      </p:sp>
      <p:sp>
        <p:nvSpPr>
          <p:cNvPr id="29" name="TextBox 28"/>
          <p:cNvSpPr txBox="1"/>
          <p:nvPr/>
        </p:nvSpPr>
        <p:spPr>
          <a:xfrm>
            <a:off x="-688996" y="2226789"/>
            <a:ext cx="5698586" cy="68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347755" lvl="1" indent="-17864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marL="169114" lvl="1">
              <a:lnSpc>
                <a:spcPct val="95000"/>
              </a:lnSpc>
              <a:spcBef>
                <a:spcPts val="450"/>
              </a:spcBef>
              <a:buClr>
                <a:srgbClr val="000000"/>
              </a:buClr>
              <a:defRPr/>
            </a:pPr>
            <a:endParaRPr lang="en-US" sz="105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072515" y="2319681"/>
          <a:ext cx="4573190" cy="2255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 bwMode="auto">
          <a:xfrm>
            <a:off x="2005496" y="2557437"/>
            <a:ext cx="1507970" cy="918334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8" name="Right Arrow 7"/>
          <p:cNvSpPr/>
          <p:nvPr/>
        </p:nvSpPr>
        <p:spPr bwMode="auto">
          <a:xfrm>
            <a:off x="3580486" y="3166615"/>
            <a:ext cx="1156119" cy="227524"/>
          </a:xfrm>
          <a:prstGeom prst="rightArrow">
            <a:avLst>
              <a:gd name="adj1" fmla="val 83333"/>
              <a:gd name="adj2" fmla="val 10691"/>
            </a:avLst>
          </a:prstGeom>
          <a:solidFill>
            <a:schemeClr val="tx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Read 1 pix</a:t>
            </a:r>
          </a:p>
        </p:txBody>
      </p:sp>
      <p:sp>
        <p:nvSpPr>
          <p:cNvPr id="9" name="Right Arrow 8"/>
          <p:cNvSpPr/>
          <p:nvPr/>
        </p:nvSpPr>
        <p:spPr bwMode="auto">
          <a:xfrm>
            <a:off x="2232688" y="2210847"/>
            <a:ext cx="1156119" cy="253697"/>
          </a:xfrm>
          <a:prstGeom prst="rightArrow">
            <a:avLst>
              <a:gd name="adj1" fmla="val 83333"/>
              <a:gd name="adj2" fmla="val 10691"/>
            </a:avLst>
          </a:prstGeom>
          <a:solidFill>
            <a:srgbClr val="00800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Shift line buffer</a:t>
            </a:r>
          </a:p>
        </p:txBody>
      </p:sp>
      <p:sp>
        <p:nvSpPr>
          <p:cNvPr id="10" name="Rectangular Callout 9"/>
          <p:cNvSpPr/>
          <p:nvPr/>
        </p:nvSpPr>
        <p:spPr bwMode="auto">
          <a:xfrm>
            <a:off x="1328866" y="3779236"/>
            <a:ext cx="1487299" cy="218542"/>
          </a:xfrm>
          <a:prstGeom prst="wedgeRectCallout">
            <a:avLst>
              <a:gd name="adj1" fmla="val 13670"/>
              <a:gd name="adj2" fmla="val -193271"/>
            </a:avLst>
          </a:prstGeom>
          <a:solidFill>
            <a:srgbClr val="FFC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Processing Window</a:t>
            </a:r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762000" y="278564"/>
            <a:ext cx="8263467" cy="530352"/>
          </a:xfrm>
          <a:ln/>
        </p:spPr>
        <p:txBody>
          <a:bodyPr/>
          <a:lstStyle/>
          <a:p>
            <a:r>
              <a:rPr lang="en-IE" dirty="0" smtClean="0"/>
              <a:t>Solution 1: Direct Stream Using </a:t>
            </a:r>
            <a:br>
              <a:rPr lang="en-IE" dirty="0" smtClean="0"/>
            </a:br>
            <a:r>
              <a:rPr lang="en-IE" dirty="0" smtClean="0"/>
              <a:t>Line and Window Buffers</a:t>
            </a:r>
          </a:p>
        </p:txBody>
      </p:sp>
    </p:spTree>
    <p:extLst>
      <p:ext uri="{BB962C8B-B14F-4D97-AF65-F5344CB8AC3E}">
        <p14:creationId xmlns:p14="http://schemas.microsoft.com/office/powerpoint/2010/main" val="199458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7175" name="Rounded Rectangle 15"/>
          <p:cNvSpPr>
            <a:spLocks noChangeArrowheads="1"/>
          </p:cNvSpPr>
          <p:nvPr/>
        </p:nvSpPr>
        <p:spPr bwMode="auto">
          <a:xfrm>
            <a:off x="1476760" y="4998654"/>
            <a:ext cx="3824092" cy="699079"/>
          </a:xfrm>
          <a:prstGeom prst="roundRect">
            <a:avLst>
              <a:gd name="adj" fmla="val 3127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lvl="1" defTabSz="533542"/>
            <a:endParaRPr lang="en-IE" sz="1800"/>
          </a:p>
          <a:p>
            <a:pPr defTabSz="533542">
              <a:lnSpc>
                <a:spcPct val="90000"/>
              </a:lnSpc>
            </a:pPr>
            <a:endParaRPr lang="en-IE" sz="1800" b="1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072515" y="2319681"/>
          <a:ext cx="4573190" cy="2255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731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98" marR="68598" marT="34299" marB="3429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 bwMode="auto">
          <a:xfrm>
            <a:off x="5196437" y="3626966"/>
            <a:ext cx="1507970" cy="1011227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2484497" y="4942885"/>
            <a:ext cx="4161210" cy="623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4299" rIns="68598" bIns="34299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496" indent="-171496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1500" b="1" kern="0" dirty="0">
                <a:solidFill>
                  <a:schemeClr val="accent4"/>
                </a:solidFill>
                <a:latin typeface="+mn-lt"/>
              </a:rPr>
              <a:t>Memory Access: 1 * 80 = </a:t>
            </a:r>
            <a:r>
              <a:rPr lang="en-US" sz="1500" b="1" kern="0" dirty="0">
                <a:solidFill>
                  <a:schemeClr val="tx1"/>
                </a:solidFill>
                <a:latin typeface="+mn-lt"/>
              </a:rPr>
              <a:t>80</a:t>
            </a:r>
            <a:r>
              <a:rPr lang="en-US" sz="1500" b="1" kern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b="1" kern="0" dirty="0">
                <a:solidFill>
                  <a:schemeClr val="accent4"/>
                </a:solidFill>
                <a:latin typeface="+mn-lt"/>
              </a:rPr>
              <a:t>pixels</a:t>
            </a:r>
          </a:p>
          <a:p>
            <a:pPr marL="171496" indent="-171496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1500" b="1" kern="0" dirty="0">
                <a:solidFill>
                  <a:schemeClr val="accent4"/>
                </a:solidFill>
                <a:latin typeface="+mn-lt"/>
              </a:rPr>
              <a:t>With 1080p, </a:t>
            </a:r>
            <a:r>
              <a:rPr lang="en-US" sz="1500" b="1" kern="0" dirty="0">
                <a:solidFill>
                  <a:srgbClr val="008000"/>
                </a:solidFill>
                <a:latin typeface="+mn-lt"/>
              </a:rPr>
              <a:t>2,073,600</a:t>
            </a:r>
            <a:r>
              <a:rPr lang="en-US" sz="1500" b="1" kern="0" dirty="0">
                <a:solidFill>
                  <a:schemeClr val="accent4"/>
                </a:solidFill>
                <a:latin typeface="+mn-lt"/>
              </a:rPr>
              <a:t> pixels (</a:t>
            </a:r>
            <a:r>
              <a:rPr lang="en-US" sz="1500" b="1" kern="0" dirty="0">
                <a:solidFill>
                  <a:srgbClr val="008000"/>
                </a:solidFill>
                <a:latin typeface="+mn-lt"/>
              </a:rPr>
              <a:t>9x less</a:t>
            </a:r>
            <a:r>
              <a:rPr lang="en-US" sz="1500" b="1" kern="0" dirty="0" smtClean="0">
                <a:solidFill>
                  <a:srgbClr val="008000"/>
                </a:solidFill>
                <a:latin typeface="+mn-lt"/>
              </a:rPr>
              <a:t>!)</a:t>
            </a:r>
            <a:r>
              <a:rPr lang="en-US" sz="1500" b="1" kern="0" dirty="0" smtClean="0">
                <a:latin typeface="+mn-lt"/>
              </a:rPr>
              <a:t>)</a:t>
            </a:r>
            <a:endParaRPr lang="en-US" sz="1500" b="1" kern="0" dirty="0">
              <a:latin typeface="+mn-lt"/>
            </a:endParaRPr>
          </a:p>
        </p:txBody>
      </p:sp>
      <p:sp>
        <p:nvSpPr>
          <p:cNvPr id="10" name="Right Arrow 9"/>
          <p:cNvSpPr/>
          <p:nvPr/>
        </p:nvSpPr>
        <p:spPr bwMode="auto">
          <a:xfrm>
            <a:off x="1004179" y="3681696"/>
            <a:ext cx="1156119" cy="253697"/>
          </a:xfrm>
          <a:prstGeom prst="rightArrow">
            <a:avLst>
              <a:gd name="adj1" fmla="val 83333"/>
              <a:gd name="adj2" fmla="val 10691"/>
            </a:avLst>
          </a:prstGeom>
          <a:solidFill>
            <a:srgbClr val="00800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Shift line buffer</a:t>
            </a:r>
          </a:p>
        </p:txBody>
      </p:sp>
      <p:sp>
        <p:nvSpPr>
          <p:cNvPr id="11" name="Right Arrow 10"/>
          <p:cNvSpPr/>
          <p:nvPr/>
        </p:nvSpPr>
        <p:spPr bwMode="auto">
          <a:xfrm>
            <a:off x="6443649" y="4269734"/>
            <a:ext cx="1156119" cy="227524"/>
          </a:xfrm>
          <a:prstGeom prst="rightArrow">
            <a:avLst>
              <a:gd name="adj1" fmla="val 83333"/>
              <a:gd name="adj2" fmla="val 10691"/>
            </a:avLst>
          </a:prstGeom>
          <a:solidFill>
            <a:schemeClr val="tx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Read 1 pix</a:t>
            </a:r>
          </a:p>
        </p:txBody>
      </p:sp>
      <p:sp>
        <p:nvSpPr>
          <p:cNvPr id="12" name="Rectangular Callout 11"/>
          <p:cNvSpPr/>
          <p:nvPr/>
        </p:nvSpPr>
        <p:spPr bwMode="auto">
          <a:xfrm>
            <a:off x="5300853" y="3276987"/>
            <a:ext cx="1487299" cy="218542"/>
          </a:xfrm>
          <a:prstGeom prst="wedgeRectCallout">
            <a:avLst>
              <a:gd name="adj1" fmla="val 8501"/>
              <a:gd name="adj2" fmla="val 101676"/>
            </a:avLst>
          </a:prstGeom>
          <a:solidFill>
            <a:srgbClr val="FFC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Processing Window</a:t>
            </a:r>
          </a:p>
        </p:txBody>
      </p:sp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762000" y="278564"/>
            <a:ext cx="8263467" cy="530352"/>
          </a:xfrm>
          <a:ln/>
        </p:spPr>
        <p:txBody>
          <a:bodyPr/>
          <a:lstStyle/>
          <a:p>
            <a:r>
              <a:rPr lang="en-IE" dirty="0" smtClean="0"/>
              <a:t>Solution 1: Direct Stream Using </a:t>
            </a:r>
            <a:br>
              <a:rPr lang="en-IE" dirty="0" smtClean="0"/>
            </a:br>
            <a:r>
              <a:rPr lang="en-IE" dirty="0" smtClean="0"/>
              <a:t>Line and Window Buffers</a:t>
            </a:r>
          </a:p>
        </p:txBody>
      </p:sp>
    </p:spTree>
    <p:extLst>
      <p:ext uri="{BB962C8B-B14F-4D97-AF65-F5344CB8AC3E}">
        <p14:creationId xmlns:p14="http://schemas.microsoft.com/office/powerpoint/2010/main" val="191060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447800" y="1524000"/>
            <a:ext cx="5334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zh-CN" altLang="en-US" sz="1000" dirty="0"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jFsobel3x3 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endParaRPr lang="en-US" altLang="zh-CN" sz="1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hls::</a:t>
            </a:r>
            <a:r>
              <a:rPr lang="en-US" altLang="zh-CN" sz="1000" b="1" dirty="0">
                <a:solidFill>
                  <a:srgbClr val="005032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stream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1000" b="1" dirty="0">
                <a:solidFill>
                  <a:srgbClr val="005032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PIXEL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&gt;&amp; src, </a:t>
            </a:r>
          </a:p>
          <a:p>
            <a:pPr>
              <a:defRPr/>
            </a:pP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hls::</a:t>
            </a:r>
            <a:r>
              <a:rPr lang="en-US" altLang="zh-CN" sz="1000" b="1" dirty="0">
                <a:solidFill>
                  <a:srgbClr val="005032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stream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1000" b="1" dirty="0">
                <a:solidFill>
                  <a:srgbClr val="005032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PIXEL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&gt;&amp; </a:t>
            </a:r>
            <a:r>
              <a:rPr lang="en-US" altLang="zh-CN" sz="1000" b="1" dirty="0" smtClean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dst, </a:t>
            </a:r>
            <a:endParaRPr lang="en-US" altLang="zh-CN" sz="1000" b="1" dirty="0">
              <a:solidFill>
                <a:srgbClr val="000000"/>
              </a:solidFill>
              <a:highlight>
                <a:srgbClr val="D4D4D4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000" b="1" dirty="0">
                <a:solidFill>
                  <a:srgbClr val="7F0055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 rows, </a:t>
            </a:r>
            <a:r>
              <a:rPr lang="en-US" altLang="zh-CN" sz="1000" b="1" dirty="0">
                <a:solidFill>
                  <a:srgbClr val="7F0055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 cols)</a:t>
            </a:r>
          </a:p>
          <a:p>
            <a:pPr>
              <a:defRPr/>
            </a:pP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>
              <a:defRPr/>
            </a:pPr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_sobel;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endParaRPr lang="en-US" altLang="zh-CN" sz="1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000" dirty="0" smtClean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LineBuffer[3][WIDTH];</a:t>
            </a:r>
          </a:p>
          <a:p>
            <a:pPr lvl="1">
              <a:defRPr/>
            </a:pPr>
            <a:r>
              <a:rPr lang="en-US" altLang="zh-CN" sz="1000" dirty="0" smtClean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WindowBuffer[3][3];</a:t>
            </a:r>
          </a:p>
          <a:p>
            <a:pPr lvl="1">
              <a:defRPr/>
            </a:pPr>
            <a:endParaRPr lang="zh-CN" altLang="en-US" sz="1000" dirty="0"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</a:rPr>
              <a:t>ap_uint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&lt;13&gt; row, col;</a:t>
            </a:r>
          </a:p>
          <a:p>
            <a:pPr lvl="1">
              <a:defRPr/>
            </a:pPr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</a:rPr>
              <a:t>ap_uint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&lt;2&gt; lb_r_i;</a:t>
            </a:r>
          </a:p>
          <a:p>
            <a:pPr lvl="1">
              <a:defRPr/>
            </a:pPr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</a:rPr>
              <a:t>ap_uint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&lt;2&gt; top, mid, btm;</a:t>
            </a:r>
            <a:r>
              <a:rPr lang="en-US" altLang="zh-CN" sz="1000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en-US" altLang="zh-CN" sz="10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linebuffer row index</a:t>
            </a:r>
          </a:p>
          <a:p>
            <a:pPr>
              <a:defRPr/>
            </a:pPr>
            <a:endParaRPr lang="zh-CN" altLang="en-US" sz="1000" dirty="0"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(col = 0; col &lt; cols; col++)</a:t>
            </a:r>
          </a:p>
          <a:p>
            <a:pPr lvl="1">
              <a:defRPr/>
            </a:pP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>
              <a:defRPr/>
            </a:pP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LineBuffer[0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][col] = 0;</a:t>
            </a:r>
          </a:p>
          <a:p>
            <a:pPr lvl="2">
              <a:defRPr/>
            </a:pP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LineBuffer[1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][col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 = src.read();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圆角矩形标注 3"/>
          <p:cNvSpPr/>
          <p:nvPr/>
        </p:nvSpPr>
        <p:spPr bwMode="auto">
          <a:xfrm>
            <a:off x="6781800" y="4191000"/>
            <a:ext cx="1828800" cy="304800"/>
          </a:xfrm>
          <a:prstGeom prst="wedgeRoundRectCallout">
            <a:avLst>
              <a:gd name="adj1" fmla="val -182102"/>
              <a:gd name="adj2" fmla="val -48524"/>
              <a:gd name="adj3" fmla="val 16667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 dirty="0" smtClean="0">
                <a:latin typeface="Noto Sans CJK SC Regular" charset="0"/>
                <a:ea typeface="SimSun" panose="02010600030101010101" pitchFamily="2" charset="-122"/>
              </a:rPr>
              <a:t>Init the line buffer</a:t>
            </a:r>
            <a:endParaRPr lang="zh-CN" altLang="en-US" sz="1600" dirty="0">
              <a:latin typeface="Noto Sans CJK SC Regular" charset="0"/>
              <a:ea typeface="SimSun" panose="02010600030101010101" pitchFamily="2" charset="-122"/>
            </a:endParaRPr>
          </a:p>
        </p:txBody>
      </p:sp>
      <p:sp>
        <p:nvSpPr>
          <p:cNvPr id="11" name="Title 4"/>
          <p:cNvSpPr>
            <a:spLocks noGrp="1"/>
          </p:cNvSpPr>
          <p:nvPr>
            <p:ph type="title"/>
          </p:nvPr>
        </p:nvSpPr>
        <p:spPr>
          <a:xfrm>
            <a:off x="1216025" y="152400"/>
            <a:ext cx="7693025" cy="758825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Line Buffer and Window Buffer in HLS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矩形 3"/>
          <p:cNvSpPr>
            <a:spLocks noChangeArrowheads="1"/>
          </p:cNvSpPr>
          <p:nvPr/>
        </p:nvSpPr>
        <p:spPr bwMode="auto">
          <a:xfrm>
            <a:off x="304800" y="1066800"/>
            <a:ext cx="5638800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lb_r_i = 2;</a:t>
            </a:r>
          </a:p>
          <a:p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(row = 1; row &lt; rows + 1; row++)</a:t>
            </a: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{</a:t>
            </a: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(lb_r_i == 2)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top = 0; mid = 1; btm = 2;</a:t>
            </a: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else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(lb_r_i == 0)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top = 1; mid = 2; btm = 0;</a:t>
            </a: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else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(lb_r_i == 1)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top = 2; mid = 0; btm = 1;</a:t>
            </a:r>
          </a:p>
          <a:p>
            <a:pPr lvl="1"/>
            <a:endParaRPr lang="zh-CN" altLang="en-US" sz="1000" dirty="0"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WindowBuffer[top][0] = WindowBuffer[top][1] = 0;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WindowBuffer[mid][0] = WindowBuffer[mid][1] = 0;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WindowBuffer[btm][0] = WindowBuffer[btm][1] = 0;</a:t>
            </a:r>
          </a:p>
          <a:p>
            <a:pPr lvl="1"/>
            <a:endParaRPr lang="zh-CN" altLang="en-US" sz="1000" dirty="0"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(col = 0; col &lt; cols; col++)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{</a:t>
            </a:r>
          </a:p>
          <a:p>
            <a:pPr lvl="2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if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(row 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&lt; rows)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LineBuffer[btm][col] 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src.read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();</a:t>
            </a:r>
          </a:p>
          <a:p>
            <a:pPr lvl="2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Else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LineBuffer[btm][col] = 0;</a:t>
            </a:r>
          </a:p>
          <a:p>
            <a:pPr lvl="2"/>
            <a:endParaRPr lang="zh-CN" altLang="en-US" sz="1000" dirty="0"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WindowBuffer[0][2] = LineBuffer[top][col];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WindowBuffer[1][2] = LineBuffer[mid][col];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WindowBuffer[2][2] = LineBuffer[btm][col];</a:t>
            </a:r>
          </a:p>
          <a:p>
            <a:pPr lvl="2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_sobel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sobel_kernel(WindowBuffer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WindowBuffer[0][0] = WindowBuffer[0][1];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WindowBuffer[1][0] = WindowBuffer[1][1];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WindowBuffer[2][0] = WindowBuffer[2][1];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WindowBuffer[0][1] = WindowBuffer[0][2];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WindowBuffer[1][1] = WindowBuffer[1][2];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WindowBuffer[2][1] = WindowBuffer[2][2];</a:t>
            </a:r>
          </a:p>
          <a:p>
            <a:pPr lvl="2"/>
            <a:endParaRPr lang="zh-CN" altLang="en-US" sz="1000" dirty="0"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2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dst.write(_sobel);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}</a:t>
            </a:r>
          </a:p>
          <a:p>
            <a:pPr lvl="1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lb_r_i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++;</a:t>
            </a: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(lb_r_i == 3) lb_r_i = 0;</a:t>
            </a:r>
          </a:p>
          <a:p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}</a:t>
            </a:r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5243513" y="1338263"/>
            <a:ext cx="2452687" cy="609600"/>
          </a:xfrm>
          <a:prstGeom prst="wedgeRoundRectCallout">
            <a:avLst>
              <a:gd name="adj1" fmla="val -73876"/>
              <a:gd name="adj2" fmla="val 30530"/>
              <a:gd name="adj3" fmla="val 16667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 dirty="0">
                <a:latin typeface="Noto Sans CJK SC Regular" charset="0"/>
                <a:ea typeface="SimSun" panose="02010600030101010101" pitchFamily="2" charset="-122"/>
              </a:rPr>
              <a:t>Shift the </a:t>
            </a:r>
            <a:r>
              <a:rPr lang="en-US" altLang="zh-CN" sz="1600" dirty="0" smtClean="0">
                <a:latin typeface="Noto Sans CJK SC Regular" charset="0"/>
                <a:ea typeface="SimSun" panose="02010600030101010101" pitchFamily="2" charset="-122"/>
              </a:rPr>
              <a:t>line buffer </a:t>
            </a:r>
            <a:r>
              <a:rPr lang="en-US" altLang="zh-CN" sz="1600" dirty="0">
                <a:latin typeface="Noto Sans CJK SC Regular" charset="0"/>
                <a:ea typeface="SimSun" panose="02010600030101010101" pitchFamily="2" charset="-122"/>
              </a:rPr>
              <a:t>by rotating the index </a:t>
            </a:r>
            <a:endParaRPr lang="zh-CN" altLang="en-US" sz="1600" dirty="0">
              <a:latin typeface="Noto Sans CJK SC Regular" charset="0"/>
              <a:ea typeface="SimSun" panose="02010600030101010101" pitchFamily="2" charset="-122"/>
            </a:endParaRPr>
          </a:p>
        </p:txBody>
      </p:sp>
      <p:sp>
        <p:nvSpPr>
          <p:cNvPr id="8" name="圆角矩形标注 7"/>
          <p:cNvSpPr/>
          <p:nvPr/>
        </p:nvSpPr>
        <p:spPr bwMode="auto">
          <a:xfrm>
            <a:off x="5253038" y="2162175"/>
            <a:ext cx="2443162" cy="304800"/>
          </a:xfrm>
          <a:prstGeom prst="wedgeRoundRectCallout">
            <a:avLst>
              <a:gd name="adj1" fmla="val -70737"/>
              <a:gd name="adj2" fmla="val 28503"/>
              <a:gd name="adj3" fmla="val 16667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 dirty="0" smtClean="0">
                <a:latin typeface="Noto Sans CJK SC Regular" charset="0"/>
                <a:ea typeface="SimSun" panose="02010600030101010101" pitchFamily="2" charset="-122"/>
              </a:rPr>
              <a:t>Init </a:t>
            </a:r>
            <a:r>
              <a:rPr lang="en-US" altLang="zh-CN" sz="1600" dirty="0">
                <a:latin typeface="Noto Sans CJK SC Regular" charset="0"/>
                <a:ea typeface="SimSun" panose="02010600030101010101" pitchFamily="2" charset="-122"/>
              </a:rPr>
              <a:t>the </a:t>
            </a:r>
            <a:r>
              <a:rPr lang="en-US" altLang="zh-CN" sz="1600" dirty="0" smtClean="0">
                <a:latin typeface="Noto Sans CJK SC Regular" charset="0"/>
                <a:ea typeface="SimSun" panose="02010600030101010101" pitchFamily="2" charset="-122"/>
              </a:rPr>
              <a:t>window buffer</a:t>
            </a:r>
            <a:endParaRPr lang="zh-CN" altLang="en-US" sz="1600" dirty="0">
              <a:latin typeface="Noto Sans CJK SC Regular" charset="0"/>
              <a:ea typeface="SimSun" panose="02010600030101010101" pitchFamily="2" charset="-122"/>
            </a:endParaRPr>
          </a:p>
        </p:txBody>
      </p:sp>
      <p:sp>
        <p:nvSpPr>
          <p:cNvPr id="9" name="圆角矩形标注 8"/>
          <p:cNvSpPr/>
          <p:nvPr/>
        </p:nvSpPr>
        <p:spPr bwMode="auto">
          <a:xfrm>
            <a:off x="5257800" y="3127375"/>
            <a:ext cx="2438400" cy="304800"/>
          </a:xfrm>
          <a:prstGeom prst="wedgeRoundRectCallout">
            <a:avLst>
              <a:gd name="adj1" fmla="val -70737"/>
              <a:gd name="adj2" fmla="val 28503"/>
              <a:gd name="adj3" fmla="val 16667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 dirty="0">
                <a:latin typeface="Noto Sans CJK SC Regular" charset="0"/>
                <a:ea typeface="SimSun" panose="02010600030101010101" pitchFamily="2" charset="-122"/>
              </a:rPr>
              <a:t>fill the </a:t>
            </a:r>
            <a:r>
              <a:rPr lang="en-US" altLang="zh-CN" sz="1600" dirty="0" smtClean="0">
                <a:latin typeface="Noto Sans CJK SC Regular" charset="0"/>
                <a:ea typeface="SimSun" panose="02010600030101010101" pitchFamily="2" charset="-122"/>
              </a:rPr>
              <a:t>line buffer</a:t>
            </a:r>
            <a:endParaRPr lang="zh-CN" altLang="en-US" sz="1600" dirty="0">
              <a:latin typeface="Noto Sans CJK SC Regular" charset="0"/>
              <a:ea typeface="SimSun" panose="02010600030101010101" pitchFamily="2" charset="-122"/>
            </a:endParaRPr>
          </a:p>
        </p:txBody>
      </p:sp>
      <p:sp>
        <p:nvSpPr>
          <p:cNvPr id="10" name="圆角矩形标注 9"/>
          <p:cNvSpPr/>
          <p:nvPr/>
        </p:nvSpPr>
        <p:spPr bwMode="auto">
          <a:xfrm>
            <a:off x="5253038" y="3683000"/>
            <a:ext cx="2443162" cy="304800"/>
          </a:xfrm>
          <a:prstGeom prst="wedgeRoundRectCallout">
            <a:avLst>
              <a:gd name="adj1" fmla="val -70737"/>
              <a:gd name="adj2" fmla="val 28503"/>
              <a:gd name="adj3" fmla="val 16667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 dirty="0">
                <a:latin typeface="Noto Sans CJK SC Regular" charset="0"/>
                <a:ea typeface="SimSun" panose="02010600030101010101" pitchFamily="2" charset="-122"/>
              </a:rPr>
              <a:t>fill the </a:t>
            </a:r>
            <a:r>
              <a:rPr lang="en-US" altLang="zh-CN" sz="1600" dirty="0" smtClean="0">
                <a:latin typeface="Noto Sans CJK SC Regular" charset="0"/>
                <a:ea typeface="SimSun" panose="02010600030101010101" pitchFamily="2" charset="-122"/>
              </a:rPr>
              <a:t>window buffer</a:t>
            </a:r>
            <a:endParaRPr lang="zh-CN" altLang="en-US" sz="1600" dirty="0">
              <a:latin typeface="Noto Sans CJK SC Regular" charset="0"/>
              <a:ea typeface="SimSun" panose="02010600030101010101" pitchFamily="2" charset="-122"/>
            </a:endParaRPr>
          </a:p>
        </p:txBody>
      </p:sp>
      <p:sp>
        <p:nvSpPr>
          <p:cNvPr id="11" name="圆角矩形标注 10"/>
          <p:cNvSpPr/>
          <p:nvPr/>
        </p:nvSpPr>
        <p:spPr bwMode="auto">
          <a:xfrm>
            <a:off x="5253038" y="4011613"/>
            <a:ext cx="2443162" cy="304800"/>
          </a:xfrm>
          <a:prstGeom prst="wedgeRoundRectCallout">
            <a:avLst>
              <a:gd name="adj1" fmla="val -70737"/>
              <a:gd name="adj2" fmla="val 28503"/>
              <a:gd name="adj3" fmla="val 16667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>
                <a:latin typeface="Noto Sans CJK SC Regular" charset="0"/>
                <a:ea typeface="SimSun" panose="02010600030101010101" pitchFamily="2" charset="-122"/>
              </a:rPr>
              <a:t>Apply dilate operation</a:t>
            </a:r>
            <a:endParaRPr lang="zh-CN" altLang="en-US" sz="1600">
              <a:latin typeface="Noto Sans CJK SC Regular" charset="0"/>
              <a:ea typeface="SimSun" panose="02010600030101010101" pitchFamily="2" charset="-122"/>
            </a:endParaRPr>
          </a:p>
        </p:txBody>
      </p:sp>
      <p:sp>
        <p:nvSpPr>
          <p:cNvPr id="12" name="圆角矩形标注 11"/>
          <p:cNvSpPr/>
          <p:nvPr/>
        </p:nvSpPr>
        <p:spPr bwMode="auto">
          <a:xfrm>
            <a:off x="5253038" y="4530725"/>
            <a:ext cx="2519362" cy="304800"/>
          </a:xfrm>
          <a:prstGeom prst="wedgeRoundRectCallout">
            <a:avLst>
              <a:gd name="adj1" fmla="val -70737"/>
              <a:gd name="adj2" fmla="val 28503"/>
              <a:gd name="adj3" fmla="val 16667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 dirty="0">
                <a:latin typeface="Noto Sans CJK SC Regular" charset="0"/>
                <a:ea typeface="SimSun" panose="02010600030101010101" pitchFamily="2" charset="-122"/>
              </a:rPr>
              <a:t>update the </a:t>
            </a:r>
            <a:r>
              <a:rPr lang="en-US" altLang="zh-CN" sz="1600" dirty="0" smtClean="0">
                <a:latin typeface="Noto Sans CJK SC Regular" charset="0"/>
                <a:ea typeface="SimSun" panose="02010600030101010101" pitchFamily="2" charset="-122"/>
              </a:rPr>
              <a:t>window buffer</a:t>
            </a:r>
            <a:endParaRPr lang="zh-CN" altLang="en-US" sz="1600" dirty="0">
              <a:latin typeface="Noto Sans CJK SC Regular" charset="0"/>
              <a:ea typeface="SimSun" panose="02010600030101010101" pitchFamily="2" charset="-122"/>
            </a:endParaRPr>
          </a:p>
        </p:txBody>
      </p:sp>
      <p:sp>
        <p:nvSpPr>
          <p:cNvPr id="13" name="圆角矩形标注 12"/>
          <p:cNvSpPr/>
          <p:nvPr/>
        </p:nvSpPr>
        <p:spPr bwMode="auto">
          <a:xfrm>
            <a:off x="5256213" y="5202238"/>
            <a:ext cx="2441575" cy="304800"/>
          </a:xfrm>
          <a:prstGeom prst="wedgeRoundRectCallout">
            <a:avLst>
              <a:gd name="adj1" fmla="val -70737"/>
              <a:gd name="adj2" fmla="val 28503"/>
              <a:gd name="adj3" fmla="val 16667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>
                <a:latin typeface="Noto Sans CJK SC Regular" charset="0"/>
                <a:ea typeface="SimSun" panose="02010600030101010101" pitchFamily="2" charset="-122"/>
              </a:rPr>
              <a:t>export the result</a:t>
            </a:r>
            <a:endParaRPr lang="zh-CN" altLang="en-US" sz="1600">
              <a:latin typeface="Noto Sans CJK SC Regular" charset="0"/>
              <a:ea typeface="SimSun" panose="02010600030101010101" pitchFamily="2" charset="-122"/>
            </a:endParaRPr>
          </a:p>
        </p:txBody>
      </p:sp>
      <p:sp>
        <p:nvSpPr>
          <p:cNvPr id="14" name="圆角矩形标注 13"/>
          <p:cNvSpPr/>
          <p:nvPr/>
        </p:nvSpPr>
        <p:spPr bwMode="auto">
          <a:xfrm>
            <a:off x="5256213" y="5646738"/>
            <a:ext cx="2441575" cy="304800"/>
          </a:xfrm>
          <a:prstGeom prst="wedgeRoundRectCallout">
            <a:avLst>
              <a:gd name="adj1" fmla="val -70737"/>
              <a:gd name="adj2" fmla="val 28503"/>
              <a:gd name="adj3" fmla="val 16667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>
                <a:latin typeface="Noto Sans CJK SC Regular" charset="0"/>
                <a:ea typeface="SimSun" panose="02010600030101010101" pitchFamily="2" charset="-122"/>
              </a:rPr>
              <a:t>update the index</a:t>
            </a:r>
            <a:endParaRPr lang="zh-CN" altLang="en-US" sz="1600">
              <a:latin typeface="Noto Sans CJK SC Regular" charset="0"/>
              <a:ea typeface="SimSun" panose="02010600030101010101" pitchFamily="2" charset="-122"/>
            </a:endParaRPr>
          </a:p>
        </p:txBody>
      </p:sp>
      <p:sp>
        <p:nvSpPr>
          <p:cNvPr id="17" name="Title 4"/>
          <p:cNvSpPr>
            <a:spLocks noGrp="1"/>
          </p:cNvSpPr>
          <p:nvPr>
            <p:ph type="title"/>
          </p:nvPr>
        </p:nvSpPr>
        <p:spPr>
          <a:xfrm>
            <a:off x="1216025" y="152400"/>
            <a:ext cx="7693025" cy="758825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Line Buffer and Window Buffer in HLS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Buffer Initialization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19200"/>
            <a:ext cx="5932266" cy="155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048000"/>
            <a:ext cx="5932266" cy="961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658497" y="4013656"/>
            <a:ext cx="1224868" cy="234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050" dirty="0">
                <a:solidFill>
                  <a:schemeClr val="tx1"/>
                </a:solidFill>
                <a:latin typeface="Noto Sans CJK SC Regular" charset="0"/>
                <a:ea typeface="SimSun" panose="02010600030101010101" pitchFamily="2" charset="-122"/>
              </a:rPr>
              <a:t>Init the </a:t>
            </a:r>
            <a:r>
              <a:rPr lang="en-US" altLang="zh-CN" sz="1050" dirty="0" smtClean="0">
                <a:solidFill>
                  <a:schemeClr val="tx1"/>
                </a:solidFill>
                <a:latin typeface="Noto Sans CJK SC Regular" charset="0"/>
                <a:ea typeface="SimSun" panose="02010600030101010101" pitchFamily="2" charset="-122"/>
              </a:rPr>
              <a:t>line buffer</a:t>
            </a:r>
            <a:endParaRPr lang="zh-CN" altLang="en-US" sz="1050" dirty="0">
              <a:solidFill>
                <a:schemeClr val="tx1"/>
              </a:solidFill>
              <a:latin typeface="Noto Sans CJK SC Regular" charset="0"/>
              <a:ea typeface="SimSun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63299" y="2743200"/>
            <a:ext cx="6152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image</a:t>
            </a:r>
            <a:endParaRPr lang="zh-CN" altLang="en-US" sz="10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91200" y="3097613"/>
            <a:ext cx="356156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(col = 0; col &lt; cols; col++)</a:t>
            </a:r>
          </a:p>
          <a:p>
            <a:pPr lvl="1">
              <a:defRPr/>
            </a:pP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>
              <a:defRPr/>
            </a:pP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LineBuffer[0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][col] = 0;</a:t>
            </a:r>
          </a:p>
          <a:p>
            <a:pPr lvl="2">
              <a:defRPr/>
            </a:pP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LineBuffer[1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][col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src.read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()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400" y="4419600"/>
            <a:ext cx="959063" cy="961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4337050" y="4623101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WindowBuffer[top][0] = WindowBuffer[top][1] = 0;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WindowBuffer[mid][0] = WindowBuffer[mid][1] = 0;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WindowBuffer[btm][0] = WindowBuffer[btm][1] = 0;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561829" y="5372362"/>
            <a:ext cx="15529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Init the </a:t>
            </a:r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window buffer</a:t>
            </a:r>
            <a:endParaRPr lang="zh-CN" altLang="en-US" sz="105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9026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Fill and Update Buffer (1)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16" y="1211728"/>
            <a:ext cx="5932266" cy="961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727357" y="1030508"/>
            <a:ext cx="3429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c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ol =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0, top = 0, mid = 1, btm 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2</a:t>
            </a:r>
            <a:endParaRPr lang="en-US" altLang="zh-CN" sz="1000" b="1" dirty="0" smtClean="0">
              <a:solidFill>
                <a:srgbClr val="7F0055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for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(col 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= 0; col &lt; cols; col++)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{</a:t>
            </a: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if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(row 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&lt; rows) </a:t>
            </a:r>
            <a:endParaRPr lang="en-US" altLang="zh-CN" sz="1000" b="1" dirty="0" smtClean="0">
              <a:solidFill>
                <a:srgbClr val="000000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	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LineBuffer[btm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][col] 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src.read();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Else </a:t>
            </a:r>
            <a:endParaRPr lang="en-US" altLang="zh-CN" sz="1000" b="1" dirty="0" smtClean="0">
              <a:solidFill>
                <a:srgbClr val="7F0055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	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LineBuffer[btm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][col] = 0;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318" y="2584622"/>
            <a:ext cx="959063" cy="961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690514" y="2267592"/>
            <a:ext cx="12724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fill the </a:t>
            </a:r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line buffer</a:t>
            </a:r>
            <a:endParaRPr lang="zh-CN" altLang="en-US" sz="10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27650" y="2842984"/>
            <a:ext cx="358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top = 0, mid = 1, btm = 2</a:t>
            </a:r>
          </a:p>
          <a:p>
            <a:pPr lvl="1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WindowBuffer[0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][2] = LineBuffer[top][col];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WindowBuffer[1][2] = LineBuffer[mid][col];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WindowBuffer[2][2] = LineBuffer[btm][col];</a:t>
            </a:r>
          </a:p>
        </p:txBody>
      </p:sp>
      <p:sp>
        <p:nvSpPr>
          <p:cNvPr id="17" name="矩形 16"/>
          <p:cNvSpPr/>
          <p:nvPr/>
        </p:nvSpPr>
        <p:spPr>
          <a:xfrm>
            <a:off x="5334000" y="441960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WindowBuffer[0][0] = WindowBuffer[0][1];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WindowBuffer[1][0] = WindowBuffer[1][1];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WindowBuffer[2][0] = WindowBuffer[2][1];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WindowBuffer[0][1] = WindowBuffer[0][2];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WindowBuffer[1][1] = WindowBuffer[1][2];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WindowBuffer[2][1] = WindowBuffer[2][2];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318" y="4419600"/>
            <a:ext cx="959063" cy="9610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538706" y="3513963"/>
            <a:ext cx="142428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fill the </a:t>
            </a:r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window buffer</a:t>
            </a:r>
            <a:endParaRPr lang="zh-CN" altLang="en-US" sz="10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350304" y="3861100"/>
            <a:ext cx="31854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_sobel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sobel_kernel(WindowBuffer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438400" y="5380600"/>
            <a:ext cx="17124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update 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the </a:t>
            </a:r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window buffer</a:t>
            </a:r>
            <a:endParaRPr lang="zh-CN" altLang="en-US" sz="10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30" name="曲线连接符 29"/>
          <p:cNvCxnSpPr/>
          <p:nvPr/>
        </p:nvCxnSpPr>
        <p:spPr bwMode="auto">
          <a:xfrm>
            <a:off x="457200" y="1383811"/>
            <a:ext cx="3200400" cy="1359389"/>
          </a:xfrm>
          <a:prstGeom prst="curvedConnector3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曲线连接符 30"/>
          <p:cNvCxnSpPr/>
          <p:nvPr/>
        </p:nvCxnSpPr>
        <p:spPr bwMode="auto">
          <a:xfrm>
            <a:off x="412589" y="1692227"/>
            <a:ext cx="3172230" cy="1371600"/>
          </a:xfrm>
          <a:prstGeom prst="curvedConnector3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曲线连接符 33"/>
          <p:cNvCxnSpPr/>
          <p:nvPr/>
        </p:nvCxnSpPr>
        <p:spPr bwMode="auto">
          <a:xfrm>
            <a:off x="415677" y="1996536"/>
            <a:ext cx="3101872" cy="1371600"/>
          </a:xfrm>
          <a:prstGeom prst="curvedConnector3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67977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690515" y="2267592"/>
            <a:ext cx="11206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fill the </a:t>
            </a:r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linebuffer</a:t>
            </a:r>
            <a:endParaRPr lang="zh-CN" altLang="en-US" sz="10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27650" y="2842984"/>
            <a:ext cx="358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top = 0, mid = 1, btm = 2</a:t>
            </a:r>
          </a:p>
          <a:p>
            <a:pPr lvl="1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WindowBuffer[0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][2] = LineBuffer[top][col];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WindowBuffer[1][2] = LineBuffer[mid][col];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WindowBuffer[2][2] = LineBuffer[btm][col];</a:t>
            </a:r>
          </a:p>
        </p:txBody>
      </p:sp>
      <p:sp>
        <p:nvSpPr>
          <p:cNvPr id="17" name="矩形 16"/>
          <p:cNvSpPr/>
          <p:nvPr/>
        </p:nvSpPr>
        <p:spPr>
          <a:xfrm>
            <a:off x="5334000" y="441960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WindowBuffer[0][0] = WindowBuffer[0][1];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WindowBuffer[1][0] = WindowBuffer[1][1];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WindowBuffer[2][0] = WindowBuffer[2][1];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WindowBuffer[0][1] = WindowBuffer[0][2];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WindowBuffer[1][1] = WindowBuffer[1][2];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WindowBuffer[2][1] = WindowBuffer[2][2];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538706" y="3513963"/>
            <a:ext cx="142428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fill the </a:t>
            </a:r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windowbuffer</a:t>
            </a:r>
            <a:endParaRPr lang="zh-CN" altLang="en-US" sz="10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350304" y="3861100"/>
            <a:ext cx="31854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_sobel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sobel_kernel(WindowBuffer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438400" y="5380600"/>
            <a:ext cx="17124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update 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the </a:t>
            </a:r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windowbuffer</a:t>
            </a:r>
            <a:endParaRPr lang="zh-CN" altLang="en-US" sz="10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16" y="1221017"/>
            <a:ext cx="5932266" cy="961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496" y="2589870"/>
            <a:ext cx="959063" cy="961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496" y="4352560"/>
            <a:ext cx="959063" cy="961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5727357" y="1030508"/>
            <a:ext cx="3429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c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ol =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1, top = 0, mid = 1, btm 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2</a:t>
            </a:r>
            <a:endParaRPr lang="en-US" altLang="zh-CN" sz="1000" b="1" dirty="0" smtClean="0">
              <a:solidFill>
                <a:srgbClr val="7F0055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for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(col 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= 0; col &lt; cols; col++)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{</a:t>
            </a: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if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(row 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&lt; rows) </a:t>
            </a:r>
            <a:endParaRPr lang="en-US" altLang="zh-CN" sz="1000" b="1" dirty="0" smtClean="0">
              <a:solidFill>
                <a:srgbClr val="000000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	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LineBuffer[btm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][col] = src.read();</a:t>
            </a: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Else </a:t>
            </a: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	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LineBuffer[btm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][col] = 0;</a:t>
            </a:r>
          </a:p>
        </p:txBody>
      </p:sp>
      <p:cxnSp>
        <p:nvCxnSpPr>
          <p:cNvPr id="16" name="曲线连接符 15"/>
          <p:cNvCxnSpPr/>
          <p:nvPr/>
        </p:nvCxnSpPr>
        <p:spPr bwMode="auto">
          <a:xfrm>
            <a:off x="762000" y="1371600"/>
            <a:ext cx="2895600" cy="1371600"/>
          </a:xfrm>
          <a:prstGeom prst="curvedConnector3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曲线连接符 17"/>
          <p:cNvCxnSpPr/>
          <p:nvPr/>
        </p:nvCxnSpPr>
        <p:spPr bwMode="auto">
          <a:xfrm>
            <a:off x="762000" y="1676400"/>
            <a:ext cx="2822819" cy="1387427"/>
          </a:xfrm>
          <a:prstGeom prst="curvedConnector3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曲线连接符 18"/>
          <p:cNvCxnSpPr/>
          <p:nvPr/>
        </p:nvCxnSpPr>
        <p:spPr bwMode="auto">
          <a:xfrm>
            <a:off x="762000" y="1981200"/>
            <a:ext cx="2755549" cy="1386936"/>
          </a:xfrm>
          <a:prstGeom prst="curvedConnector3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itle 4"/>
          <p:cNvSpPr txBox="1">
            <a:spLocks/>
          </p:cNvSpPr>
          <p:nvPr/>
        </p:nvSpPr>
        <p:spPr bwMode="auto">
          <a:xfrm>
            <a:off x="1368425" y="304800"/>
            <a:ext cx="7693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360" tIns="44280" rIns="90360" bIns="44280" numCol="1" anchor="ctr" anchorCtr="0" compatLnSpc="1">
            <a:prstTxWarp prst="textNoShape">
              <a:avLst/>
            </a:prstTxWarp>
          </a:bodyPr>
          <a:lstStyle>
            <a:lvl1pPr algn="r" defTabSz="449263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rgbClr val="1E355E"/>
                </a:solidFill>
                <a:latin typeface="+mj-lt"/>
                <a:ea typeface="+mj-ea"/>
                <a:cs typeface="+mj-cs"/>
              </a:defRPr>
            </a:lvl1pPr>
            <a:lvl2pPr algn="r" defTabSz="449263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rgbClr val="1E355E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 algn="r" defTabSz="449263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rgbClr val="1E355E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 algn="r" defTabSz="449263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rgbClr val="1E355E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 algn="r" defTabSz="449263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rgbClr val="1E355E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algn="r" defTabSz="449263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3200" b="1">
                <a:solidFill>
                  <a:srgbClr val="1E355E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algn="r" defTabSz="449263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3200" b="1">
                <a:solidFill>
                  <a:srgbClr val="1E355E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algn="r" defTabSz="449263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3200" b="1">
                <a:solidFill>
                  <a:srgbClr val="1E355E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algn="r" defTabSz="449263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3200" b="1">
                <a:solidFill>
                  <a:srgbClr val="1E355E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defRPr/>
            </a:pPr>
            <a:r>
              <a:rPr lang="en-US" altLang="zh-CN" kern="0" dirty="0" smtClean="0"/>
              <a:t>Fill and Update Buffer (2)</a:t>
            </a:r>
            <a:endParaRPr lang="en-US" altLang="zh-CN" kern="0" dirty="0"/>
          </a:p>
        </p:txBody>
      </p:sp>
    </p:spTree>
    <p:extLst>
      <p:ext uri="{BB962C8B-B14F-4D97-AF65-F5344CB8AC3E}">
        <p14:creationId xmlns:p14="http://schemas.microsoft.com/office/powerpoint/2010/main" val="1135248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690515" y="2267592"/>
            <a:ext cx="11206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fill the </a:t>
            </a:r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linebuffer</a:t>
            </a:r>
            <a:endParaRPr lang="zh-CN" altLang="en-US" sz="10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27650" y="2842984"/>
            <a:ext cx="358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top = 1, mid = 2, btm = 0</a:t>
            </a:r>
            <a:endParaRPr lang="en-US" altLang="zh-CN" sz="1000" b="1" dirty="0">
              <a:solidFill>
                <a:srgbClr val="7F0055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WindowBuffer[0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][2] = LineBuffer[top][col];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WindowBuffer[1][2] = LineBuffer[mid][col];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WindowBuffer[2][2] = LineBuffer[btm][col];</a:t>
            </a:r>
          </a:p>
        </p:txBody>
      </p:sp>
      <p:sp>
        <p:nvSpPr>
          <p:cNvPr id="17" name="矩形 16"/>
          <p:cNvSpPr/>
          <p:nvPr/>
        </p:nvSpPr>
        <p:spPr>
          <a:xfrm>
            <a:off x="5334000" y="441960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WindowBuffer[0][0] = WindowBuffer[0][1];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WindowBuffer[1][0] = WindowBuffer[1][1];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WindowBuffer[2][0] = WindowBuffer[2][1];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WindowBuffer[0][1] = WindowBuffer[0][2];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WindowBuffer[1][1] = WindowBuffer[1][2];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WindowBuffer[2][1] = WindowBuffer[2][2];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538706" y="3513963"/>
            <a:ext cx="142428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fill the </a:t>
            </a:r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windowbuffer</a:t>
            </a:r>
            <a:endParaRPr lang="zh-CN" altLang="en-US" sz="10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350304" y="3861100"/>
            <a:ext cx="332655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_dilate = dilate_kernel(WindowBuffer);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438400" y="5380600"/>
            <a:ext cx="17124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update 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the </a:t>
            </a:r>
            <a:r>
              <a:rPr lang="en-US" altLang="zh-CN" sz="1050" dirty="0" smtClean="0">
                <a:solidFill>
                  <a:schemeClr val="tx1"/>
                </a:solidFill>
                <a:latin typeface="+mj-ea"/>
                <a:ea typeface="+mj-ea"/>
              </a:rPr>
              <a:t>windowbuffer</a:t>
            </a:r>
            <a:endParaRPr lang="zh-CN" altLang="en-US" sz="10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91200" y="1125183"/>
            <a:ext cx="3429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col 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0,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top 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1,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mid 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2,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btm =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0</a:t>
            </a:r>
            <a:endParaRPr lang="en-US" altLang="zh-CN" sz="1000" b="1" dirty="0">
              <a:solidFill>
                <a:srgbClr val="7F0055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(col = 0; col &lt; cols; col++)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{</a:t>
            </a: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if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(row 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&lt; rows) </a:t>
            </a:r>
          </a:p>
          <a:p>
            <a:pPr lvl="1"/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	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LineBuffer[btm][col] = src.read();</a:t>
            </a: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Else </a:t>
            </a:r>
            <a:endParaRPr lang="en-US" altLang="zh-CN" sz="1000" b="1" dirty="0">
              <a:solidFill>
                <a:srgbClr val="7F0055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	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LineBuffer[btm][col] = 0;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16" y="1223455"/>
            <a:ext cx="5932266" cy="96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072" y="2552963"/>
            <a:ext cx="959063" cy="9610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5071" y="4419600"/>
            <a:ext cx="959063" cy="961000"/>
          </a:xfrm>
          <a:prstGeom prst="rect">
            <a:avLst/>
          </a:prstGeom>
        </p:spPr>
      </p:pic>
      <p:cxnSp>
        <p:nvCxnSpPr>
          <p:cNvPr id="23" name="曲线连接符 22"/>
          <p:cNvCxnSpPr/>
          <p:nvPr/>
        </p:nvCxnSpPr>
        <p:spPr bwMode="auto">
          <a:xfrm>
            <a:off x="411892" y="1391725"/>
            <a:ext cx="3169508" cy="1943763"/>
          </a:xfrm>
          <a:prstGeom prst="curvedConnector3">
            <a:avLst>
              <a:gd name="adj1" fmla="val 27193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曲线连接符 25"/>
          <p:cNvCxnSpPr/>
          <p:nvPr/>
        </p:nvCxnSpPr>
        <p:spPr bwMode="auto">
          <a:xfrm>
            <a:off x="412589" y="1692227"/>
            <a:ext cx="3168811" cy="1090448"/>
          </a:xfrm>
          <a:prstGeom prst="curvedConnector3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曲线连接符 26"/>
          <p:cNvCxnSpPr/>
          <p:nvPr/>
        </p:nvCxnSpPr>
        <p:spPr bwMode="auto">
          <a:xfrm>
            <a:off x="415677" y="1996536"/>
            <a:ext cx="3165723" cy="1036927"/>
          </a:xfrm>
          <a:prstGeom prst="curvedConnector3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itle 4"/>
          <p:cNvSpPr>
            <a:spLocks noGrp="1"/>
          </p:cNvSpPr>
          <p:nvPr>
            <p:ph type="title"/>
          </p:nvPr>
        </p:nvSpPr>
        <p:spPr>
          <a:xfrm>
            <a:off x="1216025" y="152400"/>
            <a:ext cx="7693025" cy="758825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Fill and Update Buffer (3)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5739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52770" y="228600"/>
            <a:ext cx="7874000" cy="530352"/>
          </a:xfrm>
        </p:spPr>
        <p:txBody>
          <a:bodyPr/>
          <a:lstStyle/>
          <a:p>
            <a:r>
              <a:rPr lang="en-US" dirty="0" smtClean="0"/>
              <a:t>Run the Solution 1 on a </a:t>
            </a:r>
            <a:r>
              <a:rPr lang="en-US" dirty="0" err="1" smtClean="0"/>
              <a:t>Zynq</a:t>
            </a:r>
            <a:r>
              <a:rPr lang="en-US" dirty="0" smtClean="0"/>
              <a:t> Board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858" y="2541845"/>
            <a:ext cx="5031824" cy="308225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90600" y="1295400"/>
            <a:ext cx="3888885" cy="10071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90426" lvl="0" indent="-290426" defTabSz="914400">
              <a:lnSpc>
                <a:spcPct val="110000"/>
              </a:lnSpc>
              <a:spcBef>
                <a:spcPts val="800"/>
              </a:spcBef>
              <a:buClr>
                <a:srgbClr val="EC891D"/>
              </a:buClr>
              <a:buSzPct val="88000"/>
              <a:buBlip>
                <a:blip r:embed="rId3"/>
              </a:buBlip>
            </a:pPr>
            <a:r>
              <a:rPr lang="en-US" altLang="zh-CN" sz="2399" kern="0" dirty="0" smtClean="0">
                <a:solidFill>
                  <a:srgbClr val="3F3F3F"/>
                </a:solidFill>
                <a:latin typeface="Arial"/>
                <a:cs typeface="+mn-cs"/>
              </a:rPr>
              <a:t>15.8ms@ 720p, 300MHz</a:t>
            </a:r>
          </a:p>
          <a:p>
            <a:pPr marL="290426" lvl="0" indent="-290426" defTabSz="914400">
              <a:lnSpc>
                <a:spcPct val="110000"/>
              </a:lnSpc>
              <a:spcBef>
                <a:spcPts val="800"/>
              </a:spcBef>
              <a:buClr>
                <a:srgbClr val="EC891D"/>
              </a:buClr>
              <a:buSzPct val="88000"/>
              <a:buBlip>
                <a:blip r:embed="rId3"/>
              </a:buBlip>
            </a:pPr>
            <a:r>
              <a:rPr lang="en-US" altLang="zh-CN" sz="2399" kern="0" dirty="0" smtClean="0">
                <a:solidFill>
                  <a:srgbClr val="3F3F3F"/>
                </a:solidFill>
                <a:latin typeface="Arial"/>
                <a:cs typeface="+mn-cs"/>
              </a:rPr>
              <a:t>74x SpeedUp</a:t>
            </a:r>
            <a:endParaRPr lang="en-US" altLang="zh-CN" sz="2399" kern="0" dirty="0">
              <a:solidFill>
                <a:srgbClr val="3F3F3F"/>
              </a:solidFill>
              <a:latin typeface="Ari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03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4"/>
          <p:cNvSpPr>
            <a:spLocks noGrp="1"/>
          </p:cNvSpPr>
          <p:nvPr>
            <p:ph type="title"/>
          </p:nvPr>
        </p:nvSpPr>
        <p:spPr>
          <a:xfrm>
            <a:off x="304801" y="152400"/>
            <a:ext cx="8604250" cy="758825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Problem 2: Loop Iterations Are Sequential</a:t>
            </a:r>
          </a:p>
        </p:txBody>
      </p:sp>
      <p:sp>
        <p:nvSpPr>
          <p:cNvPr id="5" name="矩形 4"/>
          <p:cNvSpPr/>
          <p:nvPr/>
        </p:nvSpPr>
        <p:spPr>
          <a:xfrm>
            <a:off x="1600200" y="1371600"/>
            <a:ext cx="472440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lb_r_i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= 2;</a:t>
            </a:r>
          </a:p>
          <a:p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(row = 1; row &lt; rows + 1; row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(lb_r_i 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2)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top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= 0; mid = 1; btm = 2;</a:t>
            </a: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(lb_r_i == 0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top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= 1; mid = 2; btm = 0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(lb_r_i == 1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top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= 2; mid = 0; btm = 1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zh-CN" altLang="en-US" sz="1000" dirty="0">
              <a:latin typeface="Consolas" panose="020B0609020204030204" pitchFamily="49" charset="0"/>
            </a:endParaRP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WindowBuffer[top][0] = WindowBuffer[top][1] = 0;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WindowBuffer[mid][0] = WindowBuffer[top][1] = 0;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WindowBuffer[btm][0] = WindowBuffer[top][1] = 0;</a:t>
            </a:r>
          </a:p>
          <a:p>
            <a:pPr lvl="1"/>
            <a:endParaRPr lang="zh-CN" altLang="en-US" sz="1000" dirty="0">
              <a:latin typeface="Consolas" panose="020B0609020204030204" pitchFamily="49" charset="0"/>
            </a:endParaRP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(col = 0; col &lt; cols; col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(row 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&lt; rows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LineBuffer[btm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][col] = </a:t>
            </a:r>
            <a:r>
              <a:rPr lang="en-US" altLang="zh-CN" sz="1000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src.read();</a:t>
            </a:r>
          </a:p>
          <a:p>
            <a:pPr lvl="2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Else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LineBuffer[btm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][col] = 0;</a:t>
            </a:r>
          </a:p>
          <a:p>
            <a:pPr lvl="2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WindowBuffer[0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][2] = LineBuffer[top][col];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WindowBuffer[1][2] = LineBuffer[mid][col];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WindowBuffer[2][2] = LineBuffer[btm][col];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_sobel = sobel3x3_kernel(WindowBuffer);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WindowBuffer[0][0] = WindowBuffer[0][1];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WindowBuffer[1][0] = WindowBuffer[1][1];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WindowBuffer[2][0] = WindowBuffer[2][1];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WindowBuffer[0][1] = WindowBuffer[0][2];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WindowBuffer[1][1] = WindowBuffer[1][2];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WindowBuffer[2][1] = WindowBuffer[2][2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zh-CN" altLang="en-US" sz="1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dst &lt;&lt; _sobel;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000" u="sng" dirty="0">
                <a:solidFill>
                  <a:srgbClr val="000000"/>
                </a:solidFill>
                <a:latin typeface="Consolas" panose="020B0609020204030204" pitchFamily="49" charset="0"/>
              </a:rPr>
              <a:t>lb_r_i++;</a:t>
            </a: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(lb_r_i == 3) lb_r_i = 0;</a:t>
            </a: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  <p:sp>
        <p:nvSpPr>
          <p:cNvPr id="9" name="Down Arrow 7"/>
          <p:cNvSpPr/>
          <p:nvPr/>
        </p:nvSpPr>
        <p:spPr bwMode="auto">
          <a:xfrm>
            <a:off x="1216025" y="1828800"/>
            <a:ext cx="270087" cy="4042196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10" name="Circular Arrow 11"/>
          <p:cNvSpPr/>
          <p:nvPr/>
        </p:nvSpPr>
        <p:spPr bwMode="auto">
          <a:xfrm>
            <a:off x="474769" y="1243330"/>
            <a:ext cx="626885" cy="5090020"/>
          </a:xfrm>
          <a:prstGeom prst="circularArrow">
            <a:avLst>
              <a:gd name="adj1" fmla="val 1551"/>
              <a:gd name="adj2" fmla="val 6830"/>
              <a:gd name="adj3" fmla="val 16382501"/>
              <a:gd name="adj4" fmla="val 5139302"/>
              <a:gd name="adj5" fmla="val 1659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2" name="Rectangular Callout 6"/>
          <p:cNvSpPr/>
          <p:nvPr/>
        </p:nvSpPr>
        <p:spPr bwMode="auto">
          <a:xfrm>
            <a:off x="6705600" y="2743200"/>
            <a:ext cx="1752600" cy="323192"/>
          </a:xfrm>
          <a:prstGeom prst="wedgeRectCallout">
            <a:avLst>
              <a:gd name="adj1" fmla="val -159202"/>
              <a:gd name="adj2" fmla="val 78354"/>
            </a:avLst>
          </a:prstGeom>
          <a:solidFill>
            <a:schemeClr val="bg2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Executing sequentially</a:t>
            </a:r>
          </a:p>
        </p:txBody>
      </p:sp>
    </p:spTree>
    <p:extLst>
      <p:ext uri="{BB962C8B-B14F-4D97-AF65-F5344CB8AC3E}">
        <p14:creationId xmlns:p14="http://schemas.microsoft.com/office/powerpoint/2010/main" val="80659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2: Pipeline Loop Iterations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 bwMode="auto">
          <a:xfrm>
            <a:off x="2035849" y="1313261"/>
            <a:ext cx="59734" cy="338832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6" name="Down Arrow 5"/>
          <p:cNvSpPr/>
          <p:nvPr/>
        </p:nvSpPr>
        <p:spPr bwMode="auto">
          <a:xfrm>
            <a:off x="2035849" y="1722596"/>
            <a:ext cx="59734" cy="338832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2035849" y="2131931"/>
            <a:ext cx="59734" cy="338832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8" name="Down Arrow 7"/>
          <p:cNvSpPr/>
          <p:nvPr/>
        </p:nvSpPr>
        <p:spPr bwMode="auto">
          <a:xfrm>
            <a:off x="2035849" y="2957692"/>
            <a:ext cx="59734" cy="338832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9" name="Down Arrow 8"/>
          <p:cNvSpPr/>
          <p:nvPr/>
        </p:nvSpPr>
        <p:spPr bwMode="auto">
          <a:xfrm>
            <a:off x="2035849" y="3370572"/>
            <a:ext cx="59734" cy="338832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10" name="Right Brace 9"/>
          <p:cNvSpPr/>
          <p:nvPr/>
        </p:nvSpPr>
        <p:spPr bwMode="auto">
          <a:xfrm>
            <a:off x="2324183" y="2304088"/>
            <a:ext cx="146436" cy="370771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sp>
        <p:nvSpPr>
          <p:cNvPr id="11" name="Down Arrow 10"/>
          <p:cNvSpPr/>
          <p:nvPr/>
        </p:nvSpPr>
        <p:spPr bwMode="auto">
          <a:xfrm>
            <a:off x="5937462" y="2107270"/>
            <a:ext cx="79386" cy="322559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12" name="Down Arrow 11"/>
          <p:cNvSpPr/>
          <p:nvPr/>
        </p:nvSpPr>
        <p:spPr bwMode="auto">
          <a:xfrm>
            <a:off x="6032914" y="2155566"/>
            <a:ext cx="79386" cy="322559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13" name="Down Arrow 12"/>
          <p:cNvSpPr/>
          <p:nvPr/>
        </p:nvSpPr>
        <p:spPr bwMode="auto">
          <a:xfrm>
            <a:off x="6128366" y="2203860"/>
            <a:ext cx="79386" cy="322559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14" name="Down Arrow 13"/>
          <p:cNvSpPr/>
          <p:nvPr/>
        </p:nvSpPr>
        <p:spPr bwMode="auto">
          <a:xfrm>
            <a:off x="6223818" y="2252155"/>
            <a:ext cx="79386" cy="322559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15" name="Down Arrow 14"/>
          <p:cNvSpPr/>
          <p:nvPr/>
        </p:nvSpPr>
        <p:spPr bwMode="auto">
          <a:xfrm>
            <a:off x="6705600" y="2555086"/>
            <a:ext cx="79386" cy="322559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16" name="Down Arrow 15"/>
          <p:cNvSpPr/>
          <p:nvPr/>
        </p:nvSpPr>
        <p:spPr bwMode="auto">
          <a:xfrm>
            <a:off x="6801052" y="2603381"/>
            <a:ext cx="79386" cy="322559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17" name="Down Arrow 16"/>
          <p:cNvSpPr/>
          <p:nvPr/>
        </p:nvSpPr>
        <p:spPr bwMode="auto">
          <a:xfrm>
            <a:off x="6896504" y="2651676"/>
            <a:ext cx="79386" cy="322559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18" name="Down Arrow 17"/>
          <p:cNvSpPr/>
          <p:nvPr/>
        </p:nvSpPr>
        <p:spPr bwMode="auto">
          <a:xfrm>
            <a:off x="6991955" y="2699971"/>
            <a:ext cx="79386" cy="322559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19" name="Down Arrow 18"/>
          <p:cNvSpPr/>
          <p:nvPr/>
        </p:nvSpPr>
        <p:spPr bwMode="auto">
          <a:xfrm>
            <a:off x="6323792" y="2333240"/>
            <a:ext cx="79386" cy="322559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20" name="Down Arrow 19"/>
          <p:cNvSpPr/>
          <p:nvPr/>
        </p:nvSpPr>
        <p:spPr bwMode="auto">
          <a:xfrm>
            <a:off x="6419244" y="2381535"/>
            <a:ext cx="79386" cy="322559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21" name="Down Arrow 20"/>
          <p:cNvSpPr/>
          <p:nvPr/>
        </p:nvSpPr>
        <p:spPr bwMode="auto">
          <a:xfrm>
            <a:off x="6514696" y="2429829"/>
            <a:ext cx="79386" cy="322559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22" name="Down Arrow 21"/>
          <p:cNvSpPr/>
          <p:nvPr/>
        </p:nvSpPr>
        <p:spPr bwMode="auto">
          <a:xfrm>
            <a:off x="6610148" y="2478125"/>
            <a:ext cx="79386" cy="322559"/>
          </a:xfrm>
          <a:prstGeom prst="downArrow">
            <a:avLst/>
          </a:prstGeom>
          <a:solidFill>
            <a:srgbClr val="92D050"/>
          </a:solidFill>
          <a:ln>
            <a:solidFill>
              <a:srgbClr val="8B8D09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23" name="Right Brace 22"/>
          <p:cNvSpPr/>
          <p:nvPr/>
        </p:nvSpPr>
        <p:spPr bwMode="auto">
          <a:xfrm>
            <a:off x="7377606" y="2388417"/>
            <a:ext cx="195654" cy="352964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98" tIns="34299" rIns="68598" bIns="34299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sp>
        <p:nvSpPr>
          <p:cNvPr id="28" name="TextBox 27"/>
          <p:cNvSpPr txBox="1"/>
          <p:nvPr/>
        </p:nvSpPr>
        <p:spPr bwMode="auto">
          <a:xfrm rot="16200000">
            <a:off x="1723322" y="2359134"/>
            <a:ext cx="609102" cy="323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4299" rIns="68598" bIns="34299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496" indent="-171496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1500" b="1" kern="0" dirty="0">
                <a:solidFill>
                  <a:schemeClr val="accent4"/>
                </a:solidFill>
                <a:latin typeface="+mn-lt"/>
              </a:rPr>
              <a:t>…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2"/>
          <a:srcRect r="6473"/>
          <a:stretch/>
        </p:blipFill>
        <p:spPr>
          <a:xfrm>
            <a:off x="0" y="3745161"/>
            <a:ext cx="4495259" cy="2133599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258" y="3726188"/>
            <a:ext cx="4648741" cy="2068729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1167044" y="5830535"/>
            <a:ext cx="2161169" cy="3109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altLang="zh-CN" sz="1400" b="1" kern="0" dirty="0" smtClean="0">
                <a:solidFill>
                  <a:schemeClr val="accent4"/>
                </a:solidFill>
              </a:rPr>
              <a:t>5 </a:t>
            </a:r>
            <a:r>
              <a:rPr lang="en-US" altLang="zh-CN" sz="1400" b="1" kern="0" dirty="0">
                <a:solidFill>
                  <a:schemeClr val="accent4"/>
                </a:solidFill>
              </a:rPr>
              <a:t>cycles / loop iteration</a:t>
            </a:r>
          </a:p>
        </p:txBody>
      </p:sp>
      <p:sp>
        <p:nvSpPr>
          <p:cNvPr id="33" name="矩形 32"/>
          <p:cNvSpPr/>
          <p:nvPr/>
        </p:nvSpPr>
        <p:spPr>
          <a:xfrm>
            <a:off x="6161639" y="5830534"/>
            <a:ext cx="1167307" cy="3109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altLang="zh-CN" sz="1400" b="1" kern="0" dirty="0" smtClean="0">
                <a:solidFill>
                  <a:schemeClr val="accent4"/>
                </a:solidFill>
              </a:rPr>
              <a:t>5x speedup</a:t>
            </a:r>
            <a:endParaRPr lang="en-US" altLang="zh-CN" sz="1400" b="1" kern="0" dirty="0">
              <a:solidFill>
                <a:schemeClr val="accent4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 bwMode="auto">
          <a:xfrm>
            <a:off x="4495258" y="1066800"/>
            <a:ext cx="0" cy="5181600"/>
          </a:xfrm>
          <a:prstGeom prst="line">
            <a:avLst/>
          </a:prstGeom>
          <a:solidFill>
            <a:srgbClr val="00B8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矩形 31"/>
          <p:cNvSpPr/>
          <p:nvPr/>
        </p:nvSpPr>
        <p:spPr>
          <a:xfrm>
            <a:off x="2482924" y="2316845"/>
            <a:ext cx="1742785" cy="3109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altLang="zh-CN" sz="1400" b="1" kern="0" dirty="0" smtClean="0">
                <a:solidFill>
                  <a:srgbClr val="FF0000"/>
                </a:solidFill>
              </a:rPr>
              <a:t>Without pipelining</a:t>
            </a:r>
            <a:endParaRPr lang="en-US" altLang="zh-CN" sz="1400" b="1" kern="0" dirty="0">
              <a:solidFill>
                <a:srgbClr val="FF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477261" y="2264390"/>
            <a:ext cx="1465466" cy="32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altLang="zh-CN" sz="1400" b="1" kern="0" dirty="0" smtClean="0">
                <a:solidFill>
                  <a:srgbClr val="FF0000"/>
                </a:solidFill>
              </a:rPr>
              <a:t>With pipelining</a:t>
            </a:r>
            <a:endParaRPr lang="en-US" altLang="zh-CN" sz="1400" b="1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04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2: Pipeline Loop Iterations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29" name="矩形 28"/>
          <p:cNvSpPr/>
          <p:nvPr/>
        </p:nvSpPr>
        <p:spPr>
          <a:xfrm>
            <a:off x="685800" y="1256842"/>
            <a:ext cx="4724400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lb_r_i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= 2;</a:t>
            </a:r>
          </a:p>
          <a:p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(row = 1; row &lt; rows + 1; row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(lb_r_i 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2)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top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= 0; mid = 1; btm = 2;</a:t>
            </a: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(lb_r_i == 0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top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= 1; mid = 2; btm = 0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(lb_r_i == 1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top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= 2; mid = 0; btm = 1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zh-CN" altLang="en-US" sz="1000" dirty="0">
              <a:latin typeface="Consolas" panose="020B0609020204030204" pitchFamily="49" charset="0"/>
            </a:endParaRP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WindowBuffer[top][0] = WindowBuffer[top][1] = 0;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WindowBuffer[mid][0] = WindowBuffer[top][1] = 0;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WindowBuffer[btm][0] = WindowBuffer[top][1] = 0;</a:t>
            </a:r>
          </a:p>
          <a:p>
            <a:pPr lvl="1"/>
            <a:endParaRPr lang="zh-CN" altLang="en-US" sz="1000" dirty="0">
              <a:latin typeface="Consolas" panose="020B0609020204030204" pitchFamily="49" charset="0"/>
            </a:endParaRP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(col = 0; col &lt; cols; col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highlight>
                  <a:srgbClr val="E8F2FE"/>
                </a:highlight>
                <a:latin typeface="Consolas" panose="020B0609020204030204" pitchFamily="49" charset="0"/>
              </a:rPr>
              <a:t>#pragma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E8F2FE"/>
                </a:highlight>
                <a:latin typeface="Consolas" panose="020B0609020204030204" pitchFamily="49" charset="0"/>
              </a:rPr>
              <a:t> HLS </a:t>
            </a:r>
            <a:r>
              <a:rPr lang="en-US" altLang="zh-CN" sz="1000" b="1" dirty="0" smtClean="0">
                <a:solidFill>
                  <a:srgbClr val="000000"/>
                </a:solidFill>
                <a:highlight>
                  <a:srgbClr val="E8F2FE"/>
                </a:highlight>
                <a:latin typeface="Consolas" panose="020B0609020204030204" pitchFamily="49" charset="0"/>
              </a:rPr>
              <a:t>pipeline II=1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(row 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&lt; rows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LineBuffer[btm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][col] = </a:t>
            </a:r>
            <a:r>
              <a:rPr lang="en-US" altLang="zh-CN" sz="1000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src.read();</a:t>
            </a:r>
          </a:p>
          <a:p>
            <a:pPr lvl="2"/>
            <a:r>
              <a:rPr lang="en-US" altLang="zh-CN" sz="1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Else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LineBuffer[btm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][col] = 0;</a:t>
            </a:r>
          </a:p>
          <a:p>
            <a:pPr lvl="2"/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WindowBuffer[0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][2] = LineBuffer[top][col];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WindowBuffer[1][2] = LineBuffer[mid][col];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WindowBuffer[2][2] = LineBuffer[btm][col];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_sobel = sobel3x3_kernel(WindowBuffer);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WindowBuffer[0][0] = WindowBuffer[0][1];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WindowBuffer[1][0] = WindowBuffer[1][1];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WindowBuffer[2][0] = WindowBuffer[2][1];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WindowBuffer[0][1] = WindowBuffer[0][2];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WindowBuffer[1][1] = WindowBuffer[1][2];</a:t>
            </a: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WindowBuffer[2][1] = WindowBuffer[2][2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zh-CN" altLang="en-US" sz="1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dst &lt;&lt; _sobel;</a:t>
            </a:r>
          </a:p>
          <a:p>
            <a:pPr lvl="1"/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000" u="sng" dirty="0">
                <a:solidFill>
                  <a:srgbClr val="000000"/>
                </a:solidFill>
                <a:latin typeface="Consolas" panose="020B0609020204030204" pitchFamily="49" charset="0"/>
              </a:rPr>
              <a:t>lb_r_i++;</a:t>
            </a:r>
          </a:p>
          <a:p>
            <a:pPr lvl="1"/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(lb_r_i == 3) lb_r_i = 0;</a:t>
            </a: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  <p:sp>
        <p:nvSpPr>
          <p:cNvPr id="30" name="Rectangular Callout 6"/>
          <p:cNvSpPr/>
          <p:nvPr/>
        </p:nvSpPr>
        <p:spPr bwMode="auto">
          <a:xfrm>
            <a:off x="5334000" y="2590800"/>
            <a:ext cx="2971800" cy="323192"/>
          </a:xfrm>
          <a:prstGeom prst="wedgeRectCallout">
            <a:avLst>
              <a:gd name="adj1" fmla="val -88100"/>
              <a:gd name="adj2" fmla="val 181584"/>
            </a:avLst>
          </a:prstGeom>
          <a:solidFill>
            <a:schemeClr val="bg2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/>
              <a:t>Specify pipelining of loop iterations with Initiation Interval = 1</a:t>
            </a:r>
          </a:p>
        </p:txBody>
      </p:sp>
    </p:spTree>
    <p:extLst>
      <p:ext uri="{BB962C8B-B14F-4D97-AF65-F5344CB8AC3E}">
        <p14:creationId xmlns:p14="http://schemas.microsoft.com/office/powerpoint/2010/main" val="932899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2: Pipeline Loop Iterations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762000" y="1600200"/>
            <a:ext cx="53340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zh-CN" altLang="en-US" sz="1000" dirty="0"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jFsobel3x3 </a:t>
            </a:r>
            <a:r>
              <a:rPr lang="en-US" altLang="zh-CN" sz="1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endParaRPr lang="en-US" altLang="zh-CN" sz="1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hls::</a:t>
            </a:r>
            <a:r>
              <a:rPr lang="en-US" altLang="zh-CN" sz="1000" b="1" dirty="0">
                <a:solidFill>
                  <a:srgbClr val="005032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stream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1000" b="1" dirty="0">
                <a:solidFill>
                  <a:srgbClr val="005032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PIXEL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&gt;&amp; src, </a:t>
            </a:r>
          </a:p>
          <a:p>
            <a:pPr>
              <a:defRPr/>
            </a:pP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hls::</a:t>
            </a:r>
            <a:r>
              <a:rPr lang="en-US" altLang="zh-CN" sz="1000" b="1" dirty="0">
                <a:solidFill>
                  <a:srgbClr val="005032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stream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1000" b="1" dirty="0">
                <a:solidFill>
                  <a:srgbClr val="005032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PIXEL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&gt;&amp; </a:t>
            </a:r>
            <a:r>
              <a:rPr lang="en-US" altLang="zh-CN" sz="1000" b="1" dirty="0" smtClean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dst, </a:t>
            </a:r>
            <a:endParaRPr lang="en-US" altLang="zh-CN" sz="1000" b="1" dirty="0">
              <a:solidFill>
                <a:srgbClr val="000000"/>
              </a:solidFill>
              <a:highlight>
                <a:srgbClr val="D4D4D4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000" b="1" dirty="0">
                <a:solidFill>
                  <a:srgbClr val="7F0055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 rows, </a:t>
            </a:r>
            <a:r>
              <a:rPr lang="en-US" altLang="zh-CN" sz="1000" b="1" dirty="0">
                <a:solidFill>
                  <a:srgbClr val="7F0055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0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 cols)</a:t>
            </a:r>
          </a:p>
          <a:p>
            <a:pPr>
              <a:defRPr/>
            </a:pP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>
              <a:defRPr/>
            </a:pPr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_sobel;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endParaRPr lang="en-US" altLang="zh-CN" sz="1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 LineBuffer[3][WIDTH];</a:t>
            </a:r>
          </a:p>
          <a:p>
            <a:pPr lvl="1">
              <a:defRPr/>
            </a:pP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#pragma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HLS ARRAY_PARTITION variable=LineBuffer complete dim=1</a:t>
            </a:r>
          </a:p>
          <a:p>
            <a:pPr lvl="1">
              <a:defRPr/>
            </a:pPr>
            <a:endParaRPr lang="en-US" altLang="zh-CN" sz="10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</a:rPr>
              <a:t>PIXEL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 WindowBuffer[3][3];</a:t>
            </a:r>
          </a:p>
          <a:p>
            <a:pPr lvl="1">
              <a:defRPr/>
            </a:pP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#pragma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HLS ARRAY_PARTITION variable=WindowBuffer complete dim=0</a:t>
            </a:r>
          </a:p>
          <a:p>
            <a:pPr lvl="1">
              <a:defRPr/>
            </a:pPr>
            <a:endParaRPr lang="zh-CN" altLang="en-US" sz="10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</a:rPr>
              <a:t>ap_uint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&lt;13&gt; row, col;</a:t>
            </a:r>
          </a:p>
          <a:p>
            <a:pPr lvl="1">
              <a:defRPr/>
            </a:pPr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</a:rPr>
              <a:t>ap_uint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&lt;2&gt; lb_r_i;</a:t>
            </a:r>
          </a:p>
          <a:p>
            <a:pPr lvl="1">
              <a:defRPr/>
            </a:pPr>
            <a:r>
              <a:rPr lang="en-US" altLang="zh-CN" sz="1000" dirty="0">
                <a:solidFill>
                  <a:srgbClr val="005032"/>
                </a:solidFill>
                <a:latin typeface="Consolas" panose="020B0609020204030204" pitchFamily="49" charset="0"/>
              </a:rPr>
              <a:t>ap_uint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&lt;2&gt; top, mid, btm;</a:t>
            </a:r>
            <a:r>
              <a:rPr lang="en-US" altLang="zh-CN" sz="1000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en-US" altLang="zh-CN" sz="1000" dirty="0">
                <a:solidFill>
                  <a:srgbClr val="00CC99">
                    <a:lumMod val="50000"/>
                  </a:srgbClr>
                </a:solidFill>
                <a:latin typeface="Consolas" panose="020B0609020204030204" pitchFamily="49" charset="0"/>
              </a:rPr>
              <a:t>linebuffer row index</a:t>
            </a:r>
          </a:p>
          <a:p>
            <a:pPr lvl="0">
              <a:defRPr/>
            </a:pPr>
            <a:endParaRPr lang="zh-CN" altLang="en-US" sz="10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(col = 0; col &lt; cols; col++)</a:t>
            </a:r>
          </a:p>
          <a:p>
            <a:pPr lvl="1">
              <a:defRPr/>
            </a:pP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>
              <a:defRPr/>
            </a:pPr>
            <a:r>
              <a:rPr lang="en-US" altLang="zh-CN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#pragma</a:t>
            </a:r>
            <a:r>
              <a:rPr lang="en-US" altLang="zh-CN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HLS pipeline</a:t>
            </a:r>
          </a:p>
          <a:p>
            <a:pPr lvl="2">
              <a:defRPr/>
            </a:pP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LineBuffer[0][col] = 0;</a:t>
            </a:r>
          </a:p>
          <a:p>
            <a:pPr lvl="2">
              <a:defRPr/>
            </a:pP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gray &gt;&gt; LineBuffer[1][col];</a:t>
            </a:r>
          </a:p>
          <a:p>
            <a:pPr lvl="1">
              <a:defRPr/>
            </a:pP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圆角矩形标注 7"/>
          <p:cNvSpPr/>
          <p:nvPr/>
        </p:nvSpPr>
        <p:spPr bwMode="auto">
          <a:xfrm>
            <a:off x="6095999" y="3810000"/>
            <a:ext cx="2946057" cy="1073765"/>
          </a:xfrm>
          <a:prstGeom prst="wedgeRoundRectCallout">
            <a:avLst>
              <a:gd name="adj1" fmla="val -66326"/>
              <a:gd name="adj2" fmla="val -63063"/>
              <a:gd name="adj3" fmla="val 16667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 dirty="0">
                <a:latin typeface="Noto Sans CJK SC Regular" charset="0"/>
                <a:ea typeface="SimSun" panose="02010600030101010101" pitchFamily="2" charset="-122"/>
              </a:rPr>
              <a:t>The window buffer should provides 9 pixels per cycle, thus the windowbuffer has to be unrolled completely</a:t>
            </a:r>
          </a:p>
        </p:txBody>
      </p:sp>
      <p:sp>
        <p:nvSpPr>
          <p:cNvPr id="9" name="圆角矩形标注 8"/>
          <p:cNvSpPr/>
          <p:nvPr/>
        </p:nvSpPr>
        <p:spPr bwMode="auto">
          <a:xfrm>
            <a:off x="6096000" y="2306735"/>
            <a:ext cx="2946057" cy="1073765"/>
          </a:xfrm>
          <a:prstGeom prst="wedgeRoundRectCallout">
            <a:avLst>
              <a:gd name="adj1" fmla="val -67584"/>
              <a:gd name="adj2" fmla="val 8861"/>
              <a:gd name="adj3" fmla="val 16667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lnSpc>
                <a:spcPct val="88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 dirty="0">
                <a:latin typeface="Noto Sans CJK SC Regular" charset="0"/>
                <a:ea typeface="SimSun" panose="02010600030101010101" pitchFamily="2" charset="-122"/>
              </a:rPr>
              <a:t>The linebuffer should provides 3 pixels per cycle, thus expand the array in dimension 1 will be ok</a:t>
            </a:r>
          </a:p>
        </p:txBody>
      </p:sp>
    </p:spTree>
    <p:extLst>
      <p:ext uri="{BB962C8B-B14F-4D97-AF65-F5344CB8AC3E}">
        <p14:creationId xmlns:p14="http://schemas.microsoft.com/office/powerpoint/2010/main" val="672309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52770" y="228600"/>
            <a:ext cx="7874000" cy="530352"/>
          </a:xfrm>
        </p:spPr>
        <p:txBody>
          <a:bodyPr/>
          <a:lstStyle/>
          <a:p>
            <a:r>
              <a:rPr lang="en-US" smtClean="0"/>
              <a:t>Run </a:t>
            </a:r>
            <a:r>
              <a:rPr lang="en-US" dirty="0" smtClean="0"/>
              <a:t>the Solution 1 on a Zynq board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858" y="2541845"/>
            <a:ext cx="5031824" cy="308225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90600" y="1295400"/>
            <a:ext cx="3717364" cy="10071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90426" lvl="0" indent="-290426" defTabSz="914400">
              <a:lnSpc>
                <a:spcPct val="110000"/>
              </a:lnSpc>
              <a:spcBef>
                <a:spcPts val="800"/>
              </a:spcBef>
              <a:buClr>
                <a:srgbClr val="EC891D"/>
              </a:buClr>
              <a:buSzPct val="88000"/>
              <a:buBlip>
                <a:blip r:embed="rId3"/>
              </a:buBlip>
            </a:pPr>
            <a:r>
              <a:rPr lang="en-US" altLang="zh-CN" sz="2399" kern="0" dirty="0" smtClean="0">
                <a:solidFill>
                  <a:srgbClr val="3F3F3F"/>
                </a:solidFill>
                <a:latin typeface="Arial"/>
                <a:cs typeface="+mn-cs"/>
              </a:rPr>
              <a:t>3.7ms@ 720p, 300MHz</a:t>
            </a:r>
          </a:p>
          <a:p>
            <a:pPr marL="290426" lvl="0" indent="-290426" defTabSz="914400">
              <a:lnSpc>
                <a:spcPct val="110000"/>
              </a:lnSpc>
              <a:spcBef>
                <a:spcPts val="800"/>
              </a:spcBef>
              <a:buClr>
                <a:srgbClr val="EC891D"/>
              </a:buClr>
              <a:buSzPct val="88000"/>
              <a:buBlip>
                <a:blip r:embed="rId3"/>
              </a:buBlip>
            </a:pPr>
            <a:r>
              <a:rPr lang="en-US" altLang="zh-CN" sz="2399" kern="0" dirty="0" smtClean="0">
                <a:solidFill>
                  <a:srgbClr val="3F3F3F"/>
                </a:solidFill>
                <a:latin typeface="Arial"/>
                <a:cs typeface="+mn-cs"/>
              </a:rPr>
              <a:t>4.2x SpeedUp</a:t>
            </a:r>
            <a:endParaRPr lang="en-US" altLang="zh-CN" sz="2399" kern="0" dirty="0">
              <a:solidFill>
                <a:srgbClr val="3F3F3F"/>
              </a:solidFill>
              <a:latin typeface="Ari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32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© Copyright 2017 Xilinx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605929"/>
              </p:ext>
            </p:extLst>
          </p:nvPr>
        </p:nvGraphicFramePr>
        <p:xfrm>
          <a:off x="1560120" y="2307088"/>
          <a:ext cx="6023759" cy="2407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2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13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latency</a:t>
                      </a:r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 naïve Sobel filter implementation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1181ms</a:t>
                      </a:r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91772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Problem</a:t>
                      </a:r>
                      <a:r>
                        <a:rPr lang="en-US" sz="1400" dirty="0" smtClean="0"/>
                        <a:t> 1: Non-sequential overlapped memory accesses</a:t>
                      </a:r>
                    </a:p>
                    <a:p>
                      <a:r>
                        <a:rPr lang="en-US" sz="1400" b="1" dirty="0" smtClean="0"/>
                        <a:t>Solution</a:t>
                      </a:r>
                      <a:r>
                        <a:rPr lang="en-US" sz="1400" dirty="0" smtClean="0"/>
                        <a:t> 1: Reducing memory access by 9x using line and window buffers</a:t>
                      </a:r>
                    </a:p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15</a:t>
                      </a:r>
                      <a:r>
                        <a:rPr lang="en-US" altLang="zh-CN" sz="1400" dirty="0" smtClean="0"/>
                        <a:t>.8</a:t>
                      </a:r>
                      <a:r>
                        <a:rPr lang="en-US" sz="1400" dirty="0" smtClean="0"/>
                        <a:t>ms</a:t>
                      </a:r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5979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Problem</a:t>
                      </a:r>
                      <a:r>
                        <a:rPr lang="en-US" sz="1400" dirty="0" smtClean="0"/>
                        <a:t> 2: Sequential loop iteration</a:t>
                      </a:r>
                    </a:p>
                    <a:p>
                      <a:r>
                        <a:rPr lang="en-US" sz="1400" b="1" dirty="0" smtClean="0"/>
                        <a:t>Solution</a:t>
                      </a:r>
                      <a:r>
                        <a:rPr lang="en-US" sz="1400" dirty="0" smtClean="0"/>
                        <a:t> 2: Pipeline loop iteration using the</a:t>
                      </a:r>
                      <a:r>
                        <a:rPr lang="en-US" sz="1400" baseline="0" dirty="0" smtClean="0"/>
                        <a:t> pipeline pragma</a:t>
                      </a:r>
                      <a:endParaRPr lang="en-US" sz="1400" dirty="0" smtClean="0"/>
                    </a:p>
                    <a:p>
                      <a:endParaRPr lang="en-US" sz="14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</a:t>
                      </a:r>
                      <a:r>
                        <a:rPr lang="en-US" altLang="zh-CN" sz="1400" dirty="0" smtClean="0"/>
                        <a:t>.7ms</a:t>
                      </a:r>
                      <a:endParaRPr lang="en-US" sz="14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 bwMode="auto">
          <a:xfrm>
            <a:off x="3866836" y="4876800"/>
            <a:ext cx="1410325" cy="323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4299" rIns="68598" bIns="34299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496" indent="-171496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1500" b="1" kern="0" dirty="0" smtClean="0">
                <a:solidFill>
                  <a:srgbClr val="008000"/>
                </a:solidFill>
                <a:latin typeface="+mn-lt"/>
              </a:rPr>
              <a:t>319x Speedup</a:t>
            </a:r>
            <a:endParaRPr lang="en-US" sz="1500" b="1" kern="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250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Noto Sans CJK SC Regular"/>
        <a:cs typeface="Noto Sans CJK SC Regular"/>
      </a:majorFont>
      <a:minorFont>
        <a:latin typeface="Arial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Noto Sans CJK SC Regular"/>
        <a:cs typeface="Noto Sans CJK SC Regular"/>
      </a:majorFont>
      <a:minorFont>
        <a:latin typeface="Arial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Noto Sans CJK SC Regular"/>
        <a:cs typeface="Noto Sans CJK SC Regular"/>
      </a:majorFont>
      <a:minorFont>
        <a:latin typeface="Arial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Noto Sans CJK SC Regular"/>
        <a:cs typeface="Noto Sans CJK SC Regular"/>
      </a:majorFont>
      <a:minorFont>
        <a:latin typeface="Arial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Noto Sans CJK SC Regular"/>
        <a:cs typeface="Noto Sans CJK SC Regular"/>
      </a:majorFont>
      <a:minorFont>
        <a:latin typeface="Arial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Noto Sans CJK SC Regular"/>
        <a:cs typeface="Noto Sans CJK SC Regular"/>
      </a:majorFont>
      <a:minorFont>
        <a:latin typeface="Arial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Noto Sans CJK SC Regular"/>
        <a:cs typeface="Noto Sans CJK SC Regular"/>
      </a:majorFont>
      <a:minorFont>
        <a:latin typeface="Arial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0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Noto Sans CJK SC Regular"/>
        <a:cs typeface="Noto Sans CJK SC Regular"/>
      </a:majorFont>
      <a:minorFont>
        <a:latin typeface="Arial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Noto Sans CJK SC Regular"/>
        <a:cs typeface="Noto Sans CJK SC Regular"/>
      </a:majorFont>
      <a:minorFont>
        <a:latin typeface="Arial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Noto Sans CJK SC Regular"/>
        <a:cs typeface="Noto Sans CJK SC Regular"/>
      </a:majorFont>
      <a:minorFont>
        <a:latin typeface="Arial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Noto Sans CJK SC Regular"/>
        <a:cs typeface="Noto Sans CJK SC Regular"/>
      </a:majorFont>
      <a:minorFont>
        <a:latin typeface="Arial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8000"/>
          </a:lnSpc>
          <a:spcBef>
            <a:spcPts val="90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2101</TotalTime>
  <Words>2154</Words>
  <Application>Microsoft Macintosh PowerPoint</Application>
  <PresentationFormat>On-screen Show (4:3)</PresentationFormat>
  <Paragraphs>433</Paragraphs>
  <Slides>30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30</vt:i4>
      </vt:variant>
    </vt:vector>
  </HeadingPairs>
  <TitlesOfParts>
    <vt:vector size="48" baseType="lpstr">
      <vt:lpstr>Consolas</vt:lpstr>
      <vt:lpstr>Noto Sans CJK SC Regular</vt:lpstr>
      <vt:lpstr>SimSun</vt:lpstr>
      <vt:lpstr>Times New Roman</vt:lpstr>
      <vt:lpstr>Wingdings</vt:lpstr>
      <vt:lpstr>宋体</vt:lpstr>
      <vt:lpstr>Arial</vt:lpstr>
      <vt:lpstr>Office Theme</vt:lpstr>
      <vt:lpstr>2_Office Theme</vt:lpstr>
      <vt:lpstr>3_Office Theme</vt:lpstr>
      <vt:lpstr>4_Office Theme</vt:lpstr>
      <vt:lpstr>5_Office Theme</vt:lpstr>
      <vt:lpstr>8_Office Theme</vt:lpstr>
      <vt:lpstr>9_Office Theme</vt:lpstr>
      <vt:lpstr>10_Office Theme</vt:lpstr>
      <vt:lpstr>11_Office Theme</vt:lpstr>
      <vt:lpstr>12_Office Theme</vt:lpstr>
      <vt:lpstr>1_Office Theme</vt:lpstr>
      <vt:lpstr>PowerPoint Presentation</vt:lpstr>
      <vt:lpstr>Sobel Filter Algorithm</vt:lpstr>
      <vt:lpstr>Sobel Filter Code</vt:lpstr>
      <vt:lpstr>Naïve Sobel Filter Implementation</vt:lpstr>
      <vt:lpstr>Run the Naïve Sobel on a Zynq Board </vt:lpstr>
      <vt:lpstr>Problem 1: Non-Sequential Overlapped Memory Access </vt:lpstr>
      <vt:lpstr>Problem 1: Non-Sequential Overlapped Memory</vt:lpstr>
      <vt:lpstr>Problem 1: Non-Sequential Overlapped Memory</vt:lpstr>
      <vt:lpstr>Problem 1: Non-Sequential Overlapped Memory</vt:lpstr>
      <vt:lpstr>Problem 1: Non-Sequential Overlapped Memory</vt:lpstr>
      <vt:lpstr>Problem 1: Non-Sequential Overlapped Memory</vt:lpstr>
      <vt:lpstr>Solution 1: Direct Stream Using  Line and Window Buffers</vt:lpstr>
      <vt:lpstr>Solution 1: Direct Stream Using  Line and Window Buffers</vt:lpstr>
      <vt:lpstr>Solution 1: Direct Stream Using  Line and Window Buffers</vt:lpstr>
      <vt:lpstr>Solution 1: Direct Stream Using  Line and Window Buffers</vt:lpstr>
      <vt:lpstr>Solution 1: Direct Stream Using  Line and Window Buffers</vt:lpstr>
      <vt:lpstr>Solution 1: Direct Stream Using  Line and Window Buffers</vt:lpstr>
      <vt:lpstr>Line Buffer and Window Buffer in HLS</vt:lpstr>
      <vt:lpstr>Line Buffer and Window Buffer in HLS</vt:lpstr>
      <vt:lpstr>Buffer Initialization</vt:lpstr>
      <vt:lpstr>Fill and Update Buffer (1)</vt:lpstr>
      <vt:lpstr>PowerPoint Presentation</vt:lpstr>
      <vt:lpstr>Fill and Update Buffer (3)</vt:lpstr>
      <vt:lpstr>Run the Solution 1 on a Zynq Board </vt:lpstr>
      <vt:lpstr>Problem 2: Loop Iterations Are Sequential</vt:lpstr>
      <vt:lpstr>Solution 2: Pipeline Loop Iterations</vt:lpstr>
      <vt:lpstr>Solution 2: Pipeline Loop Iterations</vt:lpstr>
      <vt:lpstr>Solution 2: Pipeline Loop Iterations</vt:lpstr>
      <vt:lpstr>Run the Solution 1 on a Zynq board 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Presentation Template</dc:subject>
  <dc:creator>Microsoft Office User</dc:creator>
  <cp:keywords>Presentation, Slides</cp:keywords>
  <dc:description>Powerpoint Template for Presentation - © IMEC 2002</dc:description>
  <cp:lastModifiedBy>Microsoft Office User</cp:lastModifiedBy>
  <cp:revision>177</cp:revision>
  <cp:lastPrinted>2003-02-14T08:56:16Z</cp:lastPrinted>
  <dcterms:created xsi:type="dcterms:W3CDTF">2018-07-07T04:06:49Z</dcterms:created>
  <dcterms:modified xsi:type="dcterms:W3CDTF">2019-08-15T10:25:15Z</dcterms:modified>
</cp:coreProperties>
</file>