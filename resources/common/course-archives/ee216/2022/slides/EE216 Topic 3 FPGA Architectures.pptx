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bookmarkIdSeed="3">
  <p:sldMasterIdLst>
    <p:sldMasterId id="2147483660" r:id="rId1"/>
    <p:sldMasterId id="2147483673" r:id="rId2"/>
  </p:sldMasterIdLst>
  <p:notesMasterIdLst>
    <p:notesMasterId r:id="rId54"/>
  </p:notesMasterIdLst>
  <p:handoutMasterIdLst>
    <p:handoutMasterId r:id="rId55"/>
  </p:handoutMasterIdLst>
  <p:sldIdLst>
    <p:sldId id="743" r:id="rId3"/>
    <p:sldId id="692" r:id="rId4"/>
    <p:sldId id="693" r:id="rId5"/>
    <p:sldId id="694" r:id="rId6"/>
    <p:sldId id="695" r:id="rId7"/>
    <p:sldId id="696" r:id="rId8"/>
    <p:sldId id="697" r:id="rId9"/>
    <p:sldId id="698" r:id="rId10"/>
    <p:sldId id="699" r:id="rId11"/>
    <p:sldId id="700" r:id="rId12"/>
    <p:sldId id="701" r:id="rId13"/>
    <p:sldId id="702" r:id="rId14"/>
    <p:sldId id="703" r:id="rId15"/>
    <p:sldId id="704" r:id="rId16"/>
    <p:sldId id="705" r:id="rId17"/>
    <p:sldId id="706" r:id="rId18"/>
    <p:sldId id="707" r:id="rId19"/>
    <p:sldId id="708" r:id="rId20"/>
    <p:sldId id="709" r:id="rId21"/>
    <p:sldId id="710" r:id="rId22"/>
    <p:sldId id="711" r:id="rId23"/>
    <p:sldId id="712" r:id="rId24"/>
    <p:sldId id="713" r:id="rId25"/>
    <p:sldId id="742" r:id="rId26"/>
    <p:sldId id="741" r:id="rId27"/>
    <p:sldId id="740" r:id="rId28"/>
    <p:sldId id="715" r:id="rId29"/>
    <p:sldId id="716" r:id="rId30"/>
    <p:sldId id="717" r:id="rId31"/>
    <p:sldId id="718" r:id="rId32"/>
    <p:sldId id="719" r:id="rId33"/>
    <p:sldId id="720" r:id="rId34"/>
    <p:sldId id="721" r:id="rId35"/>
    <p:sldId id="722" r:id="rId36"/>
    <p:sldId id="723" r:id="rId37"/>
    <p:sldId id="724" r:id="rId38"/>
    <p:sldId id="725" r:id="rId39"/>
    <p:sldId id="726" r:id="rId40"/>
    <p:sldId id="727" r:id="rId41"/>
    <p:sldId id="728" r:id="rId42"/>
    <p:sldId id="729" r:id="rId43"/>
    <p:sldId id="730" r:id="rId44"/>
    <p:sldId id="731" r:id="rId45"/>
    <p:sldId id="732" r:id="rId46"/>
    <p:sldId id="733" r:id="rId47"/>
    <p:sldId id="734" r:id="rId48"/>
    <p:sldId id="735" r:id="rId49"/>
    <p:sldId id="736" r:id="rId50"/>
    <p:sldId id="737" r:id="rId51"/>
    <p:sldId id="738" r:id="rId52"/>
    <p:sldId id="739" r:id="rId53"/>
  </p:sldIdLst>
  <p:sldSz cx="9144000" cy="6858000" type="screen4x3"/>
  <p:notesSz cx="6997700" cy="92837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54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4">
          <p15:clr>
            <a:srgbClr val="A4A3A4"/>
          </p15:clr>
        </p15:guide>
        <p15:guide id="2" pos="22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0F0F"/>
    <a:srgbClr val="003300"/>
    <a:srgbClr val="FFFF66"/>
    <a:srgbClr val="F1F8E4"/>
    <a:srgbClr val="7DCB95"/>
    <a:srgbClr val="DBF1E2"/>
    <a:srgbClr val="7ECB95"/>
    <a:srgbClr val="CC0066"/>
    <a:srgbClr val="339966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31" autoAdjust="0"/>
    <p:restoredTop sz="94972" autoAdjust="0"/>
  </p:normalViewPr>
  <p:slideViewPr>
    <p:cSldViewPr>
      <p:cViewPr varScale="1">
        <p:scale>
          <a:sx n="87" d="100"/>
          <a:sy n="87" d="100"/>
        </p:scale>
        <p:origin x="2456" y="184"/>
      </p:cViewPr>
      <p:guideLst>
        <p:guide orient="horz" pos="55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474"/>
    </p:cViewPr>
  </p:sorterViewPr>
  <p:notesViewPr>
    <p:cSldViewPr showGuides="1">
      <p:cViewPr>
        <p:scale>
          <a:sx n="150" d="100"/>
          <a:sy n="150" d="100"/>
        </p:scale>
        <p:origin x="-72" y="2484"/>
      </p:cViewPr>
      <p:guideLst>
        <p:guide orient="horz" pos="2924"/>
        <p:guide pos="22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theme" Target="theme/theme1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viewProps" Target="view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32336" cy="464185"/>
          </a:xfrm>
          <a:prstGeom prst="rect">
            <a:avLst/>
          </a:prstGeom>
        </p:spPr>
        <p:txBody>
          <a:bodyPr vert="horz" lIns="93026" tIns="46513" rIns="93026" bIns="46513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63745" y="1"/>
            <a:ext cx="3032336" cy="464185"/>
          </a:xfrm>
          <a:prstGeom prst="rect">
            <a:avLst/>
          </a:prstGeom>
        </p:spPr>
        <p:txBody>
          <a:bodyPr vert="horz" lIns="93026" tIns="46513" rIns="93026" bIns="46513" rtlCol="0"/>
          <a:lstStyle>
            <a:lvl1pPr algn="r">
              <a:defRPr sz="1200"/>
            </a:lvl1pPr>
          </a:lstStyle>
          <a:p>
            <a:fld id="{1AA00FBE-5032-4360-8902-D1451B8DE436}" type="datetimeFigureOut">
              <a:rPr lang="it-IT" smtClean="0"/>
              <a:pPr/>
              <a:t>18/03/22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17904"/>
            <a:ext cx="3032336" cy="464185"/>
          </a:xfrm>
          <a:prstGeom prst="rect">
            <a:avLst/>
          </a:prstGeom>
        </p:spPr>
        <p:txBody>
          <a:bodyPr vert="horz" lIns="93026" tIns="46513" rIns="93026" bIns="46513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63745" y="8817904"/>
            <a:ext cx="3032336" cy="464185"/>
          </a:xfrm>
          <a:prstGeom prst="rect">
            <a:avLst/>
          </a:prstGeom>
        </p:spPr>
        <p:txBody>
          <a:bodyPr vert="horz" lIns="93026" tIns="46513" rIns="93026" bIns="46513" rtlCol="0" anchor="b"/>
          <a:lstStyle>
            <a:lvl1pPr algn="r">
              <a:defRPr sz="1200"/>
            </a:lvl1pPr>
          </a:lstStyle>
          <a:p>
            <a:fld id="{776EFCDC-CB6D-4C37-B618-0D910EA7C3C0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4699351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32336" cy="464185"/>
          </a:xfrm>
          <a:prstGeom prst="rect">
            <a:avLst/>
          </a:prstGeom>
        </p:spPr>
        <p:txBody>
          <a:bodyPr vert="horz" lIns="93026" tIns="46513" rIns="93026" bIns="46513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63745" y="1"/>
            <a:ext cx="3032336" cy="464185"/>
          </a:xfrm>
          <a:prstGeom prst="rect">
            <a:avLst/>
          </a:prstGeom>
        </p:spPr>
        <p:txBody>
          <a:bodyPr vert="horz" lIns="93026" tIns="46513" rIns="93026" bIns="46513" rtlCol="0"/>
          <a:lstStyle>
            <a:lvl1pPr algn="r">
              <a:defRPr sz="1200"/>
            </a:lvl1pPr>
          </a:lstStyle>
          <a:p>
            <a:fld id="{28FB76EB-CCD5-44EE-AFB5-86A7D5A5694D}" type="datetimeFigureOut">
              <a:rPr lang="it-IT" smtClean="0"/>
              <a:pPr/>
              <a:t>18/03/22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79513" y="696913"/>
            <a:ext cx="4638675" cy="3479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026" tIns="46513" rIns="93026" bIns="46513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9770" y="4409757"/>
            <a:ext cx="5598160" cy="4177665"/>
          </a:xfrm>
          <a:prstGeom prst="rect">
            <a:avLst/>
          </a:prstGeom>
        </p:spPr>
        <p:txBody>
          <a:bodyPr vert="horz" lIns="93026" tIns="46513" rIns="93026" bIns="46513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17904"/>
            <a:ext cx="3032336" cy="464185"/>
          </a:xfrm>
          <a:prstGeom prst="rect">
            <a:avLst/>
          </a:prstGeom>
        </p:spPr>
        <p:txBody>
          <a:bodyPr vert="horz" lIns="93026" tIns="46513" rIns="93026" bIns="46513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63745" y="8817904"/>
            <a:ext cx="3032336" cy="464185"/>
          </a:xfrm>
          <a:prstGeom prst="rect">
            <a:avLst/>
          </a:prstGeom>
        </p:spPr>
        <p:txBody>
          <a:bodyPr vert="horz" lIns="93026" tIns="46513" rIns="93026" bIns="46513" rtlCol="0" anchor="b"/>
          <a:lstStyle>
            <a:lvl1pPr algn="r">
              <a:defRPr sz="1200"/>
            </a:lvl1pPr>
          </a:lstStyle>
          <a:p>
            <a:fld id="{0631DD7B-2EBD-466F-B277-0EDC35A7E7C2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61373469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5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215900" indent="-214313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88000"/>
              </a:lnSpc>
              <a:spcBef>
                <a:spcPts val="9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88000"/>
              </a:lnSpc>
              <a:spcBef>
                <a:spcPts val="9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88000"/>
              </a:lnSpc>
              <a:spcBef>
                <a:spcPts val="9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88000"/>
              </a:lnSpc>
              <a:spcBef>
                <a:spcPts val="9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r>
              <a:rPr lang="en-US" altLang="en-US" sz="1000">
                <a:solidFill>
                  <a:srgbClr val="1E355E"/>
                </a:solidFill>
                <a:latin typeface="Times New Roman" panose="02020603050405020304" pitchFamily="18" charset="0"/>
              </a:rPr>
              <a:t>Title</a:t>
            </a:r>
          </a:p>
        </p:txBody>
      </p:sp>
      <p:sp>
        <p:nvSpPr>
          <p:cNvPr id="123907" name="Rectangle 7"/>
          <p:cNvSpPr>
            <a:spLocks noGrp="1" noChangeArrowheads="1"/>
          </p:cNvSpPr>
          <p:nvPr>
            <p:ph type="ftr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215900" indent="-214313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88000"/>
              </a:lnSpc>
              <a:spcBef>
                <a:spcPts val="9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88000"/>
              </a:lnSpc>
              <a:spcBef>
                <a:spcPts val="9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88000"/>
              </a:lnSpc>
              <a:spcBef>
                <a:spcPts val="9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88000"/>
              </a:lnSpc>
              <a:spcBef>
                <a:spcPts val="9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r>
              <a:rPr lang="en-US" altLang="en-US" sz="1000">
                <a:solidFill>
                  <a:srgbClr val="1E355E"/>
                </a:solidFill>
                <a:latin typeface="Times New Roman" panose="02020603050405020304" pitchFamily="18" charset="0"/>
              </a:rPr>
              <a:t>FirstName LastName – Activity / Group</a:t>
            </a:r>
          </a:p>
        </p:txBody>
      </p:sp>
      <p:sp>
        <p:nvSpPr>
          <p:cNvPr id="123908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215900" indent="-214313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88000"/>
              </a:lnSpc>
              <a:spcBef>
                <a:spcPts val="9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88000"/>
              </a:lnSpc>
              <a:spcBef>
                <a:spcPts val="9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88000"/>
              </a:lnSpc>
              <a:spcBef>
                <a:spcPts val="9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88000"/>
              </a:lnSpc>
              <a:spcBef>
                <a:spcPts val="9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fld id="{B6D88CF1-F312-4B22-9E31-7CAE6E6BEB02}" type="slidenum">
              <a:rPr lang="en-US" altLang="en-US" sz="1000">
                <a:solidFill>
                  <a:srgbClr val="1E355E"/>
                </a:solidFill>
                <a:latin typeface="Times New Roman" panose="02020603050405020304" pitchFamily="18" charset="0"/>
              </a:rPr>
              <a:pPr/>
              <a:t>1</a:t>
            </a:fld>
            <a:endParaRPr lang="en-US" altLang="en-US" sz="1000">
              <a:solidFill>
                <a:srgbClr val="1E355E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90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23910" name="Text Box 2"/>
          <p:cNvSpPr txBox="1">
            <a:spLocks noChangeArrowheads="1"/>
          </p:cNvSpPr>
          <p:nvPr/>
        </p:nvSpPr>
        <p:spPr bwMode="auto">
          <a:xfrm>
            <a:off x="942975" y="4579938"/>
            <a:ext cx="5427663" cy="4294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123911" name="Text Box 3"/>
          <p:cNvSpPr txBox="1">
            <a:spLocks noChangeArrowheads="1"/>
          </p:cNvSpPr>
          <p:nvPr/>
        </p:nvSpPr>
        <p:spPr bwMode="auto">
          <a:xfrm>
            <a:off x="3752850" y="9012238"/>
            <a:ext cx="3170238" cy="239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3200" rIns="90000" bIns="43200" anchor="b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88000"/>
              </a:lnSpc>
              <a:spcBef>
                <a:spcPts val="9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88000"/>
              </a:lnSpc>
              <a:spcBef>
                <a:spcPts val="9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88000"/>
              </a:lnSpc>
              <a:spcBef>
                <a:spcPts val="9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88000"/>
              </a:lnSpc>
              <a:spcBef>
                <a:spcPts val="9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fld id="{654DB137-E486-4154-8231-3FEA2F457110}" type="slidenum">
              <a:rPr lang="it-IT" altLang="en-US" sz="1000">
                <a:solidFill>
                  <a:srgbClr val="1E355E"/>
                </a:solidFill>
              </a:rPr>
              <a:pPr algn="r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t>1</a:t>
            </a:fld>
            <a:endParaRPr lang="it-IT" altLang="en-US" sz="1000">
              <a:solidFill>
                <a:srgbClr val="1E355E"/>
              </a:solidFill>
            </a:endParaRPr>
          </a:p>
        </p:txBody>
      </p:sp>
      <p:sp>
        <p:nvSpPr>
          <p:cNvPr id="123912" name="Text Box 4"/>
          <p:cNvSpPr txBox="1">
            <a:spLocks noChangeArrowheads="1"/>
          </p:cNvSpPr>
          <p:nvPr/>
        </p:nvSpPr>
        <p:spPr bwMode="auto">
          <a:xfrm>
            <a:off x="388938" y="9012238"/>
            <a:ext cx="3170237" cy="239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3112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id="{7F6373B9-1C83-4339-AFC5-AFB257DC774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000"/>
              <a:t>Title</a:t>
            </a:r>
            <a:endParaRPr lang="en-US" altLang="zh-CN" sz="1000"/>
          </a:p>
        </p:txBody>
      </p:sp>
      <p:sp>
        <p:nvSpPr>
          <p:cNvPr id="55299" name="Rectangle 6">
            <a:extLst>
              <a:ext uri="{FF2B5EF4-FFF2-40B4-BE49-F238E27FC236}">
                <a16:creationId xmlns:a16="http://schemas.microsoft.com/office/drawing/2014/main" id="{786CC234-C490-4F28-8770-016C8CDCC7F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000"/>
              <a:t>FirstName LastName – Activity / Group</a:t>
            </a:r>
            <a:endParaRPr lang="en-US" altLang="zh-CN" sz="1000"/>
          </a:p>
        </p:txBody>
      </p:sp>
      <p:sp>
        <p:nvSpPr>
          <p:cNvPr id="55300" name="Rectangle 7">
            <a:extLst>
              <a:ext uri="{FF2B5EF4-FFF2-40B4-BE49-F238E27FC236}">
                <a16:creationId xmlns:a16="http://schemas.microsoft.com/office/drawing/2014/main" id="{64213C66-64A4-4ADE-994A-1AA715A2AA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E7BE9D1-4ED8-4815-A4B0-4FAE1340287F}" type="slidenum">
              <a:rPr lang="zh-CN" altLang="en-US" sz="1000"/>
              <a:pPr/>
              <a:t>4</a:t>
            </a:fld>
            <a:endParaRPr lang="en-US" altLang="zh-CN" sz="1000"/>
          </a:p>
        </p:txBody>
      </p:sp>
      <p:sp>
        <p:nvSpPr>
          <p:cNvPr id="55301" name="Rectangle 2">
            <a:extLst>
              <a:ext uri="{FF2B5EF4-FFF2-40B4-BE49-F238E27FC236}">
                <a16:creationId xmlns:a16="http://schemas.microsoft.com/office/drawing/2014/main" id="{204B8B46-1BC4-47E7-938D-1498FBC6E7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5488"/>
            <a:ext cx="4783138" cy="3587750"/>
          </a:xfrm>
          <a:ln/>
        </p:spPr>
      </p:sp>
      <p:sp>
        <p:nvSpPr>
          <p:cNvPr id="55302" name="Rectangle 3">
            <a:extLst>
              <a:ext uri="{FF2B5EF4-FFF2-40B4-BE49-F238E27FC236}">
                <a16:creationId xmlns:a16="http://schemas.microsoft.com/office/drawing/2014/main" id="{E259B5E8-E7E1-4FC9-994D-54C5F891A4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4163" cy="4321175"/>
          </a:xfrm>
          <a:noFill/>
        </p:spPr>
        <p:txBody>
          <a:bodyPr/>
          <a:lstStyle/>
          <a:p>
            <a:r>
              <a:rPr lang="en-US" altLang="ko-KR">
                <a:latin typeface="Arial" panose="020B0604020202020204" pitchFamily="34" charset="0"/>
                <a:ea typeface="Gulim" panose="020B0600000101010101" pitchFamily="34" charset="-127"/>
              </a:rPr>
              <a:t>What are the major factors to be considered for the design of an embedded SoC?</a:t>
            </a:r>
          </a:p>
          <a:p>
            <a:r>
              <a:rPr lang="en-US" altLang="ko-KR">
                <a:latin typeface="Arial" panose="020B0604020202020204" pitchFamily="34" charset="0"/>
                <a:ea typeface="Gulim" panose="020B0600000101010101" pitchFamily="34" charset="-127"/>
              </a:rPr>
              <a:t>The most important factor is TTM. In other words, you must design and sell it faster than others or you lose. I’ll explain this in the following slides.</a:t>
            </a:r>
          </a:p>
          <a:p>
            <a:r>
              <a:rPr lang="en-US" altLang="ko-KR">
                <a:latin typeface="Arial" panose="020B0604020202020204" pitchFamily="34" charset="0"/>
                <a:ea typeface="Gulim" panose="020B0600000101010101" pitchFamily="34" charset="-127"/>
              </a:rPr>
              <a:t>The technology advances rapidly and there are lots of challenges.</a:t>
            </a:r>
          </a:p>
          <a:p>
            <a:r>
              <a:rPr lang="en-US" altLang="ko-KR">
                <a:latin typeface="Arial" panose="020B0604020202020204" pitchFamily="34" charset="0"/>
                <a:ea typeface="Gulim" panose="020B0600000101010101" pitchFamily="34" charset="-127"/>
              </a:rPr>
              <a:t>Leveraging on the advances in the technology, we must be able to satisfy the ever-increasing performance need.</a:t>
            </a:r>
          </a:p>
          <a:p>
            <a:r>
              <a:rPr lang="en-US" altLang="ko-KR">
                <a:latin typeface="Arial" panose="020B0604020202020204" pitchFamily="34" charset="0"/>
                <a:ea typeface="Gulim" panose="020B0600000101010101" pitchFamily="34" charset="-127"/>
              </a:rPr>
              <a:t>Power consumption is another important issue.</a:t>
            </a:r>
          </a:p>
          <a:p>
            <a:r>
              <a:rPr lang="en-US" altLang="ko-KR">
                <a:latin typeface="Arial" panose="020B0604020202020204" pitchFamily="34" charset="0"/>
                <a:ea typeface="Gulim" panose="020B0600000101010101" pitchFamily="34" charset="-127"/>
              </a:rPr>
              <a:t>Reliability, ...</a:t>
            </a:r>
          </a:p>
          <a:p>
            <a:r>
              <a:rPr lang="en-US" altLang="ko-KR">
                <a:latin typeface="Arial" panose="020B0604020202020204" pitchFamily="34" charset="0"/>
                <a:ea typeface="Gulim" panose="020B0600000101010101" pitchFamily="34" charset="-127"/>
              </a:rPr>
              <a:t>Cost is still an important issue. Chip area is the most concern in our case.</a:t>
            </a:r>
          </a:p>
        </p:txBody>
      </p:sp>
    </p:spTree>
    <p:extLst>
      <p:ext uri="{BB962C8B-B14F-4D97-AF65-F5344CB8AC3E}">
        <p14:creationId xmlns:p14="http://schemas.microsoft.com/office/powerpoint/2010/main" val="27468606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000"/>
              <a:t>Title</a:t>
            </a:r>
            <a:endParaRPr lang="en-US" altLang="zh-CN" sz="1000"/>
          </a:p>
        </p:txBody>
      </p:sp>
      <p:sp>
        <p:nvSpPr>
          <p:cNvPr id="5529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000"/>
              <a:t>FirstName LastName – Activity / Group</a:t>
            </a:r>
            <a:endParaRPr lang="en-US" altLang="zh-CN" sz="1000"/>
          </a:p>
        </p:txBody>
      </p:sp>
      <p:sp>
        <p:nvSpPr>
          <p:cNvPr id="5530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E4C41F2-9A2C-46E6-BF1F-531A9B1BBCC7}" type="slidenum">
              <a:rPr lang="zh-CN" altLang="en-US" sz="1000" smtClean="0"/>
              <a:pPr/>
              <a:t>25</a:t>
            </a:fld>
            <a:endParaRPr lang="en-US" altLang="zh-CN" sz="1000"/>
          </a:p>
        </p:txBody>
      </p:sp>
      <p:sp>
        <p:nvSpPr>
          <p:cNvPr id="5530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5488"/>
            <a:ext cx="4783138" cy="3587750"/>
          </a:xfrm>
          <a:ln/>
        </p:spPr>
      </p:sp>
      <p:sp>
        <p:nvSpPr>
          <p:cNvPr id="553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4163" cy="4321175"/>
          </a:xfrm>
          <a:noFill/>
        </p:spPr>
        <p:txBody>
          <a:bodyPr/>
          <a:lstStyle/>
          <a:p>
            <a:r>
              <a:rPr lang="en-US" altLang="ko-KR">
                <a:latin typeface="Arial" panose="020B0604020202020204" pitchFamily="34" charset="0"/>
                <a:ea typeface="굴림" pitchFamily="32" charset="-127"/>
              </a:rPr>
              <a:t>What are the major factors to be considered for the design of an embedded SoC?</a:t>
            </a:r>
          </a:p>
          <a:p>
            <a:r>
              <a:rPr lang="en-US" altLang="ko-KR">
                <a:latin typeface="Arial" panose="020B0604020202020204" pitchFamily="34" charset="0"/>
                <a:ea typeface="굴림" pitchFamily="32" charset="-127"/>
              </a:rPr>
              <a:t>The most important factor is TTM. In other words, you must design and sell it faster than others or you lose. I’ll explain this in the following slides.</a:t>
            </a:r>
          </a:p>
          <a:p>
            <a:r>
              <a:rPr lang="en-US" altLang="ko-KR">
                <a:latin typeface="Arial" panose="020B0604020202020204" pitchFamily="34" charset="0"/>
                <a:ea typeface="굴림" pitchFamily="32" charset="-127"/>
              </a:rPr>
              <a:t>The technology advances rapidly and there are lots of challenges.</a:t>
            </a:r>
          </a:p>
          <a:p>
            <a:r>
              <a:rPr lang="en-US" altLang="ko-KR">
                <a:latin typeface="Arial" panose="020B0604020202020204" pitchFamily="34" charset="0"/>
                <a:ea typeface="굴림" pitchFamily="32" charset="-127"/>
              </a:rPr>
              <a:t>Leveraging on the advances in the technology, we must be able to satisfy the ever-increasing performance need.</a:t>
            </a:r>
          </a:p>
          <a:p>
            <a:r>
              <a:rPr lang="en-US" altLang="ko-KR">
                <a:latin typeface="Arial" panose="020B0604020202020204" pitchFamily="34" charset="0"/>
                <a:ea typeface="굴림" pitchFamily="32" charset="-127"/>
              </a:rPr>
              <a:t>Power consumption is another important issue.</a:t>
            </a:r>
          </a:p>
          <a:p>
            <a:r>
              <a:rPr lang="en-US" altLang="ko-KR">
                <a:latin typeface="Arial" panose="020B0604020202020204" pitchFamily="34" charset="0"/>
                <a:ea typeface="굴림" pitchFamily="32" charset="-127"/>
              </a:rPr>
              <a:t>Reliability, ...</a:t>
            </a:r>
          </a:p>
          <a:p>
            <a:r>
              <a:rPr lang="en-US" altLang="ko-KR">
                <a:latin typeface="Arial" panose="020B0604020202020204" pitchFamily="34" charset="0"/>
                <a:ea typeface="굴림" pitchFamily="32" charset="-127"/>
              </a:rPr>
              <a:t>Cost is still an important issue. Chip area is the most concern in our case.</a:t>
            </a:r>
          </a:p>
        </p:txBody>
      </p:sp>
    </p:spTree>
    <p:extLst>
      <p:ext uri="{BB962C8B-B14F-4D97-AF65-F5344CB8AC3E}">
        <p14:creationId xmlns:p14="http://schemas.microsoft.com/office/powerpoint/2010/main" val="37420640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4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000"/>
              <a:t>Title</a:t>
            </a:r>
            <a:endParaRPr lang="en-US" altLang="zh-CN" sz="1000"/>
          </a:p>
        </p:txBody>
      </p:sp>
      <p:sp>
        <p:nvSpPr>
          <p:cNvPr id="6144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000"/>
              <a:t>FirstName LastName – Activity / Group</a:t>
            </a:r>
            <a:endParaRPr lang="en-US" altLang="zh-CN" sz="1000"/>
          </a:p>
        </p:txBody>
      </p:sp>
      <p:sp>
        <p:nvSpPr>
          <p:cNvPr id="614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B6ECE0A-C61A-4354-A045-D7E5D9FAF81F}" type="slidenum">
              <a:rPr lang="zh-CN" altLang="en-US" sz="1000" smtClean="0"/>
              <a:pPr/>
              <a:t>26</a:t>
            </a:fld>
            <a:endParaRPr lang="en-US" altLang="zh-CN" sz="1000"/>
          </a:p>
        </p:txBody>
      </p:sp>
      <p:sp>
        <p:nvSpPr>
          <p:cNvPr id="614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5488"/>
            <a:ext cx="4783138" cy="3587750"/>
          </a:xfrm>
          <a:ln/>
        </p:spPr>
      </p:sp>
      <p:sp>
        <p:nvSpPr>
          <p:cNvPr id="614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59300"/>
            <a:ext cx="5364163" cy="4321175"/>
          </a:xfrm>
          <a:noFill/>
        </p:spPr>
        <p:txBody>
          <a:bodyPr/>
          <a:lstStyle/>
          <a:p>
            <a:r>
              <a:rPr lang="en-US" altLang="ko-KR">
                <a:latin typeface="Arial" panose="020B0604020202020204" pitchFamily="34" charset="0"/>
                <a:ea typeface="굴림" pitchFamily="32" charset="-127"/>
              </a:rPr>
              <a:t>What are the major factors to be considered for the design of an embedded SoC?</a:t>
            </a:r>
          </a:p>
          <a:p>
            <a:r>
              <a:rPr lang="en-US" altLang="ko-KR">
                <a:latin typeface="Arial" panose="020B0604020202020204" pitchFamily="34" charset="0"/>
                <a:ea typeface="굴림" pitchFamily="32" charset="-127"/>
              </a:rPr>
              <a:t>The most important factor is TTM. In other words, you must design and sell it faster than others or you lose. I’ll explain this in the following slides.</a:t>
            </a:r>
          </a:p>
          <a:p>
            <a:r>
              <a:rPr lang="en-US" altLang="ko-KR">
                <a:latin typeface="Arial" panose="020B0604020202020204" pitchFamily="34" charset="0"/>
                <a:ea typeface="굴림" pitchFamily="32" charset="-127"/>
              </a:rPr>
              <a:t>The technology advances rapidly and there are lots of challenges.</a:t>
            </a:r>
          </a:p>
          <a:p>
            <a:r>
              <a:rPr lang="en-US" altLang="ko-KR">
                <a:latin typeface="Arial" panose="020B0604020202020204" pitchFamily="34" charset="0"/>
                <a:ea typeface="굴림" pitchFamily="32" charset="-127"/>
              </a:rPr>
              <a:t>Leveraging on the advances in the technology, we must be able to satisfy the ever-increasing performance need.</a:t>
            </a:r>
          </a:p>
          <a:p>
            <a:r>
              <a:rPr lang="en-US" altLang="ko-KR">
                <a:latin typeface="Arial" panose="020B0604020202020204" pitchFamily="34" charset="0"/>
                <a:ea typeface="굴림" pitchFamily="32" charset="-127"/>
              </a:rPr>
              <a:t>Power consumption is another important issue.</a:t>
            </a:r>
          </a:p>
          <a:p>
            <a:r>
              <a:rPr lang="en-US" altLang="ko-KR">
                <a:latin typeface="Arial" panose="020B0604020202020204" pitchFamily="34" charset="0"/>
                <a:ea typeface="굴림" pitchFamily="32" charset="-127"/>
              </a:rPr>
              <a:t>Reliability, ...</a:t>
            </a:r>
          </a:p>
          <a:p>
            <a:r>
              <a:rPr lang="en-US" altLang="ko-KR">
                <a:latin typeface="Arial" panose="020B0604020202020204" pitchFamily="34" charset="0"/>
                <a:ea typeface="굴림" pitchFamily="32" charset="-127"/>
              </a:rPr>
              <a:t>Cost is still an important issue. Chip area is the most concern in our case.</a:t>
            </a:r>
          </a:p>
        </p:txBody>
      </p:sp>
    </p:spTree>
    <p:extLst>
      <p:ext uri="{BB962C8B-B14F-4D97-AF65-F5344CB8AC3E}">
        <p14:creationId xmlns:p14="http://schemas.microsoft.com/office/powerpoint/2010/main" val="9662135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4">
            <a:extLst>
              <a:ext uri="{FF2B5EF4-FFF2-40B4-BE49-F238E27FC236}">
                <a16:creationId xmlns:a16="http://schemas.microsoft.com/office/drawing/2014/main" id="{53281C73-8931-4FB9-806C-5F66BC66B64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000"/>
              <a:t>Title</a:t>
            </a:r>
            <a:endParaRPr lang="en-US" altLang="zh-CN" sz="1000"/>
          </a:p>
        </p:txBody>
      </p:sp>
      <p:sp>
        <p:nvSpPr>
          <p:cNvPr id="56323" name="Rectangle 6">
            <a:extLst>
              <a:ext uri="{FF2B5EF4-FFF2-40B4-BE49-F238E27FC236}">
                <a16:creationId xmlns:a16="http://schemas.microsoft.com/office/drawing/2014/main" id="{BFBDBD4D-0D90-4192-8003-D1E766C39B6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000"/>
              <a:t>FirstName LastName – Activity / Group</a:t>
            </a:r>
            <a:endParaRPr lang="en-US" altLang="zh-CN" sz="1000"/>
          </a:p>
        </p:txBody>
      </p:sp>
      <p:sp>
        <p:nvSpPr>
          <p:cNvPr id="56324" name="Rectangle 7">
            <a:extLst>
              <a:ext uri="{FF2B5EF4-FFF2-40B4-BE49-F238E27FC236}">
                <a16:creationId xmlns:a16="http://schemas.microsoft.com/office/drawing/2014/main" id="{004157C3-BFB7-4B7D-A5B0-2169473153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DDEEEFA-5495-4425-9D5D-5A4B09966C9A}" type="slidenum">
              <a:rPr lang="zh-CN" altLang="en-US" sz="1000"/>
              <a:pPr/>
              <a:t>46</a:t>
            </a:fld>
            <a:endParaRPr lang="en-US" altLang="zh-CN" sz="1000"/>
          </a:p>
        </p:txBody>
      </p:sp>
      <p:sp>
        <p:nvSpPr>
          <p:cNvPr id="56325" name="Rectangle 12">
            <a:extLst>
              <a:ext uri="{FF2B5EF4-FFF2-40B4-BE49-F238E27FC236}">
                <a16:creationId xmlns:a16="http://schemas.microsoft.com/office/drawing/2014/main" id="{D42F6465-BDCF-4059-9A46-1BF934CCD09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140200" y="9118600"/>
            <a:ext cx="3163888" cy="47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defTabSz="423863">
              <a:tabLst>
                <a:tab pos="0" algn="l"/>
                <a:tab pos="423863" algn="l"/>
                <a:tab pos="847725" algn="l"/>
                <a:tab pos="1271588" algn="l"/>
                <a:tab pos="1695450" algn="l"/>
                <a:tab pos="2119313" algn="l"/>
                <a:tab pos="2543175" algn="l"/>
                <a:tab pos="2965450" algn="l"/>
                <a:tab pos="3389313" algn="l"/>
                <a:tab pos="3813175" algn="l"/>
                <a:tab pos="4237038" algn="l"/>
                <a:tab pos="4660900" algn="l"/>
                <a:tab pos="5084763" algn="l"/>
                <a:tab pos="5508625" algn="l"/>
                <a:tab pos="5932488" algn="l"/>
                <a:tab pos="6356350" algn="l"/>
                <a:tab pos="6780213" algn="l"/>
                <a:tab pos="7204075" algn="l"/>
                <a:tab pos="7627938" algn="l"/>
                <a:tab pos="8050213" algn="l"/>
                <a:tab pos="84740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8975" indent="-265113" defTabSz="423863">
              <a:tabLst>
                <a:tab pos="0" algn="l"/>
                <a:tab pos="423863" algn="l"/>
                <a:tab pos="847725" algn="l"/>
                <a:tab pos="1271588" algn="l"/>
                <a:tab pos="1695450" algn="l"/>
                <a:tab pos="2119313" algn="l"/>
                <a:tab pos="2543175" algn="l"/>
                <a:tab pos="2965450" algn="l"/>
                <a:tab pos="3389313" algn="l"/>
                <a:tab pos="3813175" algn="l"/>
                <a:tab pos="4237038" algn="l"/>
                <a:tab pos="4660900" algn="l"/>
                <a:tab pos="5084763" algn="l"/>
                <a:tab pos="5508625" algn="l"/>
                <a:tab pos="5932488" algn="l"/>
                <a:tab pos="6356350" algn="l"/>
                <a:tab pos="6780213" algn="l"/>
                <a:tab pos="7204075" algn="l"/>
                <a:tab pos="7627938" algn="l"/>
                <a:tab pos="8050213" algn="l"/>
                <a:tab pos="84740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058863" indent="-211138" defTabSz="423863">
              <a:tabLst>
                <a:tab pos="0" algn="l"/>
                <a:tab pos="423863" algn="l"/>
                <a:tab pos="847725" algn="l"/>
                <a:tab pos="1271588" algn="l"/>
                <a:tab pos="1695450" algn="l"/>
                <a:tab pos="2119313" algn="l"/>
                <a:tab pos="2543175" algn="l"/>
                <a:tab pos="2965450" algn="l"/>
                <a:tab pos="3389313" algn="l"/>
                <a:tab pos="3813175" algn="l"/>
                <a:tab pos="4237038" algn="l"/>
                <a:tab pos="4660900" algn="l"/>
                <a:tab pos="5084763" algn="l"/>
                <a:tab pos="5508625" algn="l"/>
                <a:tab pos="5932488" algn="l"/>
                <a:tab pos="6356350" algn="l"/>
                <a:tab pos="6780213" algn="l"/>
                <a:tab pos="7204075" algn="l"/>
                <a:tab pos="7627938" algn="l"/>
                <a:tab pos="8050213" algn="l"/>
                <a:tab pos="84740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482725" indent="-211138" defTabSz="423863">
              <a:tabLst>
                <a:tab pos="0" algn="l"/>
                <a:tab pos="423863" algn="l"/>
                <a:tab pos="847725" algn="l"/>
                <a:tab pos="1271588" algn="l"/>
                <a:tab pos="1695450" algn="l"/>
                <a:tab pos="2119313" algn="l"/>
                <a:tab pos="2543175" algn="l"/>
                <a:tab pos="2965450" algn="l"/>
                <a:tab pos="3389313" algn="l"/>
                <a:tab pos="3813175" algn="l"/>
                <a:tab pos="4237038" algn="l"/>
                <a:tab pos="4660900" algn="l"/>
                <a:tab pos="5084763" algn="l"/>
                <a:tab pos="5508625" algn="l"/>
                <a:tab pos="5932488" algn="l"/>
                <a:tab pos="6356350" algn="l"/>
                <a:tab pos="6780213" algn="l"/>
                <a:tab pos="7204075" algn="l"/>
                <a:tab pos="7627938" algn="l"/>
                <a:tab pos="8050213" algn="l"/>
                <a:tab pos="84740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06588" indent="-211138" defTabSz="423863">
              <a:tabLst>
                <a:tab pos="0" algn="l"/>
                <a:tab pos="423863" algn="l"/>
                <a:tab pos="847725" algn="l"/>
                <a:tab pos="1271588" algn="l"/>
                <a:tab pos="1695450" algn="l"/>
                <a:tab pos="2119313" algn="l"/>
                <a:tab pos="2543175" algn="l"/>
                <a:tab pos="2965450" algn="l"/>
                <a:tab pos="3389313" algn="l"/>
                <a:tab pos="3813175" algn="l"/>
                <a:tab pos="4237038" algn="l"/>
                <a:tab pos="4660900" algn="l"/>
                <a:tab pos="5084763" algn="l"/>
                <a:tab pos="5508625" algn="l"/>
                <a:tab pos="5932488" algn="l"/>
                <a:tab pos="6356350" algn="l"/>
                <a:tab pos="6780213" algn="l"/>
                <a:tab pos="7204075" algn="l"/>
                <a:tab pos="7627938" algn="l"/>
                <a:tab pos="8050213" algn="l"/>
                <a:tab pos="84740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363788" indent="-211138" defTabSz="423863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tabLst>
                <a:tab pos="0" algn="l"/>
                <a:tab pos="423863" algn="l"/>
                <a:tab pos="847725" algn="l"/>
                <a:tab pos="1271588" algn="l"/>
                <a:tab pos="1695450" algn="l"/>
                <a:tab pos="2119313" algn="l"/>
                <a:tab pos="2543175" algn="l"/>
                <a:tab pos="2965450" algn="l"/>
                <a:tab pos="3389313" algn="l"/>
                <a:tab pos="3813175" algn="l"/>
                <a:tab pos="4237038" algn="l"/>
                <a:tab pos="4660900" algn="l"/>
                <a:tab pos="5084763" algn="l"/>
                <a:tab pos="5508625" algn="l"/>
                <a:tab pos="5932488" algn="l"/>
                <a:tab pos="6356350" algn="l"/>
                <a:tab pos="6780213" algn="l"/>
                <a:tab pos="7204075" algn="l"/>
                <a:tab pos="7627938" algn="l"/>
                <a:tab pos="8050213" algn="l"/>
                <a:tab pos="84740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20988" indent="-211138" defTabSz="423863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tabLst>
                <a:tab pos="0" algn="l"/>
                <a:tab pos="423863" algn="l"/>
                <a:tab pos="847725" algn="l"/>
                <a:tab pos="1271588" algn="l"/>
                <a:tab pos="1695450" algn="l"/>
                <a:tab pos="2119313" algn="l"/>
                <a:tab pos="2543175" algn="l"/>
                <a:tab pos="2965450" algn="l"/>
                <a:tab pos="3389313" algn="l"/>
                <a:tab pos="3813175" algn="l"/>
                <a:tab pos="4237038" algn="l"/>
                <a:tab pos="4660900" algn="l"/>
                <a:tab pos="5084763" algn="l"/>
                <a:tab pos="5508625" algn="l"/>
                <a:tab pos="5932488" algn="l"/>
                <a:tab pos="6356350" algn="l"/>
                <a:tab pos="6780213" algn="l"/>
                <a:tab pos="7204075" algn="l"/>
                <a:tab pos="7627938" algn="l"/>
                <a:tab pos="8050213" algn="l"/>
                <a:tab pos="84740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78188" indent="-211138" defTabSz="423863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tabLst>
                <a:tab pos="0" algn="l"/>
                <a:tab pos="423863" algn="l"/>
                <a:tab pos="847725" algn="l"/>
                <a:tab pos="1271588" algn="l"/>
                <a:tab pos="1695450" algn="l"/>
                <a:tab pos="2119313" algn="l"/>
                <a:tab pos="2543175" algn="l"/>
                <a:tab pos="2965450" algn="l"/>
                <a:tab pos="3389313" algn="l"/>
                <a:tab pos="3813175" algn="l"/>
                <a:tab pos="4237038" algn="l"/>
                <a:tab pos="4660900" algn="l"/>
                <a:tab pos="5084763" algn="l"/>
                <a:tab pos="5508625" algn="l"/>
                <a:tab pos="5932488" algn="l"/>
                <a:tab pos="6356350" algn="l"/>
                <a:tab pos="6780213" algn="l"/>
                <a:tab pos="7204075" algn="l"/>
                <a:tab pos="7627938" algn="l"/>
                <a:tab pos="8050213" algn="l"/>
                <a:tab pos="84740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35388" indent="-211138" defTabSz="423863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tabLst>
                <a:tab pos="0" algn="l"/>
                <a:tab pos="423863" algn="l"/>
                <a:tab pos="847725" algn="l"/>
                <a:tab pos="1271588" algn="l"/>
                <a:tab pos="1695450" algn="l"/>
                <a:tab pos="2119313" algn="l"/>
                <a:tab pos="2543175" algn="l"/>
                <a:tab pos="2965450" algn="l"/>
                <a:tab pos="3389313" algn="l"/>
                <a:tab pos="3813175" algn="l"/>
                <a:tab pos="4237038" algn="l"/>
                <a:tab pos="4660900" algn="l"/>
                <a:tab pos="5084763" algn="l"/>
                <a:tab pos="5508625" algn="l"/>
                <a:tab pos="5932488" algn="l"/>
                <a:tab pos="6356350" algn="l"/>
                <a:tab pos="6780213" algn="l"/>
                <a:tab pos="7204075" algn="l"/>
                <a:tab pos="7627938" algn="l"/>
                <a:tab pos="8050213" algn="l"/>
                <a:tab pos="84740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>
              <a:lnSpc>
                <a:spcPct val="95000"/>
              </a:lnSpc>
              <a:spcBef>
                <a:spcPct val="0"/>
              </a:spcBef>
              <a:buSzPct val="100000"/>
            </a:pPr>
            <a:fld id="{471B7F75-F668-4247-8AE8-989B95C8098F}" type="slidenum">
              <a:rPr lang="en-SG" altLang="en-US" sz="130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Lucida Sans Unicode" panose="020B0602030504020204" pitchFamily="34" charset="0"/>
              </a:rPr>
              <a:pPr algn="r" eaLnBrk="1">
                <a:lnSpc>
                  <a:spcPct val="95000"/>
                </a:lnSpc>
                <a:spcBef>
                  <a:spcPct val="0"/>
                </a:spcBef>
                <a:buSzPct val="100000"/>
              </a:pPr>
              <a:t>46</a:t>
            </a:fld>
            <a:endParaRPr lang="en-SG" altLang="en-US" sz="130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Lucida Sans Unicode" panose="020B0602030504020204" pitchFamily="34" charset="0"/>
            </a:endParaRPr>
          </a:p>
        </p:txBody>
      </p:sp>
      <p:sp>
        <p:nvSpPr>
          <p:cNvPr id="56326" name="Rectangle 1">
            <a:extLst>
              <a:ext uri="{FF2B5EF4-FFF2-40B4-BE49-F238E27FC236}">
                <a16:creationId xmlns:a16="http://schemas.microsoft.com/office/drawing/2014/main" id="{32E9897B-AA68-4CE3-B915-8C917C3A5A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30250"/>
            <a:ext cx="4794250" cy="3595688"/>
          </a:xfrm>
          <a:ln/>
        </p:spPr>
      </p:sp>
      <p:sp>
        <p:nvSpPr>
          <p:cNvPr id="56327" name="Rectangle 2">
            <a:extLst>
              <a:ext uri="{FF2B5EF4-FFF2-40B4-BE49-F238E27FC236}">
                <a16:creationId xmlns:a16="http://schemas.microsoft.com/office/drawing/2014/main" id="{27D48018-F2B8-45CE-BD3D-2B4314B5E7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1838" y="4560888"/>
            <a:ext cx="5843587" cy="4311650"/>
          </a:xfrm>
          <a:noFill/>
        </p:spPr>
        <p:txBody>
          <a:bodyPr wrap="none" lIns="0" tIns="0" rIns="0" bIns="0" anchor="ctr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3382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>
            <a:extLst>
              <a:ext uri="{FF2B5EF4-FFF2-40B4-BE49-F238E27FC236}">
                <a16:creationId xmlns:a16="http://schemas.microsoft.com/office/drawing/2014/main" id="{3E37B9B9-3AE8-4491-B0DF-13E828C9ECD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000"/>
              <a:t>Title</a:t>
            </a:r>
            <a:endParaRPr lang="en-US" altLang="zh-CN" sz="1000"/>
          </a:p>
        </p:txBody>
      </p:sp>
      <p:sp>
        <p:nvSpPr>
          <p:cNvPr id="57347" name="Rectangle 6">
            <a:extLst>
              <a:ext uri="{FF2B5EF4-FFF2-40B4-BE49-F238E27FC236}">
                <a16:creationId xmlns:a16="http://schemas.microsoft.com/office/drawing/2014/main" id="{622DC030-60C5-4A78-98B6-3FFA8F7A13F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000"/>
              <a:t>FirstName LastName – Activity / Group</a:t>
            </a:r>
            <a:endParaRPr lang="en-US" altLang="zh-CN" sz="1000"/>
          </a:p>
        </p:txBody>
      </p:sp>
      <p:sp>
        <p:nvSpPr>
          <p:cNvPr id="57348" name="Rectangle 7">
            <a:extLst>
              <a:ext uri="{FF2B5EF4-FFF2-40B4-BE49-F238E27FC236}">
                <a16:creationId xmlns:a16="http://schemas.microsoft.com/office/drawing/2014/main" id="{16CC61D9-1921-47C5-AC26-8E808C2D14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AB88706-4E15-4D5C-A061-1D0656B9F6D4}" type="slidenum">
              <a:rPr lang="zh-CN" altLang="en-US" sz="1000"/>
              <a:pPr/>
              <a:t>49</a:t>
            </a:fld>
            <a:endParaRPr lang="en-US" altLang="zh-CN" sz="1000"/>
          </a:p>
        </p:txBody>
      </p:sp>
      <p:sp>
        <p:nvSpPr>
          <p:cNvPr id="57349" name="Slide Image Placeholder 1">
            <a:extLst>
              <a:ext uri="{FF2B5EF4-FFF2-40B4-BE49-F238E27FC236}">
                <a16:creationId xmlns:a16="http://schemas.microsoft.com/office/drawing/2014/main" id="{1A419B07-7761-4216-B5D4-02AE06FC76C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258888" y="720725"/>
            <a:ext cx="4799012" cy="3598863"/>
          </a:xfrm>
          <a:ln/>
        </p:spPr>
      </p:sp>
      <p:sp>
        <p:nvSpPr>
          <p:cNvPr id="57350" name="Notes Placeholder 2">
            <a:extLst>
              <a:ext uri="{FF2B5EF4-FFF2-40B4-BE49-F238E27FC236}">
                <a16:creationId xmlns:a16="http://schemas.microsoft.com/office/drawing/2014/main" id="{1CD928A4-BACF-4A53-9765-558A768159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5013" y="4559300"/>
            <a:ext cx="5845175" cy="4321175"/>
          </a:xfrm>
          <a:noFill/>
        </p:spPr>
        <p:txBody>
          <a:bodyPr lIns="102842" tIns="51422" rIns="102842" bIns="51422"/>
          <a:lstStyle/>
          <a:p>
            <a:pPr marL="119063" indent="-119063"/>
            <a:endParaRPr lang="en-SG" altLang="zh-CN">
              <a:latin typeface="Arial" panose="020B0604020202020204" pitchFamily="34" charset="0"/>
            </a:endParaRPr>
          </a:p>
        </p:txBody>
      </p:sp>
      <p:sp>
        <p:nvSpPr>
          <p:cNvPr id="57351" name="Slide Number Placeholder 3">
            <a:extLst>
              <a:ext uri="{FF2B5EF4-FFF2-40B4-BE49-F238E27FC236}">
                <a16:creationId xmlns:a16="http://schemas.microsoft.com/office/drawing/2014/main" id="{D0D3CE18-87F1-4146-BE00-C8082D7ECE7A}"/>
              </a:ext>
            </a:extLst>
          </p:cNvPr>
          <p:cNvSpPr txBox="1">
            <a:spLocks noGrp="1"/>
          </p:cNvSpPr>
          <p:nvPr/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2842" tIns="51422" rIns="102842" bIns="51422" anchor="b"/>
          <a:lstStyle>
            <a:lvl1pPr defTabSz="1027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027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027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027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027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027113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027113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027113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027113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</a:pPr>
            <a:fld id="{2F6E3350-21EB-46D8-940E-6AF06F44AFA4}" type="slidenum">
              <a:rPr lang="en-US" altLang="zh-CN" sz="1300"/>
              <a:pPr algn="r">
                <a:lnSpc>
                  <a:spcPct val="100000"/>
                </a:lnSpc>
                <a:spcBef>
                  <a:spcPct val="0"/>
                </a:spcBef>
              </a:pPr>
              <a:t>49</a:t>
            </a:fld>
            <a:endParaRPr lang="en-US" altLang="zh-CN" sz="1300"/>
          </a:p>
        </p:txBody>
      </p:sp>
    </p:spTree>
    <p:extLst>
      <p:ext uri="{BB962C8B-B14F-4D97-AF65-F5344CB8AC3E}">
        <p14:creationId xmlns:p14="http://schemas.microsoft.com/office/powerpoint/2010/main" val="20062163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4">
            <a:extLst>
              <a:ext uri="{FF2B5EF4-FFF2-40B4-BE49-F238E27FC236}">
                <a16:creationId xmlns:a16="http://schemas.microsoft.com/office/drawing/2014/main" id="{B0404731-0192-4036-A89C-EECF993D500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000"/>
              <a:t>Title</a:t>
            </a:r>
            <a:endParaRPr lang="en-US" altLang="zh-CN" sz="1000"/>
          </a:p>
        </p:txBody>
      </p:sp>
      <p:sp>
        <p:nvSpPr>
          <p:cNvPr id="58371" name="Rectangle 6">
            <a:extLst>
              <a:ext uri="{FF2B5EF4-FFF2-40B4-BE49-F238E27FC236}">
                <a16:creationId xmlns:a16="http://schemas.microsoft.com/office/drawing/2014/main" id="{0B6A8941-E999-4D42-AA87-158CED0C26E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000"/>
              <a:t>FirstName LastName – Activity / Group</a:t>
            </a:r>
            <a:endParaRPr lang="en-US" altLang="zh-CN" sz="1000"/>
          </a:p>
        </p:txBody>
      </p:sp>
      <p:sp>
        <p:nvSpPr>
          <p:cNvPr id="58372" name="Rectangle 7">
            <a:extLst>
              <a:ext uri="{FF2B5EF4-FFF2-40B4-BE49-F238E27FC236}">
                <a16:creationId xmlns:a16="http://schemas.microsoft.com/office/drawing/2014/main" id="{F6869072-29A0-4980-BAA7-068559FC9C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26B5250-9078-4449-9F81-4E8C93A9946F}" type="slidenum">
              <a:rPr lang="zh-CN" altLang="en-US" sz="1000"/>
              <a:pPr/>
              <a:t>51</a:t>
            </a:fld>
            <a:endParaRPr lang="en-US" altLang="zh-CN" sz="1000"/>
          </a:p>
        </p:txBody>
      </p:sp>
      <p:sp>
        <p:nvSpPr>
          <p:cNvPr id="58373" name="Rectangle 7">
            <a:extLst>
              <a:ext uri="{FF2B5EF4-FFF2-40B4-BE49-F238E27FC236}">
                <a16:creationId xmlns:a16="http://schemas.microsoft.com/office/drawing/2014/main" id="{E261F99B-A95F-44B6-ABB0-C5C4E4F3B84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2842" tIns="51422" rIns="102842" bIns="51422" anchor="b"/>
          <a:lstStyle>
            <a:lvl1pPr defTabSz="1027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027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027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027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027113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027113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027113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027113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027113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</a:pPr>
            <a:fld id="{2E475D44-5D13-47B5-80BD-571AF6DB1523}" type="slidenum">
              <a:rPr lang="en-US" altLang="zh-CN" sz="1300"/>
              <a:pPr algn="r">
                <a:lnSpc>
                  <a:spcPct val="100000"/>
                </a:lnSpc>
                <a:spcBef>
                  <a:spcPct val="0"/>
                </a:spcBef>
              </a:pPr>
              <a:t>51</a:t>
            </a:fld>
            <a:endParaRPr lang="en-US" altLang="zh-CN" sz="1300"/>
          </a:p>
        </p:txBody>
      </p:sp>
      <p:sp>
        <p:nvSpPr>
          <p:cNvPr id="58374" name="Rectangle 2">
            <a:extLst>
              <a:ext uri="{FF2B5EF4-FFF2-40B4-BE49-F238E27FC236}">
                <a16:creationId xmlns:a16="http://schemas.microsoft.com/office/drawing/2014/main" id="{E4E6BB1E-DA15-4373-9882-E9EB46F5B5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0725"/>
            <a:ext cx="4799012" cy="3598863"/>
          </a:xfrm>
          <a:ln/>
        </p:spPr>
      </p:sp>
      <p:sp>
        <p:nvSpPr>
          <p:cNvPr id="58375" name="Rectangle 3">
            <a:extLst>
              <a:ext uri="{FF2B5EF4-FFF2-40B4-BE49-F238E27FC236}">
                <a16:creationId xmlns:a16="http://schemas.microsoft.com/office/drawing/2014/main" id="{6C437C5A-1CF1-4A92-8B79-DE78B27174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35013" y="4559300"/>
            <a:ext cx="5845175" cy="4321175"/>
          </a:xfrm>
          <a:noFill/>
        </p:spPr>
        <p:txBody>
          <a:bodyPr lIns="102842" tIns="51422" rIns="102842" bIns="51422"/>
          <a:lstStyle/>
          <a:p>
            <a:pPr marL="119063" indent="-119063"/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3648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357958"/>
            <a:ext cx="1905000" cy="357190"/>
          </a:xfrm>
          <a:ln/>
        </p:spPr>
        <p:txBody>
          <a:bodyPr/>
          <a:lstStyle>
            <a:lvl1pPr>
              <a:defRPr/>
            </a:lvl1pPr>
          </a:lstStyle>
          <a:p>
            <a:fld id="{642B2E56-B243-47F8-93DD-42DDE184A382}" type="datetime1">
              <a:rPr lang="en-US" smtClean="0"/>
              <a:pPr/>
              <a:t>3/18/22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it-IT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743200" y="6357958"/>
            <a:ext cx="3124200" cy="357190"/>
          </a:xfrm>
          <a:ln/>
        </p:spPr>
        <p:txBody>
          <a:bodyPr/>
          <a:lstStyle>
            <a:lvl1pPr>
              <a:defRPr/>
            </a:lvl1pPr>
          </a:lstStyle>
          <a:p>
            <a:pPr algn="ctr"/>
            <a:r>
              <a:rPr lang="es-ES" dirty="0"/>
              <a:t>Dr. Yajun Ha </a:t>
            </a: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357958"/>
            <a:ext cx="1905000" cy="357190"/>
          </a:xfrm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357958"/>
            <a:ext cx="1905000" cy="357190"/>
          </a:xfrm>
          <a:ln/>
        </p:spPr>
        <p:txBody>
          <a:bodyPr/>
          <a:lstStyle>
            <a:lvl1pPr>
              <a:defRPr/>
            </a:lvl1pPr>
          </a:lstStyle>
          <a:p>
            <a:fld id="{810B71ED-0C10-42A1-9F32-03D67D5D1825}" type="datetime1">
              <a:rPr lang="en-US" smtClean="0"/>
              <a:pPr/>
              <a:t>3/18/22</a:t>
            </a:fld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743200" y="6357958"/>
            <a:ext cx="3124200" cy="357190"/>
          </a:xfrm>
          <a:ln/>
        </p:spPr>
        <p:txBody>
          <a:bodyPr/>
          <a:lstStyle>
            <a:lvl1pPr>
              <a:defRPr/>
            </a:lvl1pPr>
          </a:lstStyle>
          <a:p>
            <a:pPr algn="ctr"/>
            <a:r>
              <a:rPr lang="es-ES" dirty="0"/>
              <a:t>Dr. Yajun Ha </a:t>
            </a: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357958"/>
            <a:ext cx="1905000" cy="357190"/>
          </a:xfrm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6357958"/>
            <a:ext cx="1030261" cy="30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357958"/>
            <a:ext cx="1905000" cy="357190"/>
          </a:xfrm>
          <a:ln/>
        </p:spPr>
        <p:txBody>
          <a:bodyPr/>
          <a:lstStyle>
            <a:lvl1pPr>
              <a:defRPr/>
            </a:lvl1pPr>
          </a:lstStyle>
          <a:p>
            <a:fld id="{E7440B9A-0D4F-427D-BEDB-5622EF7BE935}" type="datetime1">
              <a:rPr lang="en-US" smtClean="0"/>
              <a:pPr/>
              <a:t>3/18/22</a:t>
            </a:fld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743200" y="6357958"/>
            <a:ext cx="3124200" cy="357190"/>
          </a:xfrm>
          <a:ln/>
        </p:spPr>
        <p:txBody>
          <a:bodyPr/>
          <a:lstStyle>
            <a:lvl1pPr>
              <a:defRPr/>
            </a:lvl1pPr>
          </a:lstStyle>
          <a:p>
            <a:pPr algn="ctr"/>
            <a:r>
              <a:rPr lang="es-ES" dirty="0"/>
              <a:t>Dr. Yajun Ha </a:t>
            </a: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357958"/>
            <a:ext cx="1905000" cy="357190"/>
          </a:xfrm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6357958"/>
            <a:ext cx="1030261" cy="30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357958"/>
            <a:ext cx="1905000" cy="357190"/>
          </a:xfrm>
          <a:ln/>
        </p:spPr>
        <p:txBody>
          <a:bodyPr/>
          <a:lstStyle>
            <a:lvl1pPr>
              <a:defRPr/>
            </a:lvl1pPr>
          </a:lstStyle>
          <a:p>
            <a:fld id="{F7B70FFF-5D51-40C8-AD38-F4B692DD77A1}" type="datetime1">
              <a:rPr lang="en-US" smtClean="0"/>
              <a:pPr/>
              <a:t>3/18/22</a:t>
            </a:fld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743200" y="6357958"/>
            <a:ext cx="3124200" cy="357190"/>
          </a:xfrm>
          <a:ln/>
        </p:spPr>
        <p:txBody>
          <a:bodyPr/>
          <a:lstStyle>
            <a:lvl1pPr>
              <a:defRPr/>
            </a:lvl1pPr>
          </a:lstStyle>
          <a:p>
            <a:pPr algn="ctr"/>
            <a:r>
              <a:rPr lang="es-ES" dirty="0"/>
              <a:t>Dr. Yajun Ha </a:t>
            </a: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357958"/>
            <a:ext cx="1905000" cy="357190"/>
          </a:xfrm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6357958"/>
            <a:ext cx="1030261" cy="30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357958"/>
            <a:ext cx="1905000" cy="357190"/>
          </a:xfrm>
          <a:ln/>
        </p:spPr>
        <p:txBody>
          <a:bodyPr/>
          <a:lstStyle>
            <a:lvl1pPr>
              <a:defRPr/>
            </a:lvl1pPr>
          </a:lstStyle>
          <a:p>
            <a:fld id="{845BC4C0-0C4F-462B-9A7D-A121D8516BB7}" type="datetime1">
              <a:rPr lang="en-US" altLang="zh-CN" smtClean="0"/>
              <a:pPr/>
              <a:t>3/18/22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743200" y="6357958"/>
            <a:ext cx="3124200" cy="357190"/>
          </a:xfrm>
          <a:ln/>
        </p:spPr>
        <p:txBody>
          <a:bodyPr/>
          <a:lstStyle>
            <a:lvl1pPr>
              <a:defRPr/>
            </a:lvl1pPr>
          </a:lstStyle>
          <a:p>
            <a:pPr algn="ctr"/>
            <a:r>
              <a:rPr lang="es-ES" dirty="0"/>
              <a:t>Dr. Yajun Ha </a:t>
            </a: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357958"/>
            <a:ext cx="1905000" cy="357190"/>
          </a:xfrm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6357958"/>
            <a:ext cx="1030261" cy="30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it-IT" dirty="0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357958"/>
            <a:ext cx="1905000" cy="357190"/>
          </a:xfrm>
          <a:ln/>
        </p:spPr>
        <p:txBody>
          <a:bodyPr/>
          <a:lstStyle>
            <a:lvl1pPr>
              <a:defRPr/>
            </a:lvl1pPr>
          </a:lstStyle>
          <a:p>
            <a:fld id="{DB4A2DC0-1707-4641-BB9E-5B8686A250B3}" type="datetime1">
              <a:rPr lang="en-US" smtClean="0"/>
              <a:pPr/>
              <a:t>3/18/22</a:t>
            </a:fld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743200" y="6357958"/>
            <a:ext cx="3124200" cy="357190"/>
          </a:xfrm>
          <a:ln/>
        </p:spPr>
        <p:txBody>
          <a:bodyPr/>
          <a:lstStyle>
            <a:lvl1pPr>
              <a:defRPr/>
            </a:lvl1pPr>
          </a:lstStyle>
          <a:p>
            <a:pPr algn="ctr"/>
            <a:r>
              <a:rPr lang="es-ES" dirty="0"/>
              <a:t>Dr. Yajun Ha </a:t>
            </a: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357958"/>
            <a:ext cx="1905000" cy="357190"/>
          </a:xfrm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6357958"/>
            <a:ext cx="1030261" cy="30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357958"/>
            <a:ext cx="1905000" cy="357190"/>
          </a:xfrm>
          <a:ln/>
        </p:spPr>
        <p:txBody>
          <a:bodyPr/>
          <a:lstStyle>
            <a:lvl1pPr>
              <a:defRPr/>
            </a:lvl1pPr>
          </a:lstStyle>
          <a:p>
            <a:fld id="{62D5B379-AE5E-4FA6-BF7E-92875CAE742E}" type="datetime1">
              <a:rPr lang="en-US" smtClean="0"/>
              <a:pPr/>
              <a:t>3/18/22</a:t>
            </a:fld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743200" y="6357958"/>
            <a:ext cx="3124200" cy="357190"/>
          </a:xfrm>
          <a:ln/>
        </p:spPr>
        <p:txBody>
          <a:bodyPr/>
          <a:lstStyle>
            <a:lvl1pPr algn="ctr">
              <a:defRPr/>
            </a:lvl1pPr>
          </a:lstStyle>
          <a:p>
            <a:r>
              <a:rPr lang="es-ES" dirty="0"/>
              <a:t>Dr. Yajun Ha </a:t>
            </a:r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357958"/>
            <a:ext cx="1905000" cy="357190"/>
          </a:xfrm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6357958"/>
            <a:ext cx="1030261" cy="30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357958"/>
            <a:ext cx="1905000" cy="357190"/>
          </a:xfrm>
          <a:ln/>
        </p:spPr>
        <p:txBody>
          <a:bodyPr/>
          <a:lstStyle>
            <a:lvl1pPr>
              <a:defRPr/>
            </a:lvl1pPr>
          </a:lstStyle>
          <a:p>
            <a:fld id="{09E24A2C-6C28-4780-8375-DCB1591C63A1}" type="datetime1">
              <a:rPr lang="en-US" smtClean="0"/>
              <a:pPr/>
              <a:t>3/18/22</a:t>
            </a:fld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743200" y="6357958"/>
            <a:ext cx="3124200" cy="357190"/>
          </a:xfrm>
          <a:ln/>
        </p:spPr>
        <p:txBody>
          <a:bodyPr/>
          <a:lstStyle>
            <a:lvl1pPr>
              <a:defRPr/>
            </a:lvl1pPr>
          </a:lstStyle>
          <a:p>
            <a:pPr algn="ctr"/>
            <a:r>
              <a:rPr lang="es-ES" dirty="0"/>
              <a:t>Dr. Yajun Ha </a:t>
            </a: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357958"/>
            <a:ext cx="1905000" cy="357190"/>
          </a:xfrm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6357958"/>
            <a:ext cx="1030261" cy="30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lang="it-IT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357958"/>
            <a:ext cx="1905000" cy="357190"/>
          </a:xfrm>
          <a:ln/>
        </p:spPr>
        <p:txBody>
          <a:bodyPr/>
          <a:lstStyle>
            <a:lvl1pPr>
              <a:defRPr/>
            </a:lvl1pPr>
          </a:lstStyle>
          <a:p>
            <a:fld id="{6E78359E-27F4-4453-A4C2-E3B2BC6BE4BA}" type="datetime1">
              <a:rPr lang="en-US" smtClean="0"/>
              <a:pPr/>
              <a:t>3/18/22</a:t>
            </a:fld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743200" y="6357958"/>
            <a:ext cx="3124200" cy="357190"/>
          </a:xfrm>
          <a:ln/>
        </p:spPr>
        <p:txBody>
          <a:bodyPr/>
          <a:lstStyle>
            <a:lvl1pPr>
              <a:defRPr/>
            </a:lvl1pPr>
          </a:lstStyle>
          <a:p>
            <a:pPr algn="ctr"/>
            <a:r>
              <a:rPr lang="es-ES" dirty="0"/>
              <a:t>Dr. Yajun Ha </a:t>
            </a: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357958"/>
            <a:ext cx="1905000" cy="357190"/>
          </a:xfrm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6357958"/>
            <a:ext cx="1030261" cy="30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357958"/>
            <a:ext cx="1905000" cy="357190"/>
          </a:xfrm>
          <a:ln/>
        </p:spPr>
        <p:txBody>
          <a:bodyPr/>
          <a:lstStyle>
            <a:lvl1pPr>
              <a:defRPr/>
            </a:lvl1pPr>
          </a:lstStyle>
          <a:p>
            <a:fld id="{20018602-018F-4912-885F-82DEFB14A81F}" type="datetime1">
              <a:rPr lang="en-US" smtClean="0"/>
              <a:pPr/>
              <a:t>3/18/22</a:t>
            </a:fld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743200" y="6357958"/>
            <a:ext cx="3124200" cy="357190"/>
          </a:xfrm>
          <a:ln/>
        </p:spPr>
        <p:txBody>
          <a:bodyPr/>
          <a:lstStyle>
            <a:lvl1pPr>
              <a:defRPr/>
            </a:lvl1pPr>
          </a:lstStyle>
          <a:p>
            <a:pPr algn="ctr"/>
            <a:r>
              <a:rPr lang="es-ES" dirty="0"/>
              <a:t>Dr. Yajun Ha </a:t>
            </a: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357958"/>
            <a:ext cx="1905000" cy="357190"/>
          </a:xfrm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6357958"/>
            <a:ext cx="1030261" cy="30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357958"/>
            <a:ext cx="1905000" cy="357190"/>
          </a:xfrm>
          <a:ln/>
        </p:spPr>
        <p:txBody>
          <a:bodyPr/>
          <a:lstStyle>
            <a:lvl1pPr>
              <a:defRPr/>
            </a:lvl1pPr>
          </a:lstStyle>
          <a:p>
            <a:fld id="{D47BB513-3DFB-4063-A71F-84455BE1EC64}" type="datetime1">
              <a:rPr lang="en-US" smtClean="0"/>
              <a:pPr/>
              <a:t>3/18/22</a:t>
            </a:fld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743200" y="6357958"/>
            <a:ext cx="3124200" cy="357190"/>
          </a:xfrm>
          <a:ln/>
        </p:spPr>
        <p:txBody>
          <a:bodyPr/>
          <a:lstStyle>
            <a:lvl1pPr>
              <a:defRPr/>
            </a:lvl1pPr>
          </a:lstStyle>
          <a:p>
            <a:pPr algn="ctr"/>
            <a:r>
              <a:rPr lang="es-ES" dirty="0"/>
              <a:t>Dr. Yajun Ha </a:t>
            </a: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357958"/>
            <a:ext cx="1905000" cy="357190"/>
          </a:xfrm>
          <a:ln/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6357958"/>
            <a:ext cx="1030261" cy="306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6025" y="152400"/>
            <a:ext cx="7696200" cy="76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1216025" y="1216025"/>
            <a:ext cx="7696200" cy="5365750"/>
          </a:xfrm>
        </p:spPr>
        <p:txBody>
          <a:bodyPr/>
          <a:lstStyle/>
          <a:p>
            <a:pPr lvl="0"/>
            <a:endParaRPr lang="en-SG" noProof="0"/>
          </a:p>
        </p:txBody>
      </p:sp>
      <p:sp>
        <p:nvSpPr>
          <p:cNvPr id="4" name="Rectangle 69">
            <a:extLst>
              <a:ext uri="{FF2B5EF4-FFF2-40B4-BE49-F238E27FC236}">
                <a16:creationId xmlns:a16="http://schemas.microsoft.com/office/drawing/2014/main" id="{A415ADA6-5746-47AE-8F4F-F1A23AEA693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Yajun Ha / ECE, NUS</a:t>
            </a:r>
          </a:p>
        </p:txBody>
      </p:sp>
      <p:sp>
        <p:nvSpPr>
          <p:cNvPr id="5" name="Rectangle 70">
            <a:extLst>
              <a:ext uri="{FF2B5EF4-FFF2-40B4-BE49-F238E27FC236}">
                <a16:creationId xmlns:a16="http://schemas.microsoft.com/office/drawing/2014/main" id="{6B3D4EFB-36D6-4491-83B0-ACD1EAAD9B3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4A6B8A-895B-4CE5-8208-CCF44C57CD2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7173815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71600" y="1096963"/>
            <a:ext cx="7313613" cy="1447800"/>
          </a:xfrm>
        </p:spPr>
        <p:txBody>
          <a:bodyPr/>
          <a:lstStyle>
            <a:lvl1pPr algn="ctr">
              <a:defRPr sz="4400"/>
            </a:lvl1pPr>
          </a:lstStyle>
          <a:p>
            <a:pPr lvl="0"/>
            <a:r>
              <a:rPr lang="en-US" altLang="nl-NL" noProof="0"/>
              <a:t>CLICK TO EDIT MASTER TITLE STYLE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001963"/>
            <a:ext cx="7313613" cy="2246312"/>
          </a:xfrm>
        </p:spPr>
        <p:txBody>
          <a:bodyPr/>
          <a:lstStyle>
            <a:lvl1pPr algn="ctr">
              <a:defRPr sz="2800"/>
            </a:lvl1pPr>
          </a:lstStyle>
          <a:p>
            <a:pPr lvl="0"/>
            <a:r>
              <a:rPr lang="en-US" altLang="nl-NL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167036793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2850" y="1200763"/>
            <a:ext cx="7696200" cy="50793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0"/>
          </p:nvPr>
        </p:nvSpPr>
        <p:spPr>
          <a:xfrm>
            <a:off x="2774950" y="6389688"/>
            <a:ext cx="3124200" cy="3810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s-ES" altLang="zh-CN"/>
              <a:t>Prof. Yajun Ha 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94421288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2717800" y="6427788"/>
            <a:ext cx="3124200" cy="3810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s-ES" altLang="zh-CN"/>
              <a:t>Prof. Yajun Ha 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1915284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6025" y="1216025"/>
            <a:ext cx="3771900" cy="5365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0325" y="1216025"/>
            <a:ext cx="3771900" cy="5365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44316967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57422879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34881527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6301504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92936462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SG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80594605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80121254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88175" y="152400"/>
            <a:ext cx="1924050" cy="64293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6025" y="152400"/>
            <a:ext cx="5619750" cy="64293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31216012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6025" y="152400"/>
            <a:ext cx="7696200" cy="76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216025" y="1216025"/>
            <a:ext cx="7696200" cy="5365750"/>
          </a:xfrm>
        </p:spPr>
        <p:txBody>
          <a:bodyPr/>
          <a:lstStyle/>
          <a:p>
            <a:pPr lvl="0"/>
            <a:endParaRPr lang="en-SG" noProof="0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0"/>
          </p:nvPr>
        </p:nvSpPr>
        <p:spPr>
          <a:xfrm>
            <a:off x="2717800" y="6427788"/>
            <a:ext cx="3124200" cy="3810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s-ES" altLang="zh-CN"/>
              <a:t>Prof. Yajun Ha 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3531226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6025" y="152400"/>
            <a:ext cx="7696200" cy="76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216025" y="1216025"/>
            <a:ext cx="3771900" cy="536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0325" y="1216025"/>
            <a:ext cx="3771900" cy="536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Rectangle 6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Arial" charset="0"/>
                <a:ea typeface="+mn-ea"/>
              </a:defRPr>
            </a:lvl1pPr>
          </a:lstStyle>
          <a:p>
            <a:pPr>
              <a:defRPr/>
            </a:pPr>
            <a:r>
              <a:rPr lang="en-US" altLang="zh-CN"/>
              <a:t>Yajun Ha / ECE, NUS</a:t>
            </a:r>
          </a:p>
        </p:txBody>
      </p:sp>
      <p:sp>
        <p:nvSpPr>
          <p:cNvPr id="6" name="Rectangle 70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521700" y="6592888"/>
            <a:ext cx="596900" cy="238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88000"/>
              </a:lnSpc>
              <a:spcBef>
                <a:spcPct val="30000"/>
              </a:spcBef>
              <a:defRPr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D5A26D2B-A1D2-43DC-9B49-063D5587EF9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3496372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/>
              <a:t>Fare clic per modificare lo stile del titolo dello schema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357958"/>
            <a:ext cx="1905000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0A8E750C-BCD5-49AA-B1B7-8B798CBF922E}" type="datetime1">
              <a:rPr lang="en-US" smtClean="0"/>
              <a:pPr/>
              <a:t>3/18/22</a:t>
            </a:fld>
            <a:endParaRPr 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743200" y="6357958"/>
            <a:ext cx="3124200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algn="ctr"/>
            <a:r>
              <a:rPr lang="es-ES" altLang="zh-CN" dirty="0"/>
              <a:t>Dr. Yajun Ha </a:t>
            </a:r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57958"/>
            <a:ext cx="1905000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685800" y="6324600"/>
            <a:ext cx="777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it-IT"/>
          </a:p>
        </p:txBody>
      </p:sp>
      <p:sp>
        <p:nvSpPr>
          <p:cNvPr id="1032" name="Line 8"/>
          <p:cNvSpPr>
            <a:spLocks noChangeShapeType="1"/>
          </p:cNvSpPr>
          <p:nvPr/>
        </p:nvSpPr>
        <p:spPr bwMode="auto">
          <a:xfrm>
            <a:off x="685800" y="381000"/>
            <a:ext cx="777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16025" y="152400"/>
            <a:ext cx="76962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nl-NL"/>
              <a:t>Slide Title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19200" y="1200150"/>
            <a:ext cx="7696200" cy="505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nl-NL"/>
              <a:t>First level</a:t>
            </a:r>
          </a:p>
          <a:p>
            <a:pPr lvl="1"/>
            <a:r>
              <a:rPr lang="en-US" altLang="nl-NL"/>
              <a:t>Second level</a:t>
            </a:r>
          </a:p>
          <a:p>
            <a:pPr lvl="2"/>
            <a:r>
              <a:rPr lang="en-US" altLang="nl-NL"/>
              <a:t>Third Level</a:t>
            </a:r>
          </a:p>
          <a:p>
            <a:pPr lvl="3"/>
            <a:r>
              <a:rPr lang="en-US" altLang="nl-NL"/>
              <a:t>Fourth Level</a:t>
            </a:r>
          </a:p>
          <a:p>
            <a:pPr lvl="4"/>
            <a:r>
              <a:rPr lang="en-US" altLang="nl-NL"/>
              <a:t>Fifth Level</a:t>
            </a:r>
          </a:p>
        </p:txBody>
      </p:sp>
      <p:sp>
        <p:nvSpPr>
          <p:cNvPr id="1031" name="Rectangle 41"/>
          <p:cNvSpPr>
            <a:spLocks noChangeArrowheads="1"/>
          </p:cNvSpPr>
          <p:nvPr/>
        </p:nvSpPr>
        <p:spPr bwMode="auto">
          <a:xfrm>
            <a:off x="1219200" y="990600"/>
            <a:ext cx="7924800" cy="5397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88000"/>
              </a:lnSpc>
              <a:spcBef>
                <a:spcPct val="30000"/>
              </a:spcBef>
              <a:defRPr/>
            </a:pPr>
            <a:endParaRPr lang="en-SG" altLang="en-US"/>
          </a:p>
        </p:txBody>
      </p:sp>
      <p:sp>
        <p:nvSpPr>
          <p:cNvPr id="18" name="Slide Number Placeholder 4"/>
          <p:cNvSpPr txBox="1">
            <a:spLocks/>
          </p:cNvSpPr>
          <p:nvPr userDrawn="1"/>
        </p:nvSpPr>
        <p:spPr>
          <a:xfrm>
            <a:off x="8607425" y="6543675"/>
            <a:ext cx="596900" cy="238125"/>
          </a:xfrm>
          <a:prstGeom prst="rect">
            <a:avLst/>
          </a:prstGeo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8000"/>
              </a:lnSpc>
              <a:spcBef>
                <a:spcPct val="30000"/>
              </a:spcBef>
              <a:defRPr/>
            </a:pPr>
            <a:fld id="{3F4541DA-84A7-4FA7-8AE8-FAA77913862D}" type="slidenum">
              <a:rPr lang="en-US" altLang="en-US" sz="1400" smtClean="0"/>
              <a:pPr>
                <a:lnSpc>
                  <a:spcPct val="88000"/>
                </a:lnSpc>
                <a:spcBef>
                  <a:spcPct val="30000"/>
                </a:spcBef>
                <a:defRPr/>
              </a:pPr>
              <a:t>‹#›</a:t>
            </a:fld>
            <a:endParaRPr lang="en-US" altLang="en-US" sz="1400"/>
          </a:p>
        </p:txBody>
      </p:sp>
      <p:pic>
        <p:nvPicPr>
          <p:cNvPr id="3078" name="Picture 2"/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6350000"/>
            <a:ext cx="14478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2895600" y="6472238"/>
            <a:ext cx="3124200" cy="381000"/>
          </a:xfrm>
          <a:prstGeom prst="rect">
            <a:avLst/>
          </a:prstGeom>
          <a:ln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lnSpc>
                <a:spcPct val="88000"/>
              </a:lnSpc>
              <a:spcBef>
                <a:spcPct val="30000"/>
              </a:spcBef>
              <a:defRPr sz="14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s-ES" altLang="zh-CN"/>
              <a:t>Prof. Yajun Ha </a:t>
            </a:r>
            <a:endParaRPr lang="en-US" altLang="zh-CN"/>
          </a:p>
        </p:txBody>
      </p:sp>
      <p:sp>
        <p:nvSpPr>
          <p:cNvPr id="3080" name="Line 7"/>
          <p:cNvSpPr>
            <a:spLocks noChangeShapeType="1"/>
          </p:cNvSpPr>
          <p:nvPr userDrawn="1"/>
        </p:nvSpPr>
        <p:spPr bwMode="auto">
          <a:xfrm>
            <a:off x="685800" y="6324600"/>
            <a:ext cx="777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690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  <p:transition/>
  <p:hf hdr="0" dt="0"/>
  <p:txStyles>
    <p:titleStyle>
      <a:lvl1pPr algn="r" rtl="0" eaLnBrk="0" fontAlgn="base" hangingPunct="0">
        <a:lnSpc>
          <a:spcPct val="88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r" rtl="0" eaLnBrk="0" fontAlgn="base" hangingPunct="0">
        <a:lnSpc>
          <a:spcPct val="88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2pPr>
      <a:lvl3pPr algn="r" rtl="0" eaLnBrk="0" fontAlgn="base" hangingPunct="0">
        <a:lnSpc>
          <a:spcPct val="88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3pPr>
      <a:lvl4pPr algn="r" rtl="0" eaLnBrk="0" fontAlgn="base" hangingPunct="0">
        <a:lnSpc>
          <a:spcPct val="88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4pPr>
      <a:lvl5pPr algn="r" rtl="0" eaLnBrk="0" fontAlgn="base" hangingPunct="0">
        <a:lnSpc>
          <a:spcPct val="88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5pPr>
      <a:lvl6pPr marL="457200" algn="r" rtl="0" eaLnBrk="0" fontAlgn="base" hangingPunct="0">
        <a:lnSpc>
          <a:spcPct val="88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6pPr>
      <a:lvl7pPr marL="914400" algn="r" rtl="0" eaLnBrk="0" fontAlgn="base" hangingPunct="0">
        <a:lnSpc>
          <a:spcPct val="88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7pPr>
      <a:lvl8pPr marL="1371600" algn="r" rtl="0" eaLnBrk="0" fontAlgn="base" hangingPunct="0">
        <a:lnSpc>
          <a:spcPct val="88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8pPr>
      <a:lvl9pPr marL="1828800" algn="r" rtl="0" eaLnBrk="0" fontAlgn="base" hangingPunct="0">
        <a:lnSpc>
          <a:spcPct val="88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lnSpc>
          <a:spcPct val="88000"/>
        </a:lnSpc>
        <a:spcBef>
          <a:spcPct val="30000"/>
        </a:spcBef>
        <a:spcAft>
          <a:spcPct val="0"/>
        </a:spcAft>
        <a:buClr>
          <a:srgbClr val="000066"/>
        </a:buClr>
        <a:buSzPct val="75000"/>
        <a:buFont typeface="Wingdings" panose="05000000000000000000" pitchFamily="2" charset="2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65163" indent="-190500" algn="l" rtl="0" eaLnBrk="0" fontAlgn="base" hangingPunct="0">
        <a:lnSpc>
          <a:spcPct val="88000"/>
        </a:lnSpc>
        <a:spcBef>
          <a:spcPct val="3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>
          <a:solidFill>
            <a:schemeClr val="tx1"/>
          </a:solidFill>
          <a:latin typeface="+mn-lt"/>
        </a:defRPr>
      </a:lvl2pPr>
      <a:lvl3pPr marL="952500" indent="-1588" algn="l" rtl="0" eaLnBrk="0" fontAlgn="base" hangingPunct="0">
        <a:lnSpc>
          <a:spcPct val="88000"/>
        </a:lnSpc>
        <a:spcBef>
          <a:spcPct val="30000"/>
        </a:spcBef>
        <a:spcAft>
          <a:spcPct val="0"/>
        </a:spcAft>
        <a:defRPr>
          <a:solidFill>
            <a:schemeClr val="tx1"/>
          </a:solidFill>
          <a:latin typeface="+mn-lt"/>
        </a:defRPr>
      </a:lvl3pPr>
      <a:lvl4pPr marL="1619250" indent="-190500" algn="l" rtl="0" eaLnBrk="0" fontAlgn="base" hangingPunct="0">
        <a:lnSpc>
          <a:spcPct val="88000"/>
        </a:lnSpc>
        <a:spcBef>
          <a:spcPct val="3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1400">
          <a:solidFill>
            <a:schemeClr val="tx1"/>
          </a:solidFill>
          <a:latin typeface="+mn-lt"/>
        </a:defRPr>
      </a:lvl4pPr>
      <a:lvl5pPr marL="1905000" indent="-76200" algn="l" rtl="0" eaLnBrk="0" fontAlgn="base" hangingPunct="0">
        <a:lnSpc>
          <a:spcPct val="88000"/>
        </a:lnSpc>
        <a:spcBef>
          <a:spcPct val="30000"/>
        </a:spcBef>
        <a:spcAft>
          <a:spcPct val="0"/>
        </a:spcAft>
        <a:buSzPct val="100000"/>
        <a:defRPr sz="1400">
          <a:solidFill>
            <a:schemeClr val="tx1"/>
          </a:solidFill>
          <a:latin typeface="+mn-lt"/>
        </a:defRPr>
      </a:lvl5pPr>
      <a:lvl6pPr marL="2362200" algn="l" rtl="0" eaLnBrk="0" fontAlgn="base" hangingPunct="0">
        <a:lnSpc>
          <a:spcPct val="88000"/>
        </a:lnSpc>
        <a:spcBef>
          <a:spcPct val="30000"/>
        </a:spcBef>
        <a:spcAft>
          <a:spcPct val="0"/>
        </a:spcAft>
        <a:buSzPct val="100000"/>
        <a:defRPr sz="1400">
          <a:solidFill>
            <a:schemeClr val="tx1"/>
          </a:solidFill>
          <a:latin typeface="+mn-lt"/>
        </a:defRPr>
      </a:lvl6pPr>
      <a:lvl7pPr marL="2819400" algn="l" rtl="0" eaLnBrk="0" fontAlgn="base" hangingPunct="0">
        <a:lnSpc>
          <a:spcPct val="88000"/>
        </a:lnSpc>
        <a:spcBef>
          <a:spcPct val="30000"/>
        </a:spcBef>
        <a:spcAft>
          <a:spcPct val="0"/>
        </a:spcAft>
        <a:buSzPct val="100000"/>
        <a:defRPr sz="1400">
          <a:solidFill>
            <a:schemeClr val="tx1"/>
          </a:solidFill>
          <a:latin typeface="+mn-lt"/>
        </a:defRPr>
      </a:lvl7pPr>
      <a:lvl8pPr marL="3276600" algn="l" rtl="0" eaLnBrk="0" fontAlgn="base" hangingPunct="0">
        <a:lnSpc>
          <a:spcPct val="88000"/>
        </a:lnSpc>
        <a:spcBef>
          <a:spcPct val="30000"/>
        </a:spcBef>
        <a:spcAft>
          <a:spcPct val="0"/>
        </a:spcAft>
        <a:buSzPct val="100000"/>
        <a:defRPr sz="1400">
          <a:solidFill>
            <a:schemeClr val="tx1"/>
          </a:solidFill>
          <a:latin typeface="+mn-lt"/>
        </a:defRPr>
      </a:lvl8pPr>
      <a:lvl9pPr marL="3733800" algn="l" rtl="0" eaLnBrk="0" fontAlgn="base" hangingPunct="0">
        <a:lnSpc>
          <a:spcPct val="88000"/>
        </a:lnSpc>
        <a:spcBef>
          <a:spcPct val="30000"/>
        </a:spcBef>
        <a:spcAft>
          <a:spcPct val="0"/>
        </a:spcAft>
        <a:buSzPct val="100000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http://www.amazon.com/gp/reader/0123705223/ref=sib_dp_pt#reader-link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class.ee.iastate.edu/cpre583/papers/piperench_Micro_2000.pdf" TargetMode="External"/><Relationship Id="rId2" Type="http://schemas.openxmlformats.org/officeDocument/2006/relationships/hyperlink" Target="http://www.cs.cmu.edu/~mihaib/research/isca99.pdf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ctel.com/products/fusion/default.aspx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7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8.emf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ext Box 1"/>
          <p:cNvSpPr txBox="1">
            <a:spLocks noChangeArrowheads="1"/>
          </p:cNvSpPr>
          <p:nvPr/>
        </p:nvSpPr>
        <p:spPr bwMode="auto">
          <a:xfrm>
            <a:off x="1301750" y="3335338"/>
            <a:ext cx="6553200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88000"/>
              </a:lnSpc>
              <a:spcBef>
                <a:spcPts val="9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88000"/>
              </a:lnSpc>
              <a:spcBef>
                <a:spcPts val="9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88000"/>
              </a:lnSpc>
              <a:spcBef>
                <a:spcPts val="9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88000"/>
              </a:lnSpc>
              <a:spcBef>
                <a:spcPts val="9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algn="ctr">
              <a:spcBef>
                <a:spcPts val="1050"/>
              </a:spcBef>
              <a:buClrTx/>
              <a:buFontTx/>
              <a:buNone/>
            </a:pPr>
            <a:r>
              <a:rPr lang="it-IT" altLang="en-US" sz="2800" b="1">
                <a:solidFill>
                  <a:srgbClr val="009999"/>
                </a:solidFill>
              </a:rPr>
              <a:t>Prof. Yajun Ha</a:t>
            </a:r>
          </a:p>
        </p:txBody>
      </p:sp>
      <p:sp>
        <p:nvSpPr>
          <p:cNvPr id="64515" name="Text Box 2"/>
          <p:cNvSpPr txBox="1">
            <a:spLocks noChangeArrowheads="1"/>
          </p:cNvSpPr>
          <p:nvPr/>
        </p:nvSpPr>
        <p:spPr bwMode="auto">
          <a:xfrm>
            <a:off x="685800" y="609600"/>
            <a:ext cx="7924800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88000"/>
              </a:lnSpc>
              <a:spcBef>
                <a:spcPts val="9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88000"/>
              </a:lnSpc>
              <a:spcBef>
                <a:spcPts val="9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88000"/>
              </a:lnSpc>
              <a:spcBef>
                <a:spcPts val="9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88000"/>
              </a:lnSpc>
              <a:spcBef>
                <a:spcPts val="9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algn="ctr">
              <a:spcBef>
                <a:spcPts val="1200"/>
              </a:spcBef>
              <a:spcAft>
                <a:spcPts val="900"/>
              </a:spcAft>
              <a:buClrTx/>
              <a:buFontTx/>
              <a:buNone/>
            </a:pPr>
            <a:r>
              <a:rPr lang="en-US" altLang="en-US" sz="3200" b="1" dirty="0">
                <a:solidFill>
                  <a:srgbClr val="CC0066"/>
                </a:solidFill>
                <a:ea typeface="宋体" panose="02010600030101010101" pitchFamily="2" charset="-122"/>
              </a:rPr>
              <a:t>EE 216 Reconfigurable Computing</a:t>
            </a:r>
          </a:p>
        </p:txBody>
      </p:sp>
      <p:sp>
        <p:nvSpPr>
          <p:cNvPr id="64516" name="Text Box 3"/>
          <p:cNvSpPr txBox="1">
            <a:spLocks noChangeArrowheads="1"/>
          </p:cNvSpPr>
          <p:nvPr/>
        </p:nvSpPr>
        <p:spPr bwMode="auto">
          <a:xfrm>
            <a:off x="898525" y="4079875"/>
            <a:ext cx="7499350" cy="833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88000"/>
              </a:lnSpc>
              <a:spcBef>
                <a:spcPts val="9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88000"/>
              </a:lnSpc>
              <a:spcBef>
                <a:spcPts val="9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88000"/>
              </a:lnSpc>
              <a:spcBef>
                <a:spcPts val="9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88000"/>
              </a:lnSpc>
              <a:spcBef>
                <a:spcPts val="9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it-IT" altLang="en-US" b="1" dirty="0">
                <a:solidFill>
                  <a:srgbClr val="003399"/>
                </a:solidFill>
              </a:rPr>
              <a:t>ShanghaiTech University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it-IT" altLang="en-US" b="1" dirty="0">
                <a:solidFill>
                  <a:srgbClr val="003399"/>
                </a:solidFill>
                <a:ea typeface="宋体" panose="02010600030101010101" pitchFamily="2" charset="-122"/>
              </a:rPr>
              <a:t>Shanghai, China</a:t>
            </a:r>
          </a:p>
        </p:txBody>
      </p:sp>
      <p:pic>
        <p:nvPicPr>
          <p:cNvPr id="6451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4865806"/>
            <a:ext cx="4673600" cy="1392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4518" name="Text Box 5"/>
          <p:cNvSpPr txBox="1">
            <a:spLocks noChangeArrowheads="1"/>
          </p:cNvSpPr>
          <p:nvPr/>
        </p:nvSpPr>
        <p:spPr bwMode="auto">
          <a:xfrm>
            <a:off x="760413" y="2057777"/>
            <a:ext cx="7499350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88000"/>
              </a:lnSpc>
              <a:spcBef>
                <a:spcPts val="9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88000"/>
              </a:lnSpc>
              <a:spcBef>
                <a:spcPts val="9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88000"/>
              </a:lnSpc>
              <a:spcBef>
                <a:spcPts val="9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88000"/>
              </a:lnSpc>
              <a:spcBef>
                <a:spcPts val="9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en-US" altLang="en-US" sz="2000" b="1" dirty="0">
              <a:solidFill>
                <a:srgbClr val="003399"/>
              </a:solidFill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b="1" dirty="0">
                <a:solidFill>
                  <a:srgbClr val="003399"/>
                </a:solidFill>
              </a:rPr>
              <a:t>Topic 3 FPGA Architectures</a:t>
            </a:r>
          </a:p>
        </p:txBody>
      </p:sp>
    </p:spTree>
    <p:extLst>
      <p:ext uri="{BB962C8B-B14F-4D97-AF65-F5344CB8AC3E}">
        <p14:creationId xmlns:p14="http://schemas.microsoft.com/office/powerpoint/2010/main" val="7360082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C7984-3663-4FE6-8FC3-E876420F256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71500" y="18423"/>
            <a:ext cx="7772400" cy="1143000"/>
          </a:xfrm>
        </p:spPr>
        <p:txBody>
          <a:bodyPr lIns="0" tIns="45720" rIns="91440" bIns="45720"/>
          <a:lstStyle/>
          <a:p>
            <a:pPr algn="r">
              <a:defRPr/>
            </a:pPr>
            <a:r>
              <a:rPr lang="en-US" altLang="zh-CN" sz="3200" b="1" kern="1200" dirty="0">
                <a:solidFill>
                  <a:srgbClr val="CC0066"/>
                </a:solidFill>
                <a:latin typeface="+mn-lt"/>
                <a:ea typeface="+mn-ea"/>
                <a:cs typeface="+mn-cs"/>
              </a:rPr>
              <a:t>The 2nd Major FPGA Book to Read</a:t>
            </a:r>
          </a:p>
        </p:txBody>
      </p:sp>
      <p:sp>
        <p:nvSpPr>
          <p:cNvPr id="4101" name="Rectangle 4">
            <a:extLst>
              <a:ext uri="{FF2B5EF4-FFF2-40B4-BE49-F238E27FC236}">
                <a16:creationId xmlns:a16="http://schemas.microsoft.com/office/drawing/2014/main" id="{479F82A9-2790-4546-A67E-9C87821D20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3263" y="1988878"/>
            <a:ext cx="4005262" cy="2951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79350" rIns="0" bIns="39675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dirty="0">
                <a:solidFill>
                  <a:srgbClr val="F62227"/>
                </a:solidFill>
              </a:rPr>
              <a:t>Reconfigurable Computing: The Theory and Practice of FPGA-Based Computation</a:t>
            </a:r>
            <a:r>
              <a:rPr lang="en-US" altLang="en-US" dirty="0"/>
              <a:t>,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en-US" dirty="0"/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2000" dirty="0"/>
              <a:t>By Scott Hauk and Andre </a:t>
            </a:r>
            <a:r>
              <a:rPr lang="en-US" altLang="en-US" sz="2000" dirty="0" err="1"/>
              <a:t>Dehon</a:t>
            </a:r>
            <a:r>
              <a:rPr lang="en-US" altLang="en-US" sz="2000" dirty="0"/>
              <a:t>, Morgan Kaufmann, 2008,       </a:t>
            </a:r>
            <a:r>
              <a:rPr lang="en-US" altLang="en-US" sz="2000" b="1" dirty="0"/>
              <a:t>ISBN-10:</a:t>
            </a:r>
            <a:r>
              <a:rPr lang="en-US" altLang="en-US" sz="2000" dirty="0"/>
              <a:t> 0123705223</a:t>
            </a:r>
            <a:r>
              <a:rPr lang="en-US" altLang="en-US" dirty="0"/>
              <a:t> 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4102" name="AutoShape 7" descr="image001">
            <a:extLst>
              <a:ext uri="{FF2B5EF4-FFF2-40B4-BE49-F238E27FC236}">
                <a16:creationId xmlns:a16="http://schemas.microsoft.com/office/drawing/2014/main" id="{C607E88C-199B-4495-9DF6-B7880CF853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57700" y="3230588"/>
            <a:ext cx="952500" cy="138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SG" altLang="zh-CN"/>
          </a:p>
        </p:txBody>
      </p:sp>
      <p:pic>
        <p:nvPicPr>
          <p:cNvPr id="4103" name="Picture 10" descr="Reconfigurable Computing: The Theory and Practice of FPGA-Based Computation (Systems on Silicon)">
            <a:hlinkClick r:id="rId2"/>
            <a:extLst>
              <a:ext uri="{FF2B5EF4-FFF2-40B4-BE49-F238E27FC236}">
                <a16:creationId xmlns:a16="http://schemas.microsoft.com/office/drawing/2014/main" id="{2B69D31D-C88D-4040-A613-FC47B6C15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628800"/>
            <a:ext cx="2857500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Slide Number Placeholder 15">
            <a:extLst>
              <a:ext uri="{FF2B5EF4-FFF2-40B4-BE49-F238E27FC236}">
                <a16:creationId xmlns:a16="http://schemas.microsoft.com/office/drawing/2014/main" id="{01A357FF-7187-431F-A6DD-D4BC72883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7958"/>
            <a:ext cx="1905000" cy="35719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7534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2">
            <a:extLst>
              <a:ext uri="{FF2B5EF4-FFF2-40B4-BE49-F238E27FC236}">
                <a16:creationId xmlns:a16="http://schemas.microsoft.com/office/drawing/2014/main" id="{123F1C2A-E0D7-4B67-802C-2BF527B7B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40568" y="188640"/>
            <a:ext cx="76962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nl-NL" sz="3200" b="1" dirty="0">
                <a:solidFill>
                  <a:srgbClr val="CC0066"/>
                </a:solidFill>
                <a:latin typeface="+mn-lt"/>
              </a:rPr>
              <a:t>Reconfigurable Architectures</a:t>
            </a:r>
          </a:p>
        </p:txBody>
      </p:sp>
      <p:sp>
        <p:nvSpPr>
          <p:cNvPr id="5125" name="Rectangle 3">
            <a:extLst>
              <a:ext uri="{FF2B5EF4-FFF2-40B4-BE49-F238E27FC236}">
                <a16:creationId xmlns:a16="http://schemas.microsoft.com/office/drawing/2014/main" id="{52B650E3-AF04-4B53-BD4B-010BDBC4F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1725" y="1123950"/>
            <a:ext cx="7696200" cy="481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342900" indent="-342900">
              <a:buClr>
                <a:srgbClr val="000066"/>
              </a:buClr>
              <a:buSzPct val="75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buSzPct val="100000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buSzPct val="100000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buSzPct val="100000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buSzPct val="100000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buSzPct val="100000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 typeface="Wingdings" panose="05000000000000000000" pitchFamily="2" charset="2"/>
              <a:buChar char="n"/>
            </a:pPr>
            <a:endParaRPr lang="en-US" altLang="nl-NL"/>
          </a:p>
          <a:p>
            <a:pPr>
              <a:buFont typeface="Wingdings" panose="05000000000000000000" pitchFamily="2" charset="2"/>
              <a:buChar char="n"/>
            </a:pPr>
            <a:endParaRPr lang="en-US" altLang="nl-NL"/>
          </a:p>
          <a:p>
            <a:pPr>
              <a:buClr>
                <a:srgbClr val="F81B0A"/>
              </a:buClr>
              <a:buSzPct val="150000"/>
              <a:buFont typeface="Wingdings 2" panose="05020102010507070707" pitchFamily="18" charset="2"/>
              <a:buChar char="E"/>
            </a:pPr>
            <a:r>
              <a:rPr lang="en-US" altLang="nl-NL"/>
              <a:t> </a:t>
            </a:r>
            <a:r>
              <a:rPr lang="en-US" altLang="nl-NL">
                <a:solidFill>
                  <a:srgbClr val="F81B0A"/>
                </a:solidFill>
              </a:rPr>
              <a:t>Coarse Grain Reconfigurable Architectures</a:t>
            </a:r>
          </a:p>
          <a:p>
            <a:pPr>
              <a:buClr>
                <a:srgbClr val="F81B0A"/>
              </a:buClr>
              <a:buSzPct val="150000"/>
              <a:buFont typeface="Wingdings 2" panose="05020102010507070707" pitchFamily="18" charset="2"/>
              <a:buChar char="E"/>
            </a:pPr>
            <a:endParaRPr lang="en-US" altLang="nl-NL">
              <a:solidFill>
                <a:srgbClr val="F81B0A"/>
              </a:solidFill>
            </a:endParaRPr>
          </a:p>
          <a:p>
            <a:pPr>
              <a:buFont typeface="Wingdings" panose="05000000000000000000" pitchFamily="2" charset="2"/>
              <a:buChar char="n"/>
            </a:pPr>
            <a:r>
              <a:rPr lang="en-US" altLang="nl-NL"/>
              <a:t>FPGA Logic Blocks</a:t>
            </a:r>
          </a:p>
          <a:p>
            <a:pPr>
              <a:buFont typeface="Wingdings" panose="05000000000000000000" pitchFamily="2" charset="2"/>
              <a:buChar char="n"/>
            </a:pPr>
            <a:endParaRPr lang="en-US" altLang="nl-NL"/>
          </a:p>
          <a:p>
            <a:pPr>
              <a:buFont typeface="Wingdings" panose="05000000000000000000" pitchFamily="2" charset="2"/>
              <a:buChar char="n"/>
            </a:pPr>
            <a:r>
              <a:rPr lang="nl-NL" altLang="nl-NL"/>
              <a:t>FPGA Interconnects</a:t>
            </a:r>
            <a:endParaRPr lang="en-US" altLang="nl-NL"/>
          </a:p>
          <a:p>
            <a:pPr>
              <a:buFont typeface="Wingdings" panose="05000000000000000000" pitchFamily="2" charset="2"/>
              <a:buChar char="n"/>
            </a:pPr>
            <a:endParaRPr lang="nl-NL" altLang="nl-NL"/>
          </a:p>
          <a:p>
            <a:pPr>
              <a:buFont typeface="Wingdings" panose="05000000000000000000" pitchFamily="2" charset="2"/>
              <a:buChar char="n"/>
            </a:pPr>
            <a:r>
              <a:rPr lang="en-US" altLang="nl-NL"/>
              <a:t>Architecture Evaluation</a:t>
            </a:r>
            <a:endParaRPr lang="nl-NL" altLang="nl-NL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D47D1093-A446-4819-8CE4-C25C48352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7958"/>
            <a:ext cx="1905000" cy="35719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320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>
            <a:extLst>
              <a:ext uri="{FF2B5EF4-FFF2-40B4-BE49-F238E27FC236}">
                <a16:creationId xmlns:a16="http://schemas.microsoft.com/office/drawing/2014/main" id="{4FEDC5B3-2002-40B8-99C2-226220D8A0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9807" y="68861"/>
            <a:ext cx="8258175" cy="1143000"/>
          </a:xfrm>
        </p:spPr>
        <p:txBody>
          <a:bodyPr/>
          <a:lstStyle/>
          <a:p>
            <a:r>
              <a:rPr lang="en-US" altLang="ko-KR" sz="3200" b="1" kern="1200" dirty="0">
                <a:solidFill>
                  <a:srgbClr val="CC0066"/>
                </a:solidFill>
                <a:latin typeface="+mn-lt"/>
                <a:ea typeface="+mn-ea"/>
                <a:cs typeface="+mn-cs"/>
              </a:rPr>
              <a:t>Granularity of Reconfigurable Architectures</a:t>
            </a:r>
          </a:p>
        </p:txBody>
      </p:sp>
      <p:sp>
        <p:nvSpPr>
          <p:cNvPr id="6149" name="Text Box 176">
            <a:extLst>
              <a:ext uri="{FF2B5EF4-FFF2-40B4-BE49-F238E27FC236}">
                <a16:creationId xmlns:a16="http://schemas.microsoft.com/office/drawing/2014/main" id="{20570432-F8E1-4C5B-B77A-EB2A0A8AA7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6825" y="1179513"/>
            <a:ext cx="1660525" cy="62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2000">
                <a:ea typeface="SimSun" panose="02010600030101010101" pitchFamily="2" charset="-122"/>
              </a:rPr>
              <a:t>Functional Block</a:t>
            </a:r>
          </a:p>
        </p:txBody>
      </p:sp>
      <p:sp>
        <p:nvSpPr>
          <p:cNvPr id="6150" name="Text Box 177">
            <a:extLst>
              <a:ext uri="{FF2B5EF4-FFF2-40B4-BE49-F238E27FC236}">
                <a16:creationId xmlns:a16="http://schemas.microsoft.com/office/drawing/2014/main" id="{62AEAE75-FD10-4155-9E65-DA31E70AB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1385" y="5905526"/>
            <a:ext cx="1660525" cy="36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2000" dirty="0">
                <a:ea typeface="SimSun" panose="02010600030101010101" pitchFamily="2" charset="-122"/>
              </a:rPr>
              <a:t>I/O Block</a:t>
            </a:r>
          </a:p>
        </p:txBody>
      </p:sp>
      <p:sp>
        <p:nvSpPr>
          <p:cNvPr id="6151" name="Line 178">
            <a:extLst>
              <a:ext uri="{FF2B5EF4-FFF2-40B4-BE49-F238E27FC236}">
                <a16:creationId xmlns:a16="http://schemas.microsoft.com/office/drawing/2014/main" id="{CC49D299-34C2-451C-B68F-233D6BC7130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371600" y="4965700"/>
            <a:ext cx="177800" cy="102870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2" name="Text Box 180">
            <a:extLst>
              <a:ext uri="{FF2B5EF4-FFF2-40B4-BE49-F238E27FC236}">
                <a16:creationId xmlns:a16="http://schemas.microsoft.com/office/drawing/2014/main" id="{F36D23FB-C0E7-407F-8E58-1A1A6EF465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0803" y="5697836"/>
            <a:ext cx="1660525" cy="62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2000" dirty="0">
                <a:ea typeface="SimSun" panose="02010600030101010101" pitchFamily="2" charset="-122"/>
              </a:rPr>
              <a:t>Routing Network</a:t>
            </a:r>
          </a:p>
        </p:txBody>
      </p:sp>
      <p:sp>
        <p:nvSpPr>
          <p:cNvPr id="6153" name="Text Box 182">
            <a:extLst>
              <a:ext uri="{FF2B5EF4-FFF2-40B4-BE49-F238E27FC236}">
                <a16:creationId xmlns:a16="http://schemas.microsoft.com/office/drawing/2014/main" id="{537DF83C-DD72-4E31-8CA3-7E00F9CE48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4625" y="1190625"/>
            <a:ext cx="2787650" cy="1054100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rgbClr val="F62227"/>
                </a:solidFill>
                <a:ea typeface="SimSun" panose="02010600030101010101" pitchFamily="2" charset="-122"/>
              </a:rPr>
              <a:t>Functional blocks are built by LUTs or ALUs?</a:t>
            </a:r>
          </a:p>
        </p:txBody>
      </p:sp>
      <p:grpSp>
        <p:nvGrpSpPr>
          <p:cNvPr id="6154" name="Group 208">
            <a:extLst>
              <a:ext uri="{FF2B5EF4-FFF2-40B4-BE49-F238E27FC236}">
                <a16:creationId xmlns:a16="http://schemas.microsoft.com/office/drawing/2014/main" id="{4719D9E5-D88A-461F-9E71-09849A592DB3}"/>
              </a:ext>
            </a:extLst>
          </p:cNvPr>
          <p:cNvGrpSpPr>
            <a:grpSpLocks/>
          </p:cNvGrpSpPr>
          <p:nvPr/>
        </p:nvGrpSpPr>
        <p:grpSpPr bwMode="auto">
          <a:xfrm>
            <a:off x="1298575" y="1979613"/>
            <a:ext cx="4303713" cy="3633787"/>
            <a:chOff x="818" y="1247"/>
            <a:chExt cx="2711" cy="2289"/>
          </a:xfrm>
        </p:grpSpPr>
        <p:grpSp>
          <p:nvGrpSpPr>
            <p:cNvPr id="6157" name="Group 5">
              <a:extLst>
                <a:ext uri="{FF2B5EF4-FFF2-40B4-BE49-F238E27FC236}">
                  <a16:creationId xmlns:a16="http://schemas.microsoft.com/office/drawing/2014/main" id="{E8AE3C86-973D-4825-8173-7F7EBB33A23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18" y="1247"/>
              <a:ext cx="2514" cy="2289"/>
              <a:chOff x="1141" y="1158"/>
              <a:chExt cx="3124" cy="2844"/>
            </a:xfrm>
          </p:grpSpPr>
          <p:grpSp>
            <p:nvGrpSpPr>
              <p:cNvPr id="6184" name="Group 6">
                <a:extLst>
                  <a:ext uri="{FF2B5EF4-FFF2-40B4-BE49-F238E27FC236}">
                    <a16:creationId xmlns:a16="http://schemas.microsoft.com/office/drawing/2014/main" id="{54FBA028-4EC0-43C8-9476-FA0939546EC8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1549" y="1570"/>
                <a:ext cx="437" cy="369"/>
                <a:chOff x="1355" y="1609"/>
                <a:chExt cx="437" cy="369"/>
              </a:xfrm>
            </p:grpSpPr>
            <p:sp>
              <p:nvSpPr>
                <p:cNvPr id="6347" name="Rectangle 7">
                  <a:extLst>
                    <a:ext uri="{FF2B5EF4-FFF2-40B4-BE49-F238E27FC236}">
                      <a16:creationId xmlns:a16="http://schemas.microsoft.com/office/drawing/2014/main" id="{9C91249D-8FF0-4F39-BF33-72098ED8B01D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434" y="1676"/>
                  <a:ext cx="289" cy="241"/>
                </a:xfrm>
                <a:prstGeom prst="rect">
                  <a:avLst/>
                </a:prstGeom>
                <a:solidFill>
                  <a:srgbClr val="000099"/>
                </a:solidFill>
                <a:ln w="9525">
                  <a:solidFill>
                    <a:srgbClr val="000099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348" name="Rectangle 8">
                  <a:extLst>
                    <a:ext uri="{FF2B5EF4-FFF2-40B4-BE49-F238E27FC236}">
                      <a16:creationId xmlns:a16="http://schemas.microsoft.com/office/drawing/2014/main" id="{3B4DC995-2320-444D-8F7F-427811205C72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722" y="1699"/>
                  <a:ext cx="70" cy="54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349" name="Rectangle 9">
                  <a:extLst>
                    <a:ext uri="{FF2B5EF4-FFF2-40B4-BE49-F238E27FC236}">
                      <a16:creationId xmlns:a16="http://schemas.microsoft.com/office/drawing/2014/main" id="{2B00E21C-7DD7-4C51-9D87-0D754C012B19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476" y="1609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350" name="Rectangle 10">
                  <a:extLst>
                    <a:ext uri="{FF2B5EF4-FFF2-40B4-BE49-F238E27FC236}">
                      <a16:creationId xmlns:a16="http://schemas.microsoft.com/office/drawing/2014/main" id="{64FE391D-5327-413B-91FC-5B46FFF645CA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355" y="1814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351" name="Rectangle 11">
                  <a:extLst>
                    <a:ext uri="{FF2B5EF4-FFF2-40B4-BE49-F238E27FC236}">
                      <a16:creationId xmlns:a16="http://schemas.microsoft.com/office/drawing/2014/main" id="{75512D24-5E52-4EF1-A382-00413BD44C1F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619" y="1923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352" name="Rectangle 12">
                  <a:extLst>
                    <a:ext uri="{FF2B5EF4-FFF2-40B4-BE49-F238E27FC236}">
                      <a16:creationId xmlns:a16="http://schemas.microsoft.com/office/drawing/2014/main" id="{AB086155-50DB-4A8C-AC62-8D83FE336D89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720" y="1830"/>
                  <a:ext cx="70" cy="55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</p:grpSp>
          <p:grpSp>
            <p:nvGrpSpPr>
              <p:cNvPr id="6185" name="Group 13">
                <a:extLst>
                  <a:ext uri="{FF2B5EF4-FFF2-40B4-BE49-F238E27FC236}">
                    <a16:creationId xmlns:a16="http://schemas.microsoft.com/office/drawing/2014/main" id="{63D5E168-CBA8-4A91-BFE8-36093C900FDB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189" y="1571"/>
                <a:ext cx="437" cy="369"/>
                <a:chOff x="1355" y="1609"/>
                <a:chExt cx="437" cy="369"/>
              </a:xfrm>
            </p:grpSpPr>
            <p:sp>
              <p:nvSpPr>
                <p:cNvPr id="6341" name="Rectangle 14">
                  <a:extLst>
                    <a:ext uri="{FF2B5EF4-FFF2-40B4-BE49-F238E27FC236}">
                      <a16:creationId xmlns:a16="http://schemas.microsoft.com/office/drawing/2014/main" id="{D21FB370-393A-4249-A441-8306D61B5D21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434" y="1676"/>
                  <a:ext cx="289" cy="241"/>
                </a:xfrm>
                <a:prstGeom prst="rect">
                  <a:avLst/>
                </a:prstGeom>
                <a:solidFill>
                  <a:srgbClr val="000099"/>
                </a:solidFill>
                <a:ln w="9525">
                  <a:solidFill>
                    <a:srgbClr val="000099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342" name="Rectangle 15">
                  <a:extLst>
                    <a:ext uri="{FF2B5EF4-FFF2-40B4-BE49-F238E27FC236}">
                      <a16:creationId xmlns:a16="http://schemas.microsoft.com/office/drawing/2014/main" id="{DC04BEF1-CC2E-4EBE-B188-E5CD295883BA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722" y="1699"/>
                  <a:ext cx="70" cy="54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343" name="Rectangle 16">
                  <a:extLst>
                    <a:ext uri="{FF2B5EF4-FFF2-40B4-BE49-F238E27FC236}">
                      <a16:creationId xmlns:a16="http://schemas.microsoft.com/office/drawing/2014/main" id="{8C7488D9-E5D1-455F-9F56-3B8C14252D6F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476" y="1609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344" name="Rectangle 17">
                  <a:extLst>
                    <a:ext uri="{FF2B5EF4-FFF2-40B4-BE49-F238E27FC236}">
                      <a16:creationId xmlns:a16="http://schemas.microsoft.com/office/drawing/2014/main" id="{C5255C87-D55D-4640-B69A-FA246434F861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355" y="1814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345" name="Rectangle 18">
                  <a:extLst>
                    <a:ext uri="{FF2B5EF4-FFF2-40B4-BE49-F238E27FC236}">
                      <a16:creationId xmlns:a16="http://schemas.microsoft.com/office/drawing/2014/main" id="{1032417E-C736-4B51-AD5F-1A6A47CDC4E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619" y="1923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346" name="Rectangle 19">
                  <a:extLst>
                    <a:ext uri="{FF2B5EF4-FFF2-40B4-BE49-F238E27FC236}">
                      <a16:creationId xmlns:a16="http://schemas.microsoft.com/office/drawing/2014/main" id="{12699727-436E-41BC-A06A-3CCE5E367C31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720" y="1830"/>
                  <a:ext cx="70" cy="55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</p:grpSp>
          <p:grpSp>
            <p:nvGrpSpPr>
              <p:cNvPr id="6186" name="Group 20">
                <a:extLst>
                  <a:ext uri="{FF2B5EF4-FFF2-40B4-BE49-F238E27FC236}">
                    <a16:creationId xmlns:a16="http://schemas.microsoft.com/office/drawing/2014/main" id="{19D2FB80-3E89-4242-AB7D-14A4212A8977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793" y="1574"/>
                <a:ext cx="437" cy="369"/>
                <a:chOff x="1355" y="1609"/>
                <a:chExt cx="437" cy="369"/>
              </a:xfrm>
            </p:grpSpPr>
            <p:sp>
              <p:nvSpPr>
                <p:cNvPr id="6335" name="Rectangle 21">
                  <a:extLst>
                    <a:ext uri="{FF2B5EF4-FFF2-40B4-BE49-F238E27FC236}">
                      <a16:creationId xmlns:a16="http://schemas.microsoft.com/office/drawing/2014/main" id="{06FC01B6-FF6B-48C5-A7C4-7C6B2CB6BAD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434" y="1676"/>
                  <a:ext cx="289" cy="241"/>
                </a:xfrm>
                <a:prstGeom prst="rect">
                  <a:avLst/>
                </a:prstGeom>
                <a:solidFill>
                  <a:srgbClr val="000099"/>
                </a:solidFill>
                <a:ln w="9525">
                  <a:solidFill>
                    <a:srgbClr val="000099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336" name="Rectangle 22">
                  <a:extLst>
                    <a:ext uri="{FF2B5EF4-FFF2-40B4-BE49-F238E27FC236}">
                      <a16:creationId xmlns:a16="http://schemas.microsoft.com/office/drawing/2014/main" id="{13FC7E94-F01C-4491-A4DE-D46B3758A0F7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722" y="1699"/>
                  <a:ext cx="70" cy="54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337" name="Rectangle 23">
                  <a:extLst>
                    <a:ext uri="{FF2B5EF4-FFF2-40B4-BE49-F238E27FC236}">
                      <a16:creationId xmlns:a16="http://schemas.microsoft.com/office/drawing/2014/main" id="{8388189B-5BF0-494A-8699-39F06E861EEC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476" y="1609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338" name="Rectangle 24">
                  <a:extLst>
                    <a:ext uri="{FF2B5EF4-FFF2-40B4-BE49-F238E27FC236}">
                      <a16:creationId xmlns:a16="http://schemas.microsoft.com/office/drawing/2014/main" id="{EF2ABA11-F02D-417A-90C6-2D1435D5EB19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355" y="1814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339" name="Rectangle 25">
                  <a:extLst>
                    <a:ext uri="{FF2B5EF4-FFF2-40B4-BE49-F238E27FC236}">
                      <a16:creationId xmlns:a16="http://schemas.microsoft.com/office/drawing/2014/main" id="{A276F344-C3AB-461B-B7AB-3C2F0C09210F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619" y="1923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340" name="Rectangle 26">
                  <a:extLst>
                    <a:ext uri="{FF2B5EF4-FFF2-40B4-BE49-F238E27FC236}">
                      <a16:creationId xmlns:a16="http://schemas.microsoft.com/office/drawing/2014/main" id="{37DC0F5F-DB77-4EC3-878B-E5746B278FFE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720" y="1830"/>
                  <a:ext cx="70" cy="55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</p:grpSp>
          <p:grpSp>
            <p:nvGrpSpPr>
              <p:cNvPr id="6187" name="Group 27">
                <a:extLst>
                  <a:ext uri="{FF2B5EF4-FFF2-40B4-BE49-F238E27FC236}">
                    <a16:creationId xmlns:a16="http://schemas.microsoft.com/office/drawing/2014/main" id="{682966A6-620E-4AA6-BBE6-DEB78AA37B96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400" y="1575"/>
                <a:ext cx="437" cy="369"/>
                <a:chOff x="1355" y="1609"/>
                <a:chExt cx="437" cy="369"/>
              </a:xfrm>
            </p:grpSpPr>
            <p:sp>
              <p:nvSpPr>
                <p:cNvPr id="6329" name="Rectangle 28">
                  <a:extLst>
                    <a:ext uri="{FF2B5EF4-FFF2-40B4-BE49-F238E27FC236}">
                      <a16:creationId xmlns:a16="http://schemas.microsoft.com/office/drawing/2014/main" id="{9F50427A-C09B-48A8-AFE0-787BCF76079F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434" y="1676"/>
                  <a:ext cx="289" cy="241"/>
                </a:xfrm>
                <a:prstGeom prst="rect">
                  <a:avLst/>
                </a:prstGeom>
                <a:solidFill>
                  <a:srgbClr val="000099"/>
                </a:solidFill>
                <a:ln w="9525">
                  <a:solidFill>
                    <a:srgbClr val="000099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330" name="Rectangle 29">
                  <a:extLst>
                    <a:ext uri="{FF2B5EF4-FFF2-40B4-BE49-F238E27FC236}">
                      <a16:creationId xmlns:a16="http://schemas.microsoft.com/office/drawing/2014/main" id="{03F3382E-D404-4BC1-8365-618585C5B337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722" y="1699"/>
                  <a:ext cx="70" cy="54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331" name="Rectangle 30">
                  <a:extLst>
                    <a:ext uri="{FF2B5EF4-FFF2-40B4-BE49-F238E27FC236}">
                      <a16:creationId xmlns:a16="http://schemas.microsoft.com/office/drawing/2014/main" id="{21C6D554-9501-4C98-B302-6F80CFF23A99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476" y="1609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332" name="Rectangle 31">
                  <a:extLst>
                    <a:ext uri="{FF2B5EF4-FFF2-40B4-BE49-F238E27FC236}">
                      <a16:creationId xmlns:a16="http://schemas.microsoft.com/office/drawing/2014/main" id="{F0F286C1-5D67-4FCD-A2D0-7A3F872CF487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355" y="1814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333" name="Rectangle 32">
                  <a:extLst>
                    <a:ext uri="{FF2B5EF4-FFF2-40B4-BE49-F238E27FC236}">
                      <a16:creationId xmlns:a16="http://schemas.microsoft.com/office/drawing/2014/main" id="{FC32FEF1-F16C-4DEE-B416-B6270E5B5CF1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619" y="1923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334" name="Rectangle 33">
                  <a:extLst>
                    <a:ext uri="{FF2B5EF4-FFF2-40B4-BE49-F238E27FC236}">
                      <a16:creationId xmlns:a16="http://schemas.microsoft.com/office/drawing/2014/main" id="{0C15D5C7-770B-456C-B299-470828929F43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720" y="1830"/>
                  <a:ext cx="70" cy="55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</p:grpSp>
          <p:grpSp>
            <p:nvGrpSpPr>
              <p:cNvPr id="6188" name="Group 34">
                <a:extLst>
                  <a:ext uri="{FF2B5EF4-FFF2-40B4-BE49-F238E27FC236}">
                    <a16:creationId xmlns:a16="http://schemas.microsoft.com/office/drawing/2014/main" id="{F317CE92-4746-4E1E-B963-294CAEB8126E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1544" y="2110"/>
                <a:ext cx="437" cy="369"/>
                <a:chOff x="1355" y="1609"/>
                <a:chExt cx="437" cy="369"/>
              </a:xfrm>
            </p:grpSpPr>
            <p:sp>
              <p:nvSpPr>
                <p:cNvPr id="6323" name="Rectangle 35">
                  <a:extLst>
                    <a:ext uri="{FF2B5EF4-FFF2-40B4-BE49-F238E27FC236}">
                      <a16:creationId xmlns:a16="http://schemas.microsoft.com/office/drawing/2014/main" id="{FDF79988-270B-47F3-B747-B94E5B1984B0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434" y="1676"/>
                  <a:ext cx="289" cy="241"/>
                </a:xfrm>
                <a:prstGeom prst="rect">
                  <a:avLst/>
                </a:prstGeom>
                <a:solidFill>
                  <a:srgbClr val="000099"/>
                </a:solidFill>
                <a:ln w="9525">
                  <a:solidFill>
                    <a:srgbClr val="000099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324" name="Rectangle 36">
                  <a:extLst>
                    <a:ext uri="{FF2B5EF4-FFF2-40B4-BE49-F238E27FC236}">
                      <a16:creationId xmlns:a16="http://schemas.microsoft.com/office/drawing/2014/main" id="{47D6B728-0189-4E6D-BACE-BA436ED5CC80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722" y="1699"/>
                  <a:ext cx="70" cy="54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325" name="Rectangle 37">
                  <a:extLst>
                    <a:ext uri="{FF2B5EF4-FFF2-40B4-BE49-F238E27FC236}">
                      <a16:creationId xmlns:a16="http://schemas.microsoft.com/office/drawing/2014/main" id="{90BA51A1-CDED-4679-8468-F438D523E770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476" y="1609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326" name="Rectangle 38">
                  <a:extLst>
                    <a:ext uri="{FF2B5EF4-FFF2-40B4-BE49-F238E27FC236}">
                      <a16:creationId xmlns:a16="http://schemas.microsoft.com/office/drawing/2014/main" id="{999E6E1D-5F02-42B1-9A3B-2343CC6C9BAF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355" y="1814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327" name="Rectangle 39">
                  <a:extLst>
                    <a:ext uri="{FF2B5EF4-FFF2-40B4-BE49-F238E27FC236}">
                      <a16:creationId xmlns:a16="http://schemas.microsoft.com/office/drawing/2014/main" id="{A38D19D9-554C-4797-BD90-120C4E7C41D8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619" y="1923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328" name="Rectangle 40">
                  <a:extLst>
                    <a:ext uri="{FF2B5EF4-FFF2-40B4-BE49-F238E27FC236}">
                      <a16:creationId xmlns:a16="http://schemas.microsoft.com/office/drawing/2014/main" id="{2FBBD987-7B2D-4ED4-949C-687D9BD8C394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720" y="1830"/>
                  <a:ext cx="70" cy="55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</p:grpSp>
          <p:grpSp>
            <p:nvGrpSpPr>
              <p:cNvPr id="6189" name="Group 41">
                <a:extLst>
                  <a:ext uri="{FF2B5EF4-FFF2-40B4-BE49-F238E27FC236}">
                    <a16:creationId xmlns:a16="http://schemas.microsoft.com/office/drawing/2014/main" id="{A9D3EA37-1E67-472F-9068-33AF882A0CB4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184" y="2111"/>
                <a:ext cx="437" cy="369"/>
                <a:chOff x="1355" y="1609"/>
                <a:chExt cx="437" cy="369"/>
              </a:xfrm>
            </p:grpSpPr>
            <p:sp>
              <p:nvSpPr>
                <p:cNvPr id="6317" name="Rectangle 42">
                  <a:extLst>
                    <a:ext uri="{FF2B5EF4-FFF2-40B4-BE49-F238E27FC236}">
                      <a16:creationId xmlns:a16="http://schemas.microsoft.com/office/drawing/2014/main" id="{27402135-83BD-4F2E-A8DB-1343726BF488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434" y="1676"/>
                  <a:ext cx="289" cy="241"/>
                </a:xfrm>
                <a:prstGeom prst="rect">
                  <a:avLst/>
                </a:prstGeom>
                <a:solidFill>
                  <a:srgbClr val="000099"/>
                </a:solidFill>
                <a:ln w="9525">
                  <a:solidFill>
                    <a:srgbClr val="000099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318" name="Rectangle 43">
                  <a:extLst>
                    <a:ext uri="{FF2B5EF4-FFF2-40B4-BE49-F238E27FC236}">
                      <a16:creationId xmlns:a16="http://schemas.microsoft.com/office/drawing/2014/main" id="{A3F67014-B243-4545-8316-6AD79CEDF749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722" y="1699"/>
                  <a:ext cx="70" cy="54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319" name="Rectangle 44">
                  <a:extLst>
                    <a:ext uri="{FF2B5EF4-FFF2-40B4-BE49-F238E27FC236}">
                      <a16:creationId xmlns:a16="http://schemas.microsoft.com/office/drawing/2014/main" id="{0C1573F6-2994-4781-9FD6-0F72FA6FD8DD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476" y="1609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320" name="Rectangle 45">
                  <a:extLst>
                    <a:ext uri="{FF2B5EF4-FFF2-40B4-BE49-F238E27FC236}">
                      <a16:creationId xmlns:a16="http://schemas.microsoft.com/office/drawing/2014/main" id="{72485D11-9E9F-4A7C-B367-B6D62399BAED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355" y="1814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321" name="Rectangle 46">
                  <a:extLst>
                    <a:ext uri="{FF2B5EF4-FFF2-40B4-BE49-F238E27FC236}">
                      <a16:creationId xmlns:a16="http://schemas.microsoft.com/office/drawing/2014/main" id="{5E78EB34-0889-47C3-BA2D-D884C4A00A8D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619" y="1923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322" name="Rectangle 47">
                  <a:extLst>
                    <a:ext uri="{FF2B5EF4-FFF2-40B4-BE49-F238E27FC236}">
                      <a16:creationId xmlns:a16="http://schemas.microsoft.com/office/drawing/2014/main" id="{4BB4F017-D866-48FD-B337-7A30F0A5EE3D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720" y="1830"/>
                  <a:ext cx="70" cy="55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</p:grpSp>
          <p:grpSp>
            <p:nvGrpSpPr>
              <p:cNvPr id="6190" name="Group 48">
                <a:extLst>
                  <a:ext uri="{FF2B5EF4-FFF2-40B4-BE49-F238E27FC236}">
                    <a16:creationId xmlns:a16="http://schemas.microsoft.com/office/drawing/2014/main" id="{CB6ED814-A7D8-43D3-AACF-DC005C63DC1C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788" y="2114"/>
                <a:ext cx="437" cy="369"/>
                <a:chOff x="1355" y="1609"/>
                <a:chExt cx="437" cy="369"/>
              </a:xfrm>
            </p:grpSpPr>
            <p:sp>
              <p:nvSpPr>
                <p:cNvPr id="6311" name="Rectangle 49">
                  <a:extLst>
                    <a:ext uri="{FF2B5EF4-FFF2-40B4-BE49-F238E27FC236}">
                      <a16:creationId xmlns:a16="http://schemas.microsoft.com/office/drawing/2014/main" id="{2B7E88F7-4D93-47EE-92CA-5328DBF8A435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434" y="1676"/>
                  <a:ext cx="289" cy="241"/>
                </a:xfrm>
                <a:prstGeom prst="rect">
                  <a:avLst/>
                </a:prstGeom>
                <a:solidFill>
                  <a:srgbClr val="000099"/>
                </a:solidFill>
                <a:ln w="9525">
                  <a:solidFill>
                    <a:srgbClr val="000099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312" name="Rectangle 50">
                  <a:extLst>
                    <a:ext uri="{FF2B5EF4-FFF2-40B4-BE49-F238E27FC236}">
                      <a16:creationId xmlns:a16="http://schemas.microsoft.com/office/drawing/2014/main" id="{BF0FF471-1ABE-4E4F-B8C9-81C4A7CE501E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722" y="1699"/>
                  <a:ext cx="70" cy="54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313" name="Rectangle 51">
                  <a:extLst>
                    <a:ext uri="{FF2B5EF4-FFF2-40B4-BE49-F238E27FC236}">
                      <a16:creationId xmlns:a16="http://schemas.microsoft.com/office/drawing/2014/main" id="{A23478F7-098C-48E6-B38D-464117544F20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476" y="1609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314" name="Rectangle 52">
                  <a:extLst>
                    <a:ext uri="{FF2B5EF4-FFF2-40B4-BE49-F238E27FC236}">
                      <a16:creationId xmlns:a16="http://schemas.microsoft.com/office/drawing/2014/main" id="{76FE4AB9-9F07-4D09-84B2-620A9B39436C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355" y="1814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315" name="Rectangle 53">
                  <a:extLst>
                    <a:ext uri="{FF2B5EF4-FFF2-40B4-BE49-F238E27FC236}">
                      <a16:creationId xmlns:a16="http://schemas.microsoft.com/office/drawing/2014/main" id="{F33A84B1-9E78-4100-9244-5AF2AF571AED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619" y="1923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316" name="Rectangle 54">
                  <a:extLst>
                    <a:ext uri="{FF2B5EF4-FFF2-40B4-BE49-F238E27FC236}">
                      <a16:creationId xmlns:a16="http://schemas.microsoft.com/office/drawing/2014/main" id="{1AD0B852-510E-4C6D-9DD3-829489DDEA9C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720" y="1830"/>
                  <a:ext cx="70" cy="55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</p:grpSp>
          <p:grpSp>
            <p:nvGrpSpPr>
              <p:cNvPr id="6191" name="Group 55">
                <a:extLst>
                  <a:ext uri="{FF2B5EF4-FFF2-40B4-BE49-F238E27FC236}">
                    <a16:creationId xmlns:a16="http://schemas.microsoft.com/office/drawing/2014/main" id="{6FB0CC52-B235-42D5-B15F-12501B36EC38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95" y="2115"/>
                <a:ext cx="437" cy="369"/>
                <a:chOff x="1355" y="1609"/>
                <a:chExt cx="437" cy="369"/>
              </a:xfrm>
            </p:grpSpPr>
            <p:sp>
              <p:nvSpPr>
                <p:cNvPr id="6305" name="Rectangle 56">
                  <a:extLst>
                    <a:ext uri="{FF2B5EF4-FFF2-40B4-BE49-F238E27FC236}">
                      <a16:creationId xmlns:a16="http://schemas.microsoft.com/office/drawing/2014/main" id="{40D50622-19A2-4B98-90C2-AFA14CFB6C39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434" y="1676"/>
                  <a:ext cx="289" cy="241"/>
                </a:xfrm>
                <a:prstGeom prst="rect">
                  <a:avLst/>
                </a:prstGeom>
                <a:solidFill>
                  <a:srgbClr val="000099"/>
                </a:solidFill>
                <a:ln w="9525">
                  <a:solidFill>
                    <a:srgbClr val="000099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306" name="Rectangle 57">
                  <a:extLst>
                    <a:ext uri="{FF2B5EF4-FFF2-40B4-BE49-F238E27FC236}">
                      <a16:creationId xmlns:a16="http://schemas.microsoft.com/office/drawing/2014/main" id="{E079A4DD-5E2D-4FA6-AB08-D278592B765A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722" y="1699"/>
                  <a:ext cx="70" cy="54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307" name="Rectangle 58">
                  <a:extLst>
                    <a:ext uri="{FF2B5EF4-FFF2-40B4-BE49-F238E27FC236}">
                      <a16:creationId xmlns:a16="http://schemas.microsoft.com/office/drawing/2014/main" id="{70666CF8-4428-461D-9A65-52AF99C4F214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476" y="1609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308" name="Rectangle 59">
                  <a:extLst>
                    <a:ext uri="{FF2B5EF4-FFF2-40B4-BE49-F238E27FC236}">
                      <a16:creationId xmlns:a16="http://schemas.microsoft.com/office/drawing/2014/main" id="{DA9CC3CB-2FC5-48DF-B8AF-5B4B3B693EF6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355" y="1814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309" name="Rectangle 60">
                  <a:extLst>
                    <a:ext uri="{FF2B5EF4-FFF2-40B4-BE49-F238E27FC236}">
                      <a16:creationId xmlns:a16="http://schemas.microsoft.com/office/drawing/2014/main" id="{AA0665B8-DEB2-4349-A9FA-81CF34E76D5F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619" y="1923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310" name="Rectangle 61">
                  <a:extLst>
                    <a:ext uri="{FF2B5EF4-FFF2-40B4-BE49-F238E27FC236}">
                      <a16:creationId xmlns:a16="http://schemas.microsoft.com/office/drawing/2014/main" id="{22786665-89F8-49D7-B862-A02169AEE136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720" y="1830"/>
                  <a:ext cx="70" cy="55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</p:grpSp>
          <p:grpSp>
            <p:nvGrpSpPr>
              <p:cNvPr id="6192" name="Group 62">
                <a:extLst>
                  <a:ext uri="{FF2B5EF4-FFF2-40B4-BE49-F238E27FC236}">
                    <a16:creationId xmlns:a16="http://schemas.microsoft.com/office/drawing/2014/main" id="{66D88691-1401-44E8-944C-93BB643A87C8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1536" y="2664"/>
                <a:ext cx="437" cy="369"/>
                <a:chOff x="1355" y="1609"/>
                <a:chExt cx="437" cy="369"/>
              </a:xfrm>
            </p:grpSpPr>
            <p:sp>
              <p:nvSpPr>
                <p:cNvPr id="6299" name="Rectangle 63">
                  <a:extLst>
                    <a:ext uri="{FF2B5EF4-FFF2-40B4-BE49-F238E27FC236}">
                      <a16:creationId xmlns:a16="http://schemas.microsoft.com/office/drawing/2014/main" id="{4100C831-209A-498D-BE4E-BA487CC31FB1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434" y="1676"/>
                  <a:ext cx="289" cy="241"/>
                </a:xfrm>
                <a:prstGeom prst="rect">
                  <a:avLst/>
                </a:prstGeom>
                <a:solidFill>
                  <a:srgbClr val="000099"/>
                </a:solidFill>
                <a:ln w="9525">
                  <a:solidFill>
                    <a:srgbClr val="000099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300" name="Rectangle 64">
                  <a:extLst>
                    <a:ext uri="{FF2B5EF4-FFF2-40B4-BE49-F238E27FC236}">
                      <a16:creationId xmlns:a16="http://schemas.microsoft.com/office/drawing/2014/main" id="{744965E0-3196-4FC9-B978-977227C50B34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722" y="1699"/>
                  <a:ext cx="70" cy="54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301" name="Rectangle 65">
                  <a:extLst>
                    <a:ext uri="{FF2B5EF4-FFF2-40B4-BE49-F238E27FC236}">
                      <a16:creationId xmlns:a16="http://schemas.microsoft.com/office/drawing/2014/main" id="{2C9568F4-5DFB-43C6-A23B-E67BB43CE191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476" y="1609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302" name="Rectangle 66">
                  <a:extLst>
                    <a:ext uri="{FF2B5EF4-FFF2-40B4-BE49-F238E27FC236}">
                      <a16:creationId xmlns:a16="http://schemas.microsoft.com/office/drawing/2014/main" id="{91A605B5-A263-4E76-A195-04BF78DB3FBD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355" y="1814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303" name="Rectangle 67">
                  <a:extLst>
                    <a:ext uri="{FF2B5EF4-FFF2-40B4-BE49-F238E27FC236}">
                      <a16:creationId xmlns:a16="http://schemas.microsoft.com/office/drawing/2014/main" id="{ED8D31D1-F178-4E80-8396-75F48B4C34CE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619" y="1923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304" name="Rectangle 68">
                  <a:extLst>
                    <a:ext uri="{FF2B5EF4-FFF2-40B4-BE49-F238E27FC236}">
                      <a16:creationId xmlns:a16="http://schemas.microsoft.com/office/drawing/2014/main" id="{743DC511-4045-446B-BED2-2B150444DC6C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720" y="1830"/>
                  <a:ext cx="70" cy="55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</p:grpSp>
          <p:grpSp>
            <p:nvGrpSpPr>
              <p:cNvPr id="6193" name="Group 69">
                <a:extLst>
                  <a:ext uri="{FF2B5EF4-FFF2-40B4-BE49-F238E27FC236}">
                    <a16:creationId xmlns:a16="http://schemas.microsoft.com/office/drawing/2014/main" id="{64EABDD7-CB03-4200-B9DB-814413B7E5DE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176" y="2665"/>
                <a:ext cx="437" cy="369"/>
                <a:chOff x="1355" y="1609"/>
                <a:chExt cx="437" cy="369"/>
              </a:xfrm>
            </p:grpSpPr>
            <p:sp>
              <p:nvSpPr>
                <p:cNvPr id="6293" name="Rectangle 70">
                  <a:extLst>
                    <a:ext uri="{FF2B5EF4-FFF2-40B4-BE49-F238E27FC236}">
                      <a16:creationId xmlns:a16="http://schemas.microsoft.com/office/drawing/2014/main" id="{F91C245A-C6F4-4BA9-AE25-33B0B8F1379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434" y="1676"/>
                  <a:ext cx="289" cy="241"/>
                </a:xfrm>
                <a:prstGeom prst="rect">
                  <a:avLst/>
                </a:prstGeom>
                <a:solidFill>
                  <a:srgbClr val="000099"/>
                </a:solidFill>
                <a:ln w="9525">
                  <a:solidFill>
                    <a:srgbClr val="000099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94" name="Rectangle 71">
                  <a:extLst>
                    <a:ext uri="{FF2B5EF4-FFF2-40B4-BE49-F238E27FC236}">
                      <a16:creationId xmlns:a16="http://schemas.microsoft.com/office/drawing/2014/main" id="{24410FE5-A58F-4FA9-A44D-1AF24E31EA9E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722" y="1699"/>
                  <a:ext cx="70" cy="54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95" name="Rectangle 72">
                  <a:extLst>
                    <a:ext uri="{FF2B5EF4-FFF2-40B4-BE49-F238E27FC236}">
                      <a16:creationId xmlns:a16="http://schemas.microsoft.com/office/drawing/2014/main" id="{D4D7C834-387A-446A-B4FF-82169ACB5B6F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476" y="1609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96" name="Rectangle 73">
                  <a:extLst>
                    <a:ext uri="{FF2B5EF4-FFF2-40B4-BE49-F238E27FC236}">
                      <a16:creationId xmlns:a16="http://schemas.microsoft.com/office/drawing/2014/main" id="{CEEB1557-DD67-4D2E-96FF-05452E21307E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355" y="1814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97" name="Rectangle 74">
                  <a:extLst>
                    <a:ext uri="{FF2B5EF4-FFF2-40B4-BE49-F238E27FC236}">
                      <a16:creationId xmlns:a16="http://schemas.microsoft.com/office/drawing/2014/main" id="{58B1A9D1-CD60-498C-8B50-6F3373A0D717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619" y="1923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98" name="Rectangle 75">
                  <a:extLst>
                    <a:ext uri="{FF2B5EF4-FFF2-40B4-BE49-F238E27FC236}">
                      <a16:creationId xmlns:a16="http://schemas.microsoft.com/office/drawing/2014/main" id="{6132EBC1-C629-4A75-825A-65A38FF299A6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720" y="1830"/>
                  <a:ext cx="70" cy="55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</p:grpSp>
          <p:grpSp>
            <p:nvGrpSpPr>
              <p:cNvPr id="6194" name="Group 76">
                <a:extLst>
                  <a:ext uri="{FF2B5EF4-FFF2-40B4-BE49-F238E27FC236}">
                    <a16:creationId xmlns:a16="http://schemas.microsoft.com/office/drawing/2014/main" id="{D8DC7646-11C6-471C-884E-6AABCF6FFFA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780" y="2668"/>
                <a:ext cx="437" cy="369"/>
                <a:chOff x="1355" y="1609"/>
                <a:chExt cx="437" cy="369"/>
              </a:xfrm>
            </p:grpSpPr>
            <p:sp>
              <p:nvSpPr>
                <p:cNvPr id="6287" name="Rectangle 77">
                  <a:extLst>
                    <a:ext uri="{FF2B5EF4-FFF2-40B4-BE49-F238E27FC236}">
                      <a16:creationId xmlns:a16="http://schemas.microsoft.com/office/drawing/2014/main" id="{6D2F727B-7B6F-4F35-A0E9-B32713D6C685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434" y="1676"/>
                  <a:ext cx="289" cy="241"/>
                </a:xfrm>
                <a:prstGeom prst="rect">
                  <a:avLst/>
                </a:prstGeom>
                <a:solidFill>
                  <a:srgbClr val="000099"/>
                </a:solidFill>
                <a:ln w="9525">
                  <a:solidFill>
                    <a:srgbClr val="000099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88" name="Rectangle 78">
                  <a:extLst>
                    <a:ext uri="{FF2B5EF4-FFF2-40B4-BE49-F238E27FC236}">
                      <a16:creationId xmlns:a16="http://schemas.microsoft.com/office/drawing/2014/main" id="{81DE5BE2-190F-481E-BF7E-4B0722335F0A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722" y="1699"/>
                  <a:ext cx="70" cy="54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89" name="Rectangle 79">
                  <a:extLst>
                    <a:ext uri="{FF2B5EF4-FFF2-40B4-BE49-F238E27FC236}">
                      <a16:creationId xmlns:a16="http://schemas.microsoft.com/office/drawing/2014/main" id="{1C25CEDF-0409-4214-99FB-667F83045C93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476" y="1609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90" name="Rectangle 80">
                  <a:extLst>
                    <a:ext uri="{FF2B5EF4-FFF2-40B4-BE49-F238E27FC236}">
                      <a16:creationId xmlns:a16="http://schemas.microsoft.com/office/drawing/2014/main" id="{0EF8986D-CC3D-4692-947B-1BD195DF24E4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355" y="1814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91" name="Rectangle 81">
                  <a:extLst>
                    <a:ext uri="{FF2B5EF4-FFF2-40B4-BE49-F238E27FC236}">
                      <a16:creationId xmlns:a16="http://schemas.microsoft.com/office/drawing/2014/main" id="{C4D8A81D-19DC-4525-A3F9-DF5B9565A303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619" y="1923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92" name="Rectangle 82">
                  <a:extLst>
                    <a:ext uri="{FF2B5EF4-FFF2-40B4-BE49-F238E27FC236}">
                      <a16:creationId xmlns:a16="http://schemas.microsoft.com/office/drawing/2014/main" id="{3C5F1799-EEEC-4892-8116-5AD6218CA3D7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720" y="1830"/>
                  <a:ext cx="70" cy="55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</p:grpSp>
          <p:grpSp>
            <p:nvGrpSpPr>
              <p:cNvPr id="6195" name="Group 83">
                <a:extLst>
                  <a:ext uri="{FF2B5EF4-FFF2-40B4-BE49-F238E27FC236}">
                    <a16:creationId xmlns:a16="http://schemas.microsoft.com/office/drawing/2014/main" id="{B8FF48C5-251C-42EA-86B9-CCD4E3DF19B8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87" y="2669"/>
                <a:ext cx="437" cy="369"/>
                <a:chOff x="1355" y="1609"/>
                <a:chExt cx="437" cy="369"/>
              </a:xfrm>
            </p:grpSpPr>
            <p:sp>
              <p:nvSpPr>
                <p:cNvPr id="6281" name="Rectangle 84">
                  <a:extLst>
                    <a:ext uri="{FF2B5EF4-FFF2-40B4-BE49-F238E27FC236}">
                      <a16:creationId xmlns:a16="http://schemas.microsoft.com/office/drawing/2014/main" id="{D6DE8476-2618-4530-AE22-995C2D90C152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434" y="1676"/>
                  <a:ext cx="289" cy="241"/>
                </a:xfrm>
                <a:prstGeom prst="rect">
                  <a:avLst/>
                </a:prstGeom>
                <a:solidFill>
                  <a:srgbClr val="000099"/>
                </a:solidFill>
                <a:ln w="9525">
                  <a:solidFill>
                    <a:srgbClr val="000099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82" name="Rectangle 85">
                  <a:extLst>
                    <a:ext uri="{FF2B5EF4-FFF2-40B4-BE49-F238E27FC236}">
                      <a16:creationId xmlns:a16="http://schemas.microsoft.com/office/drawing/2014/main" id="{746A3C43-5278-4CA2-94F8-3499FA59E286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722" y="1699"/>
                  <a:ext cx="70" cy="54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83" name="Rectangle 86">
                  <a:extLst>
                    <a:ext uri="{FF2B5EF4-FFF2-40B4-BE49-F238E27FC236}">
                      <a16:creationId xmlns:a16="http://schemas.microsoft.com/office/drawing/2014/main" id="{2A1CAE5C-27A0-4596-99DB-DC95351E9425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476" y="1609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84" name="Rectangle 87">
                  <a:extLst>
                    <a:ext uri="{FF2B5EF4-FFF2-40B4-BE49-F238E27FC236}">
                      <a16:creationId xmlns:a16="http://schemas.microsoft.com/office/drawing/2014/main" id="{46569639-D036-4D74-81AF-36EE1C3B135D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355" y="1814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85" name="Rectangle 88">
                  <a:extLst>
                    <a:ext uri="{FF2B5EF4-FFF2-40B4-BE49-F238E27FC236}">
                      <a16:creationId xmlns:a16="http://schemas.microsoft.com/office/drawing/2014/main" id="{ED1713A2-55B9-465C-9F1C-10EC0C3D8880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619" y="1923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86" name="Rectangle 89">
                  <a:extLst>
                    <a:ext uri="{FF2B5EF4-FFF2-40B4-BE49-F238E27FC236}">
                      <a16:creationId xmlns:a16="http://schemas.microsoft.com/office/drawing/2014/main" id="{380474DD-4DAF-4DC9-A83F-44D5A31F5E5D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720" y="1830"/>
                  <a:ext cx="70" cy="55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</p:grpSp>
          <p:grpSp>
            <p:nvGrpSpPr>
              <p:cNvPr id="6196" name="Group 90">
                <a:extLst>
                  <a:ext uri="{FF2B5EF4-FFF2-40B4-BE49-F238E27FC236}">
                    <a16:creationId xmlns:a16="http://schemas.microsoft.com/office/drawing/2014/main" id="{53C45AB0-FE0A-411D-A418-4348C6463D7E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1543" y="3217"/>
                <a:ext cx="437" cy="369"/>
                <a:chOff x="1355" y="1609"/>
                <a:chExt cx="437" cy="369"/>
              </a:xfrm>
            </p:grpSpPr>
            <p:sp>
              <p:nvSpPr>
                <p:cNvPr id="6275" name="Rectangle 91">
                  <a:extLst>
                    <a:ext uri="{FF2B5EF4-FFF2-40B4-BE49-F238E27FC236}">
                      <a16:creationId xmlns:a16="http://schemas.microsoft.com/office/drawing/2014/main" id="{0267809B-BB67-4775-9C2F-C609D742A906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434" y="1676"/>
                  <a:ext cx="289" cy="241"/>
                </a:xfrm>
                <a:prstGeom prst="rect">
                  <a:avLst/>
                </a:prstGeom>
                <a:solidFill>
                  <a:srgbClr val="000099"/>
                </a:solidFill>
                <a:ln w="9525">
                  <a:solidFill>
                    <a:srgbClr val="000099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76" name="Rectangle 92">
                  <a:extLst>
                    <a:ext uri="{FF2B5EF4-FFF2-40B4-BE49-F238E27FC236}">
                      <a16:creationId xmlns:a16="http://schemas.microsoft.com/office/drawing/2014/main" id="{6CB0F8CE-B85B-4F17-996B-3CE67F2B7B65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722" y="1699"/>
                  <a:ext cx="70" cy="54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77" name="Rectangle 93">
                  <a:extLst>
                    <a:ext uri="{FF2B5EF4-FFF2-40B4-BE49-F238E27FC236}">
                      <a16:creationId xmlns:a16="http://schemas.microsoft.com/office/drawing/2014/main" id="{A0D737EB-F0BF-424A-8A7F-925A3DC5DFF3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476" y="1609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78" name="Rectangle 94">
                  <a:extLst>
                    <a:ext uri="{FF2B5EF4-FFF2-40B4-BE49-F238E27FC236}">
                      <a16:creationId xmlns:a16="http://schemas.microsoft.com/office/drawing/2014/main" id="{6C9E6E5A-5649-438F-A36A-D0EDE1E26888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355" y="1814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79" name="Rectangle 95">
                  <a:extLst>
                    <a:ext uri="{FF2B5EF4-FFF2-40B4-BE49-F238E27FC236}">
                      <a16:creationId xmlns:a16="http://schemas.microsoft.com/office/drawing/2014/main" id="{3EAF6AC5-6509-4C94-BD03-A42546CF125C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619" y="1923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80" name="Rectangle 96">
                  <a:extLst>
                    <a:ext uri="{FF2B5EF4-FFF2-40B4-BE49-F238E27FC236}">
                      <a16:creationId xmlns:a16="http://schemas.microsoft.com/office/drawing/2014/main" id="{3D924928-A165-4D4E-8D97-30FE04F475B0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720" y="1830"/>
                  <a:ext cx="70" cy="55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</p:grpSp>
          <p:grpSp>
            <p:nvGrpSpPr>
              <p:cNvPr id="6197" name="Group 97">
                <a:extLst>
                  <a:ext uri="{FF2B5EF4-FFF2-40B4-BE49-F238E27FC236}">
                    <a16:creationId xmlns:a16="http://schemas.microsoft.com/office/drawing/2014/main" id="{0933BCE8-9CC7-4B03-AF5E-894A0079BBBE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183" y="3218"/>
                <a:ext cx="437" cy="369"/>
                <a:chOff x="1355" y="1609"/>
                <a:chExt cx="437" cy="369"/>
              </a:xfrm>
            </p:grpSpPr>
            <p:sp>
              <p:nvSpPr>
                <p:cNvPr id="6269" name="Rectangle 98">
                  <a:extLst>
                    <a:ext uri="{FF2B5EF4-FFF2-40B4-BE49-F238E27FC236}">
                      <a16:creationId xmlns:a16="http://schemas.microsoft.com/office/drawing/2014/main" id="{C5198939-21C7-4A29-85C9-23D026165727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434" y="1676"/>
                  <a:ext cx="289" cy="241"/>
                </a:xfrm>
                <a:prstGeom prst="rect">
                  <a:avLst/>
                </a:prstGeom>
                <a:solidFill>
                  <a:srgbClr val="000099"/>
                </a:solidFill>
                <a:ln w="9525">
                  <a:solidFill>
                    <a:srgbClr val="000099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70" name="Rectangle 99">
                  <a:extLst>
                    <a:ext uri="{FF2B5EF4-FFF2-40B4-BE49-F238E27FC236}">
                      <a16:creationId xmlns:a16="http://schemas.microsoft.com/office/drawing/2014/main" id="{3F30AE7C-EAC2-43FF-911D-B23804C4FA2A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722" y="1699"/>
                  <a:ext cx="70" cy="54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71" name="Rectangle 100">
                  <a:extLst>
                    <a:ext uri="{FF2B5EF4-FFF2-40B4-BE49-F238E27FC236}">
                      <a16:creationId xmlns:a16="http://schemas.microsoft.com/office/drawing/2014/main" id="{FC9D9D91-10D8-43D0-AB5D-B37A08D7FA57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476" y="1609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72" name="Rectangle 101">
                  <a:extLst>
                    <a:ext uri="{FF2B5EF4-FFF2-40B4-BE49-F238E27FC236}">
                      <a16:creationId xmlns:a16="http://schemas.microsoft.com/office/drawing/2014/main" id="{0E9ACD2B-E3AD-4760-B4F2-54B531C42258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355" y="1814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73" name="Rectangle 102">
                  <a:extLst>
                    <a:ext uri="{FF2B5EF4-FFF2-40B4-BE49-F238E27FC236}">
                      <a16:creationId xmlns:a16="http://schemas.microsoft.com/office/drawing/2014/main" id="{BE07F297-5C77-40BF-BD2E-5C92457DE0C2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619" y="1923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74" name="Rectangle 103">
                  <a:extLst>
                    <a:ext uri="{FF2B5EF4-FFF2-40B4-BE49-F238E27FC236}">
                      <a16:creationId xmlns:a16="http://schemas.microsoft.com/office/drawing/2014/main" id="{D30FE8AF-39BD-4C42-9366-28674E767587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720" y="1830"/>
                  <a:ext cx="70" cy="55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</p:grpSp>
          <p:grpSp>
            <p:nvGrpSpPr>
              <p:cNvPr id="6198" name="Group 104">
                <a:extLst>
                  <a:ext uri="{FF2B5EF4-FFF2-40B4-BE49-F238E27FC236}">
                    <a16:creationId xmlns:a16="http://schemas.microsoft.com/office/drawing/2014/main" id="{02EF4A80-549E-4F4C-96BD-486BE92C88FC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787" y="3221"/>
                <a:ext cx="437" cy="369"/>
                <a:chOff x="1355" y="1609"/>
                <a:chExt cx="437" cy="369"/>
              </a:xfrm>
            </p:grpSpPr>
            <p:sp>
              <p:nvSpPr>
                <p:cNvPr id="6263" name="Rectangle 105">
                  <a:extLst>
                    <a:ext uri="{FF2B5EF4-FFF2-40B4-BE49-F238E27FC236}">
                      <a16:creationId xmlns:a16="http://schemas.microsoft.com/office/drawing/2014/main" id="{5CFEC787-3739-46AA-8CB6-5013F5D6C778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434" y="1676"/>
                  <a:ext cx="289" cy="241"/>
                </a:xfrm>
                <a:prstGeom prst="rect">
                  <a:avLst/>
                </a:prstGeom>
                <a:solidFill>
                  <a:srgbClr val="000099"/>
                </a:solidFill>
                <a:ln w="9525">
                  <a:solidFill>
                    <a:srgbClr val="000099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64" name="Rectangle 106">
                  <a:extLst>
                    <a:ext uri="{FF2B5EF4-FFF2-40B4-BE49-F238E27FC236}">
                      <a16:creationId xmlns:a16="http://schemas.microsoft.com/office/drawing/2014/main" id="{62BCDFAB-D4E0-4E52-903B-C7F27C99236C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722" y="1699"/>
                  <a:ext cx="70" cy="54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65" name="Rectangle 107">
                  <a:extLst>
                    <a:ext uri="{FF2B5EF4-FFF2-40B4-BE49-F238E27FC236}">
                      <a16:creationId xmlns:a16="http://schemas.microsoft.com/office/drawing/2014/main" id="{CFCB239C-E57D-4AF9-893C-555BAB6D304A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476" y="1609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66" name="Rectangle 108">
                  <a:extLst>
                    <a:ext uri="{FF2B5EF4-FFF2-40B4-BE49-F238E27FC236}">
                      <a16:creationId xmlns:a16="http://schemas.microsoft.com/office/drawing/2014/main" id="{5B92936E-B610-4F6E-903B-ABE5E848EDD9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355" y="1814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67" name="Rectangle 109">
                  <a:extLst>
                    <a:ext uri="{FF2B5EF4-FFF2-40B4-BE49-F238E27FC236}">
                      <a16:creationId xmlns:a16="http://schemas.microsoft.com/office/drawing/2014/main" id="{E8092D3A-17F0-44DA-9B32-63F1EBF9B9E8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619" y="1923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68" name="Rectangle 110">
                  <a:extLst>
                    <a:ext uri="{FF2B5EF4-FFF2-40B4-BE49-F238E27FC236}">
                      <a16:creationId xmlns:a16="http://schemas.microsoft.com/office/drawing/2014/main" id="{41FC4F34-2432-4787-974F-9395406B774A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720" y="1830"/>
                  <a:ext cx="70" cy="55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</p:grpSp>
          <p:grpSp>
            <p:nvGrpSpPr>
              <p:cNvPr id="6199" name="Group 111">
                <a:extLst>
                  <a:ext uri="{FF2B5EF4-FFF2-40B4-BE49-F238E27FC236}">
                    <a16:creationId xmlns:a16="http://schemas.microsoft.com/office/drawing/2014/main" id="{59E83B20-F476-4EC1-A3E1-77A73C4FD4C3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394" y="3222"/>
                <a:ext cx="437" cy="369"/>
                <a:chOff x="1355" y="1609"/>
                <a:chExt cx="437" cy="369"/>
              </a:xfrm>
            </p:grpSpPr>
            <p:sp>
              <p:nvSpPr>
                <p:cNvPr id="6257" name="Rectangle 112">
                  <a:extLst>
                    <a:ext uri="{FF2B5EF4-FFF2-40B4-BE49-F238E27FC236}">
                      <a16:creationId xmlns:a16="http://schemas.microsoft.com/office/drawing/2014/main" id="{48878AFA-DE3C-4FEF-8023-3EDA66ECB4AC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434" y="1676"/>
                  <a:ext cx="289" cy="241"/>
                </a:xfrm>
                <a:prstGeom prst="rect">
                  <a:avLst/>
                </a:prstGeom>
                <a:solidFill>
                  <a:srgbClr val="000099"/>
                </a:solidFill>
                <a:ln w="9525">
                  <a:solidFill>
                    <a:srgbClr val="000099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58" name="Rectangle 113">
                  <a:extLst>
                    <a:ext uri="{FF2B5EF4-FFF2-40B4-BE49-F238E27FC236}">
                      <a16:creationId xmlns:a16="http://schemas.microsoft.com/office/drawing/2014/main" id="{BF756E23-AE7C-4EE3-B82D-DB30B980B0C6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722" y="1699"/>
                  <a:ext cx="70" cy="54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59" name="Rectangle 114">
                  <a:extLst>
                    <a:ext uri="{FF2B5EF4-FFF2-40B4-BE49-F238E27FC236}">
                      <a16:creationId xmlns:a16="http://schemas.microsoft.com/office/drawing/2014/main" id="{31D4473E-AB97-4C39-B942-1D51B064D243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476" y="1609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60" name="Rectangle 115">
                  <a:extLst>
                    <a:ext uri="{FF2B5EF4-FFF2-40B4-BE49-F238E27FC236}">
                      <a16:creationId xmlns:a16="http://schemas.microsoft.com/office/drawing/2014/main" id="{E76D2113-90FB-4FA3-81A1-DD8E1B374262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355" y="1814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61" name="Rectangle 116">
                  <a:extLst>
                    <a:ext uri="{FF2B5EF4-FFF2-40B4-BE49-F238E27FC236}">
                      <a16:creationId xmlns:a16="http://schemas.microsoft.com/office/drawing/2014/main" id="{D8EE681C-8136-487D-9ED6-A47EDB796CB7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619" y="1923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62" name="Rectangle 117">
                  <a:extLst>
                    <a:ext uri="{FF2B5EF4-FFF2-40B4-BE49-F238E27FC236}">
                      <a16:creationId xmlns:a16="http://schemas.microsoft.com/office/drawing/2014/main" id="{2BFE7DDB-A2AD-4A13-BDE2-70A309D88577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720" y="1830"/>
                  <a:ext cx="70" cy="55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</p:grpSp>
          <p:grpSp>
            <p:nvGrpSpPr>
              <p:cNvPr id="6200" name="Group 118">
                <a:extLst>
                  <a:ext uri="{FF2B5EF4-FFF2-40B4-BE49-F238E27FC236}">
                    <a16:creationId xmlns:a16="http://schemas.microsoft.com/office/drawing/2014/main" id="{6F018772-5154-4D2E-B5B8-68B37761AF81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1422" y="1443"/>
                <a:ext cx="2538" cy="2256"/>
                <a:chOff x="1422" y="1443"/>
                <a:chExt cx="2538" cy="2256"/>
              </a:xfrm>
            </p:grpSpPr>
            <p:sp>
              <p:nvSpPr>
                <p:cNvPr id="6217" name="Rectangle 119">
                  <a:extLst>
                    <a:ext uri="{FF2B5EF4-FFF2-40B4-BE49-F238E27FC236}">
                      <a16:creationId xmlns:a16="http://schemas.microsoft.com/office/drawing/2014/main" id="{CEC107B8-0754-4D7A-A67A-832CF764AD5C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056" y="1597"/>
                  <a:ext cx="70" cy="312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18" name="Rectangle 120">
                  <a:extLst>
                    <a:ext uri="{FF2B5EF4-FFF2-40B4-BE49-F238E27FC236}">
                      <a16:creationId xmlns:a16="http://schemas.microsoft.com/office/drawing/2014/main" id="{73B282F7-2529-48E0-8A74-CFEABD6DB151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435" y="1592"/>
                  <a:ext cx="70" cy="312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19" name="Rectangle 121">
                  <a:extLst>
                    <a:ext uri="{FF2B5EF4-FFF2-40B4-BE49-F238E27FC236}">
                      <a16:creationId xmlns:a16="http://schemas.microsoft.com/office/drawing/2014/main" id="{17697A07-48CE-4064-A293-DCAA101C37F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676" y="1595"/>
                  <a:ext cx="70" cy="312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20" name="Rectangle 122">
                  <a:extLst>
                    <a:ext uri="{FF2B5EF4-FFF2-40B4-BE49-F238E27FC236}">
                      <a16:creationId xmlns:a16="http://schemas.microsoft.com/office/drawing/2014/main" id="{AA9FB1EA-3433-4411-A0F3-2DFE57F57F54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278" y="1597"/>
                  <a:ext cx="70" cy="312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21" name="Rectangle 123">
                  <a:extLst>
                    <a:ext uri="{FF2B5EF4-FFF2-40B4-BE49-F238E27FC236}">
                      <a16:creationId xmlns:a16="http://schemas.microsoft.com/office/drawing/2014/main" id="{3529ED68-3509-4937-804B-6CB96AE0E510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890" y="1592"/>
                  <a:ext cx="70" cy="312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22" name="Rectangle 124">
                  <a:extLst>
                    <a:ext uri="{FF2B5EF4-FFF2-40B4-BE49-F238E27FC236}">
                      <a16:creationId xmlns:a16="http://schemas.microsoft.com/office/drawing/2014/main" id="{4F1CEF75-33DA-44BA-9263-9881466263F7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550" y="1979"/>
                  <a:ext cx="436" cy="70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23" name="Rectangle 125">
                  <a:extLst>
                    <a:ext uri="{FF2B5EF4-FFF2-40B4-BE49-F238E27FC236}">
                      <a16:creationId xmlns:a16="http://schemas.microsoft.com/office/drawing/2014/main" id="{C203CCB0-E2FA-4E4C-B200-758C976B30BD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191" y="1982"/>
                  <a:ext cx="436" cy="70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24" name="Rectangle 126">
                  <a:extLst>
                    <a:ext uri="{FF2B5EF4-FFF2-40B4-BE49-F238E27FC236}">
                      <a16:creationId xmlns:a16="http://schemas.microsoft.com/office/drawing/2014/main" id="{774859EE-D84B-47E6-8E3E-99DD1F677A10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786" y="1976"/>
                  <a:ext cx="436" cy="70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25" name="Rectangle 127">
                  <a:extLst>
                    <a:ext uri="{FF2B5EF4-FFF2-40B4-BE49-F238E27FC236}">
                      <a16:creationId xmlns:a16="http://schemas.microsoft.com/office/drawing/2014/main" id="{A4CE5A04-7E18-4B6D-A27C-6914CE617F1F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96" y="1979"/>
                  <a:ext cx="436" cy="70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26" name="Rectangle 128">
                  <a:extLst>
                    <a:ext uri="{FF2B5EF4-FFF2-40B4-BE49-F238E27FC236}">
                      <a16:creationId xmlns:a16="http://schemas.microsoft.com/office/drawing/2014/main" id="{53751C8B-5CB7-4810-AF22-6EAEB29BA948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051" y="2137"/>
                  <a:ext cx="70" cy="312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27" name="Rectangle 129">
                  <a:extLst>
                    <a:ext uri="{FF2B5EF4-FFF2-40B4-BE49-F238E27FC236}">
                      <a16:creationId xmlns:a16="http://schemas.microsoft.com/office/drawing/2014/main" id="{B22ED9D7-9E57-43D9-B197-8FFA73A7716D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430" y="2132"/>
                  <a:ext cx="70" cy="312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28" name="Rectangle 130">
                  <a:extLst>
                    <a:ext uri="{FF2B5EF4-FFF2-40B4-BE49-F238E27FC236}">
                      <a16:creationId xmlns:a16="http://schemas.microsoft.com/office/drawing/2014/main" id="{7B5E2D86-4ACE-4264-9947-1B8558F114F5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671" y="2135"/>
                  <a:ext cx="70" cy="312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29" name="Rectangle 131">
                  <a:extLst>
                    <a:ext uri="{FF2B5EF4-FFF2-40B4-BE49-F238E27FC236}">
                      <a16:creationId xmlns:a16="http://schemas.microsoft.com/office/drawing/2014/main" id="{940A7F79-4ED5-40AB-8646-55A6279DE733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273" y="2137"/>
                  <a:ext cx="70" cy="312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30" name="Rectangle 132">
                  <a:extLst>
                    <a:ext uri="{FF2B5EF4-FFF2-40B4-BE49-F238E27FC236}">
                      <a16:creationId xmlns:a16="http://schemas.microsoft.com/office/drawing/2014/main" id="{1AEA580C-4488-4745-A2F1-66A389F9C57F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885" y="2132"/>
                  <a:ext cx="70" cy="312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31" name="Rectangle 133">
                  <a:extLst>
                    <a:ext uri="{FF2B5EF4-FFF2-40B4-BE49-F238E27FC236}">
                      <a16:creationId xmlns:a16="http://schemas.microsoft.com/office/drawing/2014/main" id="{6E37EA97-397D-4BBA-8E26-9F8621CAF488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545" y="2519"/>
                  <a:ext cx="436" cy="70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32" name="Rectangle 134">
                  <a:extLst>
                    <a:ext uri="{FF2B5EF4-FFF2-40B4-BE49-F238E27FC236}">
                      <a16:creationId xmlns:a16="http://schemas.microsoft.com/office/drawing/2014/main" id="{EBD6098F-91D3-4B25-BA03-918EBD09D3A6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186" y="2522"/>
                  <a:ext cx="436" cy="70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33" name="Rectangle 135">
                  <a:extLst>
                    <a:ext uri="{FF2B5EF4-FFF2-40B4-BE49-F238E27FC236}">
                      <a16:creationId xmlns:a16="http://schemas.microsoft.com/office/drawing/2014/main" id="{4A994662-6C38-40A4-AD27-5D93BFEF69B8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781" y="2516"/>
                  <a:ext cx="436" cy="70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34" name="Rectangle 136">
                  <a:extLst>
                    <a:ext uri="{FF2B5EF4-FFF2-40B4-BE49-F238E27FC236}">
                      <a16:creationId xmlns:a16="http://schemas.microsoft.com/office/drawing/2014/main" id="{C03BD4BF-908A-4A44-A4E1-135BAACC413C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91" y="2519"/>
                  <a:ext cx="436" cy="70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35" name="Rectangle 137">
                  <a:extLst>
                    <a:ext uri="{FF2B5EF4-FFF2-40B4-BE49-F238E27FC236}">
                      <a16:creationId xmlns:a16="http://schemas.microsoft.com/office/drawing/2014/main" id="{00A0938F-B587-455E-9FFD-4318C9FDB60D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043" y="2691"/>
                  <a:ext cx="70" cy="312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36" name="Rectangle 138">
                  <a:extLst>
                    <a:ext uri="{FF2B5EF4-FFF2-40B4-BE49-F238E27FC236}">
                      <a16:creationId xmlns:a16="http://schemas.microsoft.com/office/drawing/2014/main" id="{267FE753-E5D3-43BA-95DF-69E96DA9D011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422" y="2686"/>
                  <a:ext cx="70" cy="312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37" name="Rectangle 139">
                  <a:extLst>
                    <a:ext uri="{FF2B5EF4-FFF2-40B4-BE49-F238E27FC236}">
                      <a16:creationId xmlns:a16="http://schemas.microsoft.com/office/drawing/2014/main" id="{250E8949-FFBB-4FF5-B127-B4489F0785C5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663" y="2689"/>
                  <a:ext cx="70" cy="312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38" name="Rectangle 140">
                  <a:extLst>
                    <a:ext uri="{FF2B5EF4-FFF2-40B4-BE49-F238E27FC236}">
                      <a16:creationId xmlns:a16="http://schemas.microsoft.com/office/drawing/2014/main" id="{4FFA893F-033E-4F58-9621-D54C8F19C528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265" y="2691"/>
                  <a:ext cx="70" cy="312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39" name="Rectangle 141">
                  <a:extLst>
                    <a:ext uri="{FF2B5EF4-FFF2-40B4-BE49-F238E27FC236}">
                      <a16:creationId xmlns:a16="http://schemas.microsoft.com/office/drawing/2014/main" id="{8411A354-A62C-4B82-82D9-53274DAF04F4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877" y="2686"/>
                  <a:ext cx="70" cy="312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40" name="Rectangle 142">
                  <a:extLst>
                    <a:ext uri="{FF2B5EF4-FFF2-40B4-BE49-F238E27FC236}">
                      <a16:creationId xmlns:a16="http://schemas.microsoft.com/office/drawing/2014/main" id="{21B49F50-25BC-4106-AE67-26083CF5880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537" y="3073"/>
                  <a:ext cx="436" cy="70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41" name="Rectangle 143">
                  <a:extLst>
                    <a:ext uri="{FF2B5EF4-FFF2-40B4-BE49-F238E27FC236}">
                      <a16:creationId xmlns:a16="http://schemas.microsoft.com/office/drawing/2014/main" id="{5B9290B4-0211-4CCB-8F62-EF4DA42D6B6A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178" y="3076"/>
                  <a:ext cx="436" cy="70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42" name="Rectangle 144">
                  <a:extLst>
                    <a:ext uri="{FF2B5EF4-FFF2-40B4-BE49-F238E27FC236}">
                      <a16:creationId xmlns:a16="http://schemas.microsoft.com/office/drawing/2014/main" id="{774606E3-A1D1-46DB-8D5C-9AFBEE346358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773" y="3070"/>
                  <a:ext cx="436" cy="70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43" name="Rectangle 145">
                  <a:extLst>
                    <a:ext uri="{FF2B5EF4-FFF2-40B4-BE49-F238E27FC236}">
                      <a16:creationId xmlns:a16="http://schemas.microsoft.com/office/drawing/2014/main" id="{2F2D07E7-F6FF-4BF5-B70C-B1A8617E1BD0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83" y="3073"/>
                  <a:ext cx="436" cy="70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44" name="Rectangle 146">
                  <a:extLst>
                    <a:ext uri="{FF2B5EF4-FFF2-40B4-BE49-F238E27FC236}">
                      <a16:creationId xmlns:a16="http://schemas.microsoft.com/office/drawing/2014/main" id="{FC82F1A0-10F8-460E-9B31-BFCC59791AE4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050" y="3244"/>
                  <a:ext cx="70" cy="312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45" name="Rectangle 147">
                  <a:extLst>
                    <a:ext uri="{FF2B5EF4-FFF2-40B4-BE49-F238E27FC236}">
                      <a16:creationId xmlns:a16="http://schemas.microsoft.com/office/drawing/2014/main" id="{F07D62C5-B970-4DD6-B3CF-231B46F02821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429" y="3239"/>
                  <a:ext cx="70" cy="312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46" name="Rectangle 148">
                  <a:extLst>
                    <a:ext uri="{FF2B5EF4-FFF2-40B4-BE49-F238E27FC236}">
                      <a16:creationId xmlns:a16="http://schemas.microsoft.com/office/drawing/2014/main" id="{8A006AA7-5758-4942-A3ED-D317E35DDA05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670" y="3242"/>
                  <a:ext cx="70" cy="312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47" name="Rectangle 149">
                  <a:extLst>
                    <a:ext uri="{FF2B5EF4-FFF2-40B4-BE49-F238E27FC236}">
                      <a16:creationId xmlns:a16="http://schemas.microsoft.com/office/drawing/2014/main" id="{4B5AF5CB-AEAF-45A9-AF9F-C2AA50E0D343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272" y="3244"/>
                  <a:ext cx="70" cy="312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48" name="Rectangle 150">
                  <a:extLst>
                    <a:ext uri="{FF2B5EF4-FFF2-40B4-BE49-F238E27FC236}">
                      <a16:creationId xmlns:a16="http://schemas.microsoft.com/office/drawing/2014/main" id="{BEBBA6DB-CE1C-4A6A-9119-4DC3107832A5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884" y="3239"/>
                  <a:ext cx="70" cy="312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49" name="Rectangle 151">
                  <a:extLst>
                    <a:ext uri="{FF2B5EF4-FFF2-40B4-BE49-F238E27FC236}">
                      <a16:creationId xmlns:a16="http://schemas.microsoft.com/office/drawing/2014/main" id="{F5546032-090D-42EB-BBE5-F8C1611AB9FA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544" y="3626"/>
                  <a:ext cx="436" cy="70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50" name="Rectangle 152">
                  <a:extLst>
                    <a:ext uri="{FF2B5EF4-FFF2-40B4-BE49-F238E27FC236}">
                      <a16:creationId xmlns:a16="http://schemas.microsoft.com/office/drawing/2014/main" id="{8686B770-4ACB-4AF3-BFD4-F1A9870DDB79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185" y="3629"/>
                  <a:ext cx="436" cy="70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51" name="Rectangle 153">
                  <a:extLst>
                    <a:ext uri="{FF2B5EF4-FFF2-40B4-BE49-F238E27FC236}">
                      <a16:creationId xmlns:a16="http://schemas.microsoft.com/office/drawing/2014/main" id="{D4E2A2AC-F023-41B5-B7E1-C0CFD3A218E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780" y="3623"/>
                  <a:ext cx="436" cy="70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52" name="Rectangle 154">
                  <a:extLst>
                    <a:ext uri="{FF2B5EF4-FFF2-40B4-BE49-F238E27FC236}">
                      <a16:creationId xmlns:a16="http://schemas.microsoft.com/office/drawing/2014/main" id="{511A996B-DB4B-4B4E-9B7F-862B5D12771D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390" y="3626"/>
                  <a:ext cx="436" cy="70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53" name="Rectangle 155">
                  <a:extLst>
                    <a:ext uri="{FF2B5EF4-FFF2-40B4-BE49-F238E27FC236}">
                      <a16:creationId xmlns:a16="http://schemas.microsoft.com/office/drawing/2014/main" id="{F8E3B838-112B-408F-8BD6-A40DA665446D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1562" y="1446"/>
                  <a:ext cx="436" cy="70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54" name="Rectangle 156">
                  <a:extLst>
                    <a:ext uri="{FF2B5EF4-FFF2-40B4-BE49-F238E27FC236}">
                      <a16:creationId xmlns:a16="http://schemas.microsoft.com/office/drawing/2014/main" id="{76068455-1074-479B-8FC6-E91D71320523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203" y="1449"/>
                  <a:ext cx="436" cy="70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55" name="Rectangle 157">
                  <a:extLst>
                    <a:ext uri="{FF2B5EF4-FFF2-40B4-BE49-F238E27FC236}">
                      <a16:creationId xmlns:a16="http://schemas.microsoft.com/office/drawing/2014/main" id="{6C8E5277-DF00-4F06-BA82-B72C47EF2CC1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2798" y="1443"/>
                  <a:ext cx="436" cy="70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  <p:sp>
              <p:nvSpPr>
                <p:cNvPr id="6256" name="Rectangle 158">
                  <a:extLst>
                    <a:ext uri="{FF2B5EF4-FFF2-40B4-BE49-F238E27FC236}">
                      <a16:creationId xmlns:a16="http://schemas.microsoft.com/office/drawing/2014/main" id="{9D909B7F-96F5-4A28-B17D-D19C686E3F73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408" y="1446"/>
                  <a:ext cx="436" cy="70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endParaRPr lang="en-SG" altLang="zh-CN"/>
                </a:p>
              </p:txBody>
            </p:sp>
          </p:grpSp>
          <p:sp>
            <p:nvSpPr>
              <p:cNvPr id="6201" name="Rectangle 159">
                <a:extLst>
                  <a:ext uri="{FF2B5EF4-FFF2-40B4-BE49-F238E27FC236}">
                    <a16:creationId xmlns:a16="http://schemas.microsoft.com/office/drawing/2014/main" id="{09105976-ED77-4401-87A0-5710761089B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573" y="1161"/>
                <a:ext cx="429" cy="202"/>
              </a:xfrm>
              <a:prstGeom prst="rect">
                <a:avLst/>
              </a:prstGeom>
              <a:solidFill>
                <a:srgbClr val="993300"/>
              </a:solidFill>
              <a:ln w="25400">
                <a:solidFill>
                  <a:srgbClr val="9933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SG" altLang="zh-CN"/>
              </a:p>
            </p:txBody>
          </p:sp>
          <p:sp>
            <p:nvSpPr>
              <p:cNvPr id="6202" name="Rectangle 160">
                <a:extLst>
                  <a:ext uri="{FF2B5EF4-FFF2-40B4-BE49-F238E27FC236}">
                    <a16:creationId xmlns:a16="http://schemas.microsoft.com/office/drawing/2014/main" id="{6A270D09-93D2-45D8-89C5-DDF863E1FA1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216" y="1163"/>
                <a:ext cx="429" cy="202"/>
              </a:xfrm>
              <a:prstGeom prst="rect">
                <a:avLst/>
              </a:prstGeom>
              <a:solidFill>
                <a:srgbClr val="993300"/>
              </a:solidFill>
              <a:ln w="25400">
                <a:solidFill>
                  <a:srgbClr val="9933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SG" altLang="zh-CN"/>
              </a:p>
            </p:txBody>
          </p:sp>
          <p:sp>
            <p:nvSpPr>
              <p:cNvPr id="6203" name="Rectangle 161">
                <a:extLst>
                  <a:ext uri="{FF2B5EF4-FFF2-40B4-BE49-F238E27FC236}">
                    <a16:creationId xmlns:a16="http://schemas.microsoft.com/office/drawing/2014/main" id="{95EE1B37-3A1B-4AA5-987A-0D99D594520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802" y="1158"/>
                <a:ext cx="429" cy="202"/>
              </a:xfrm>
              <a:prstGeom prst="rect">
                <a:avLst/>
              </a:prstGeom>
              <a:solidFill>
                <a:srgbClr val="993300"/>
              </a:solidFill>
              <a:ln w="25400">
                <a:solidFill>
                  <a:srgbClr val="9933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SG" altLang="zh-CN"/>
              </a:p>
            </p:txBody>
          </p:sp>
          <p:sp>
            <p:nvSpPr>
              <p:cNvPr id="6204" name="Rectangle 162">
                <a:extLst>
                  <a:ext uri="{FF2B5EF4-FFF2-40B4-BE49-F238E27FC236}">
                    <a16:creationId xmlns:a16="http://schemas.microsoft.com/office/drawing/2014/main" id="{7BBD127E-5492-4A88-8EDE-F86EFA8392B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04" y="1169"/>
                <a:ext cx="429" cy="202"/>
              </a:xfrm>
              <a:prstGeom prst="rect">
                <a:avLst/>
              </a:prstGeom>
              <a:solidFill>
                <a:srgbClr val="993300"/>
              </a:solidFill>
              <a:ln w="25400">
                <a:solidFill>
                  <a:srgbClr val="9933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SG" altLang="zh-CN"/>
              </a:p>
            </p:txBody>
          </p:sp>
          <p:sp>
            <p:nvSpPr>
              <p:cNvPr id="6205" name="Rectangle 163">
                <a:extLst>
                  <a:ext uri="{FF2B5EF4-FFF2-40B4-BE49-F238E27FC236}">
                    <a16:creationId xmlns:a16="http://schemas.microsoft.com/office/drawing/2014/main" id="{95851B9F-A018-4FD3-94A9-C66084BEEEC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552" y="3798"/>
                <a:ext cx="429" cy="202"/>
              </a:xfrm>
              <a:prstGeom prst="rect">
                <a:avLst/>
              </a:prstGeom>
              <a:solidFill>
                <a:srgbClr val="993300"/>
              </a:solidFill>
              <a:ln w="25400">
                <a:solidFill>
                  <a:srgbClr val="9933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SG" altLang="zh-CN"/>
              </a:p>
            </p:txBody>
          </p:sp>
          <p:sp>
            <p:nvSpPr>
              <p:cNvPr id="6206" name="Rectangle 164">
                <a:extLst>
                  <a:ext uri="{FF2B5EF4-FFF2-40B4-BE49-F238E27FC236}">
                    <a16:creationId xmlns:a16="http://schemas.microsoft.com/office/drawing/2014/main" id="{C1DE76D0-96F8-4AE0-9D54-535B92B9EE4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179" y="3800"/>
                <a:ext cx="429" cy="202"/>
              </a:xfrm>
              <a:prstGeom prst="rect">
                <a:avLst/>
              </a:prstGeom>
              <a:solidFill>
                <a:srgbClr val="993300"/>
              </a:solidFill>
              <a:ln w="25400">
                <a:solidFill>
                  <a:srgbClr val="9933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SG" altLang="zh-CN"/>
              </a:p>
            </p:txBody>
          </p:sp>
          <p:sp>
            <p:nvSpPr>
              <p:cNvPr id="6207" name="Rectangle 165">
                <a:extLst>
                  <a:ext uri="{FF2B5EF4-FFF2-40B4-BE49-F238E27FC236}">
                    <a16:creationId xmlns:a16="http://schemas.microsoft.com/office/drawing/2014/main" id="{B5B5445F-0668-467D-AD87-7D272B8C156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2781" y="3795"/>
                <a:ext cx="429" cy="202"/>
              </a:xfrm>
              <a:prstGeom prst="rect">
                <a:avLst/>
              </a:prstGeom>
              <a:solidFill>
                <a:srgbClr val="993300"/>
              </a:solidFill>
              <a:ln w="25400">
                <a:solidFill>
                  <a:srgbClr val="9933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SG" altLang="zh-CN"/>
              </a:p>
            </p:txBody>
          </p:sp>
          <p:sp>
            <p:nvSpPr>
              <p:cNvPr id="6208" name="Rectangle 166">
                <a:extLst>
                  <a:ext uri="{FF2B5EF4-FFF2-40B4-BE49-F238E27FC236}">
                    <a16:creationId xmlns:a16="http://schemas.microsoft.com/office/drawing/2014/main" id="{445A4C9E-5AD7-4A19-A563-0BB84A60317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3407" y="3791"/>
                <a:ext cx="429" cy="202"/>
              </a:xfrm>
              <a:prstGeom prst="rect">
                <a:avLst/>
              </a:prstGeom>
              <a:solidFill>
                <a:srgbClr val="993300"/>
              </a:solidFill>
              <a:ln w="25400">
                <a:solidFill>
                  <a:srgbClr val="9933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SG" altLang="zh-CN"/>
              </a:p>
            </p:txBody>
          </p:sp>
          <p:sp>
            <p:nvSpPr>
              <p:cNvPr id="6209" name="Rectangle 167">
                <a:extLst>
                  <a:ext uri="{FF2B5EF4-FFF2-40B4-BE49-F238E27FC236}">
                    <a16:creationId xmlns:a16="http://schemas.microsoft.com/office/drawing/2014/main" id="{2E52E248-41A0-4B92-A40E-E4043930FC6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153" y="1581"/>
                <a:ext cx="203" cy="328"/>
              </a:xfrm>
              <a:prstGeom prst="rect">
                <a:avLst/>
              </a:prstGeom>
              <a:solidFill>
                <a:srgbClr val="9933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SG" altLang="zh-CN"/>
              </a:p>
            </p:txBody>
          </p:sp>
          <p:sp>
            <p:nvSpPr>
              <p:cNvPr id="6210" name="Rectangle 168">
                <a:extLst>
                  <a:ext uri="{FF2B5EF4-FFF2-40B4-BE49-F238E27FC236}">
                    <a16:creationId xmlns:a16="http://schemas.microsoft.com/office/drawing/2014/main" id="{33453CE8-19DB-4E62-821A-AFC630FF963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141" y="2129"/>
                <a:ext cx="203" cy="328"/>
              </a:xfrm>
              <a:prstGeom prst="rect">
                <a:avLst/>
              </a:prstGeom>
              <a:solidFill>
                <a:srgbClr val="9933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SG" altLang="zh-CN"/>
              </a:p>
            </p:txBody>
          </p:sp>
          <p:sp>
            <p:nvSpPr>
              <p:cNvPr id="6211" name="Rectangle 169">
                <a:extLst>
                  <a:ext uri="{FF2B5EF4-FFF2-40B4-BE49-F238E27FC236}">
                    <a16:creationId xmlns:a16="http://schemas.microsoft.com/office/drawing/2014/main" id="{5B397A5B-4221-4DE2-B01E-4D20AC45E2A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142" y="2670"/>
                <a:ext cx="203" cy="328"/>
              </a:xfrm>
              <a:prstGeom prst="rect">
                <a:avLst/>
              </a:prstGeom>
              <a:solidFill>
                <a:srgbClr val="9933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SG" altLang="zh-CN"/>
              </a:p>
            </p:txBody>
          </p:sp>
          <p:sp>
            <p:nvSpPr>
              <p:cNvPr id="6212" name="Rectangle 170">
                <a:extLst>
                  <a:ext uri="{FF2B5EF4-FFF2-40B4-BE49-F238E27FC236}">
                    <a16:creationId xmlns:a16="http://schemas.microsoft.com/office/drawing/2014/main" id="{9E35F14E-D406-46F5-8060-4741469C8EA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145" y="3233"/>
                <a:ext cx="203" cy="328"/>
              </a:xfrm>
              <a:prstGeom prst="rect">
                <a:avLst/>
              </a:prstGeom>
              <a:solidFill>
                <a:srgbClr val="9933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SG" altLang="zh-CN"/>
              </a:p>
            </p:txBody>
          </p:sp>
          <p:sp>
            <p:nvSpPr>
              <p:cNvPr id="6213" name="Rectangle 171">
                <a:extLst>
                  <a:ext uri="{FF2B5EF4-FFF2-40B4-BE49-F238E27FC236}">
                    <a16:creationId xmlns:a16="http://schemas.microsoft.com/office/drawing/2014/main" id="{D4561CE1-5863-461B-B839-009A5C6D276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062" y="1583"/>
                <a:ext cx="203" cy="328"/>
              </a:xfrm>
              <a:prstGeom prst="rect">
                <a:avLst/>
              </a:prstGeom>
              <a:solidFill>
                <a:srgbClr val="9933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SG" altLang="zh-CN"/>
              </a:p>
            </p:txBody>
          </p:sp>
          <p:sp>
            <p:nvSpPr>
              <p:cNvPr id="6214" name="Rectangle 172">
                <a:extLst>
                  <a:ext uri="{FF2B5EF4-FFF2-40B4-BE49-F238E27FC236}">
                    <a16:creationId xmlns:a16="http://schemas.microsoft.com/office/drawing/2014/main" id="{78DFE927-043E-43AB-B5AE-BBC2901354B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050" y="2131"/>
                <a:ext cx="203" cy="328"/>
              </a:xfrm>
              <a:prstGeom prst="rect">
                <a:avLst/>
              </a:prstGeom>
              <a:solidFill>
                <a:srgbClr val="9933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SG" altLang="zh-CN"/>
              </a:p>
            </p:txBody>
          </p:sp>
          <p:sp>
            <p:nvSpPr>
              <p:cNvPr id="6215" name="Rectangle 173">
                <a:extLst>
                  <a:ext uri="{FF2B5EF4-FFF2-40B4-BE49-F238E27FC236}">
                    <a16:creationId xmlns:a16="http://schemas.microsoft.com/office/drawing/2014/main" id="{EC9E13FC-90D6-474F-B1D8-769A2F5C4F7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051" y="2672"/>
                <a:ext cx="203" cy="328"/>
              </a:xfrm>
              <a:prstGeom prst="rect">
                <a:avLst/>
              </a:prstGeom>
              <a:solidFill>
                <a:srgbClr val="9933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SG" altLang="zh-CN"/>
              </a:p>
            </p:txBody>
          </p:sp>
          <p:sp>
            <p:nvSpPr>
              <p:cNvPr id="6216" name="Rectangle 174">
                <a:extLst>
                  <a:ext uri="{FF2B5EF4-FFF2-40B4-BE49-F238E27FC236}">
                    <a16:creationId xmlns:a16="http://schemas.microsoft.com/office/drawing/2014/main" id="{7E10432C-7510-49ED-870C-369AB7B6498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4054" y="3235"/>
                <a:ext cx="203" cy="328"/>
              </a:xfrm>
              <a:prstGeom prst="rect">
                <a:avLst/>
              </a:prstGeom>
              <a:solidFill>
                <a:srgbClr val="9933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SG" altLang="zh-CN"/>
              </a:p>
            </p:txBody>
          </p:sp>
        </p:grpSp>
        <p:sp>
          <p:nvSpPr>
            <p:cNvPr id="6158" name="Line 179">
              <a:extLst>
                <a:ext uri="{FF2B5EF4-FFF2-40B4-BE49-F238E27FC236}">
                  <a16:creationId xmlns:a16="http://schemas.microsoft.com/office/drawing/2014/main" id="{E65F46D0-7EBF-4D93-8FC5-E00307E46C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56" y="3128"/>
              <a:ext cx="473" cy="406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59" name="Rectangle 183">
              <a:extLst>
                <a:ext uri="{FF2B5EF4-FFF2-40B4-BE49-F238E27FC236}">
                  <a16:creationId xmlns:a16="http://schemas.microsoft.com/office/drawing/2014/main" id="{16903D77-EAC1-4A7C-AA89-51756BBD69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4" y="1848"/>
              <a:ext cx="120" cy="168"/>
            </a:xfrm>
            <a:prstGeom prst="rect">
              <a:avLst/>
            </a:prstGeom>
            <a:noFill/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SG" altLang="zh-CN"/>
            </a:p>
          </p:txBody>
        </p:sp>
        <p:sp>
          <p:nvSpPr>
            <p:cNvPr id="6160" name="Rectangle 184">
              <a:extLst>
                <a:ext uri="{FF2B5EF4-FFF2-40B4-BE49-F238E27FC236}">
                  <a16:creationId xmlns:a16="http://schemas.microsoft.com/office/drawing/2014/main" id="{C581B486-F56E-4DF8-9109-22D33E345C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2" y="1848"/>
              <a:ext cx="120" cy="168"/>
            </a:xfrm>
            <a:prstGeom prst="rect">
              <a:avLst/>
            </a:prstGeom>
            <a:noFill/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SG" altLang="zh-CN"/>
            </a:p>
          </p:txBody>
        </p:sp>
        <p:sp>
          <p:nvSpPr>
            <p:cNvPr id="6161" name="Rectangle 185">
              <a:extLst>
                <a:ext uri="{FF2B5EF4-FFF2-40B4-BE49-F238E27FC236}">
                  <a16:creationId xmlns:a16="http://schemas.microsoft.com/office/drawing/2014/main" id="{53681A9D-C779-4975-AC2C-996264447D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8" y="1856"/>
              <a:ext cx="120" cy="168"/>
            </a:xfrm>
            <a:prstGeom prst="rect">
              <a:avLst/>
            </a:prstGeom>
            <a:noFill/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SG" altLang="zh-CN"/>
            </a:p>
          </p:txBody>
        </p:sp>
        <p:sp>
          <p:nvSpPr>
            <p:cNvPr id="6162" name="Rectangle 186">
              <a:extLst>
                <a:ext uri="{FF2B5EF4-FFF2-40B4-BE49-F238E27FC236}">
                  <a16:creationId xmlns:a16="http://schemas.microsoft.com/office/drawing/2014/main" id="{9A75D897-AAEB-47D0-B954-3CA2407144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1856"/>
              <a:ext cx="120" cy="168"/>
            </a:xfrm>
            <a:prstGeom prst="rect">
              <a:avLst/>
            </a:prstGeom>
            <a:noFill/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SG" altLang="zh-CN"/>
            </a:p>
          </p:txBody>
        </p:sp>
        <p:sp>
          <p:nvSpPr>
            <p:cNvPr id="6163" name="Rectangle 187">
              <a:extLst>
                <a:ext uri="{FF2B5EF4-FFF2-40B4-BE49-F238E27FC236}">
                  <a16:creationId xmlns:a16="http://schemas.microsoft.com/office/drawing/2014/main" id="{DA1F4159-168E-4966-A87B-709598B03C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2" y="1848"/>
              <a:ext cx="120" cy="168"/>
            </a:xfrm>
            <a:prstGeom prst="rect">
              <a:avLst/>
            </a:prstGeom>
            <a:noFill/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SG" altLang="zh-CN"/>
            </a:p>
          </p:txBody>
        </p:sp>
        <p:sp>
          <p:nvSpPr>
            <p:cNvPr id="6164" name="Rectangle 188">
              <a:extLst>
                <a:ext uri="{FF2B5EF4-FFF2-40B4-BE49-F238E27FC236}">
                  <a16:creationId xmlns:a16="http://schemas.microsoft.com/office/drawing/2014/main" id="{5DAD23E8-B61C-4436-80A8-366491DFD3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2296"/>
              <a:ext cx="120" cy="168"/>
            </a:xfrm>
            <a:prstGeom prst="rect">
              <a:avLst/>
            </a:prstGeom>
            <a:noFill/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SG" altLang="zh-CN"/>
            </a:p>
          </p:txBody>
        </p:sp>
        <p:sp>
          <p:nvSpPr>
            <p:cNvPr id="6165" name="Rectangle 189">
              <a:extLst>
                <a:ext uri="{FF2B5EF4-FFF2-40B4-BE49-F238E27FC236}">
                  <a16:creationId xmlns:a16="http://schemas.microsoft.com/office/drawing/2014/main" id="{B14A7C25-9004-4BBC-94C9-0158F5C025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2" y="2296"/>
              <a:ext cx="120" cy="168"/>
            </a:xfrm>
            <a:prstGeom prst="rect">
              <a:avLst/>
            </a:prstGeom>
            <a:noFill/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SG" altLang="zh-CN"/>
            </a:p>
          </p:txBody>
        </p:sp>
        <p:sp>
          <p:nvSpPr>
            <p:cNvPr id="6166" name="Rectangle 190">
              <a:extLst>
                <a:ext uri="{FF2B5EF4-FFF2-40B4-BE49-F238E27FC236}">
                  <a16:creationId xmlns:a16="http://schemas.microsoft.com/office/drawing/2014/main" id="{5793907C-0671-413C-91A6-FB5AB4054D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8" y="2296"/>
              <a:ext cx="120" cy="168"/>
            </a:xfrm>
            <a:prstGeom prst="rect">
              <a:avLst/>
            </a:prstGeom>
            <a:noFill/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SG" altLang="zh-CN"/>
            </a:p>
          </p:txBody>
        </p:sp>
        <p:sp>
          <p:nvSpPr>
            <p:cNvPr id="6167" name="Rectangle 191">
              <a:extLst>
                <a:ext uri="{FF2B5EF4-FFF2-40B4-BE49-F238E27FC236}">
                  <a16:creationId xmlns:a16="http://schemas.microsoft.com/office/drawing/2014/main" id="{12C3B490-D9B0-4F7A-A7A6-9BE5496609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4" y="2296"/>
              <a:ext cx="120" cy="168"/>
            </a:xfrm>
            <a:prstGeom prst="rect">
              <a:avLst/>
            </a:prstGeom>
            <a:noFill/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SG" altLang="zh-CN"/>
            </a:p>
          </p:txBody>
        </p:sp>
        <p:sp>
          <p:nvSpPr>
            <p:cNvPr id="6168" name="Rectangle 192">
              <a:extLst>
                <a:ext uri="{FF2B5EF4-FFF2-40B4-BE49-F238E27FC236}">
                  <a16:creationId xmlns:a16="http://schemas.microsoft.com/office/drawing/2014/main" id="{8DBDD47E-BE6B-497B-87DF-990B44342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2" y="2296"/>
              <a:ext cx="120" cy="168"/>
            </a:xfrm>
            <a:prstGeom prst="rect">
              <a:avLst/>
            </a:prstGeom>
            <a:noFill/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SG" altLang="zh-CN"/>
            </a:p>
          </p:txBody>
        </p:sp>
        <p:sp>
          <p:nvSpPr>
            <p:cNvPr id="6169" name="Rectangle 193">
              <a:extLst>
                <a:ext uri="{FF2B5EF4-FFF2-40B4-BE49-F238E27FC236}">
                  <a16:creationId xmlns:a16="http://schemas.microsoft.com/office/drawing/2014/main" id="{EC67C6DF-36C5-4805-8076-44BFCA65E4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6" y="2744"/>
              <a:ext cx="120" cy="168"/>
            </a:xfrm>
            <a:prstGeom prst="rect">
              <a:avLst/>
            </a:prstGeom>
            <a:noFill/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SG" altLang="zh-CN"/>
            </a:p>
          </p:txBody>
        </p:sp>
        <p:sp>
          <p:nvSpPr>
            <p:cNvPr id="6170" name="Rectangle 194">
              <a:extLst>
                <a:ext uri="{FF2B5EF4-FFF2-40B4-BE49-F238E27FC236}">
                  <a16:creationId xmlns:a16="http://schemas.microsoft.com/office/drawing/2014/main" id="{DBE34B74-696C-4888-BDCD-7FADAC496F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0" y="2744"/>
              <a:ext cx="120" cy="168"/>
            </a:xfrm>
            <a:prstGeom prst="rect">
              <a:avLst/>
            </a:prstGeom>
            <a:noFill/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SG" altLang="zh-CN"/>
            </a:p>
          </p:txBody>
        </p:sp>
        <p:sp>
          <p:nvSpPr>
            <p:cNvPr id="6171" name="Rectangle 195">
              <a:extLst>
                <a:ext uri="{FF2B5EF4-FFF2-40B4-BE49-F238E27FC236}">
                  <a16:creationId xmlns:a16="http://schemas.microsoft.com/office/drawing/2014/main" id="{D43C835E-751C-4434-961A-AB5379D66E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744"/>
              <a:ext cx="120" cy="168"/>
            </a:xfrm>
            <a:prstGeom prst="rect">
              <a:avLst/>
            </a:prstGeom>
            <a:noFill/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SG" altLang="zh-CN"/>
            </a:p>
          </p:txBody>
        </p:sp>
        <p:sp>
          <p:nvSpPr>
            <p:cNvPr id="6172" name="Rectangle 196">
              <a:extLst>
                <a:ext uri="{FF2B5EF4-FFF2-40B4-BE49-F238E27FC236}">
                  <a16:creationId xmlns:a16="http://schemas.microsoft.com/office/drawing/2014/main" id="{55F76AFB-35C9-4E49-9C2D-6A713B83E5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2" y="2744"/>
              <a:ext cx="120" cy="168"/>
            </a:xfrm>
            <a:prstGeom prst="rect">
              <a:avLst/>
            </a:prstGeom>
            <a:noFill/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SG" altLang="zh-CN"/>
            </a:p>
          </p:txBody>
        </p:sp>
        <p:sp>
          <p:nvSpPr>
            <p:cNvPr id="6173" name="Rectangle 197">
              <a:extLst>
                <a:ext uri="{FF2B5EF4-FFF2-40B4-BE49-F238E27FC236}">
                  <a16:creationId xmlns:a16="http://schemas.microsoft.com/office/drawing/2014/main" id="{67EF4D8E-DE19-400A-AEAC-2F99F30575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0" y="2744"/>
              <a:ext cx="120" cy="168"/>
            </a:xfrm>
            <a:prstGeom prst="rect">
              <a:avLst/>
            </a:prstGeom>
            <a:noFill/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SG" altLang="zh-CN"/>
            </a:p>
          </p:txBody>
        </p:sp>
        <p:sp>
          <p:nvSpPr>
            <p:cNvPr id="6174" name="Rectangle 198">
              <a:extLst>
                <a:ext uri="{FF2B5EF4-FFF2-40B4-BE49-F238E27FC236}">
                  <a16:creationId xmlns:a16="http://schemas.microsoft.com/office/drawing/2014/main" id="{C74A9BEA-F842-4989-8725-16918BC817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6" y="3184"/>
              <a:ext cx="120" cy="168"/>
            </a:xfrm>
            <a:prstGeom prst="rect">
              <a:avLst/>
            </a:prstGeom>
            <a:noFill/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SG" altLang="zh-CN"/>
            </a:p>
          </p:txBody>
        </p:sp>
        <p:sp>
          <p:nvSpPr>
            <p:cNvPr id="6175" name="Rectangle 199">
              <a:extLst>
                <a:ext uri="{FF2B5EF4-FFF2-40B4-BE49-F238E27FC236}">
                  <a16:creationId xmlns:a16="http://schemas.microsoft.com/office/drawing/2014/main" id="{5DAA5FE3-3018-4D69-A243-22EA6CF4B7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0" y="3184"/>
              <a:ext cx="120" cy="168"/>
            </a:xfrm>
            <a:prstGeom prst="rect">
              <a:avLst/>
            </a:prstGeom>
            <a:noFill/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SG" altLang="zh-CN"/>
            </a:p>
          </p:txBody>
        </p:sp>
        <p:sp>
          <p:nvSpPr>
            <p:cNvPr id="6176" name="Rectangle 200">
              <a:extLst>
                <a:ext uri="{FF2B5EF4-FFF2-40B4-BE49-F238E27FC236}">
                  <a16:creationId xmlns:a16="http://schemas.microsoft.com/office/drawing/2014/main" id="{1401E223-ACFE-499D-8C4A-FD088F8E10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3184"/>
              <a:ext cx="120" cy="168"/>
            </a:xfrm>
            <a:prstGeom prst="rect">
              <a:avLst/>
            </a:prstGeom>
            <a:noFill/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SG" altLang="zh-CN"/>
            </a:p>
          </p:txBody>
        </p:sp>
        <p:sp>
          <p:nvSpPr>
            <p:cNvPr id="6177" name="Rectangle 201">
              <a:extLst>
                <a:ext uri="{FF2B5EF4-FFF2-40B4-BE49-F238E27FC236}">
                  <a16:creationId xmlns:a16="http://schemas.microsoft.com/office/drawing/2014/main" id="{82A69C19-CCC9-4A74-B472-0CAFC8399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2" y="3184"/>
              <a:ext cx="120" cy="168"/>
            </a:xfrm>
            <a:prstGeom prst="rect">
              <a:avLst/>
            </a:prstGeom>
            <a:noFill/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SG" altLang="zh-CN"/>
            </a:p>
          </p:txBody>
        </p:sp>
        <p:sp>
          <p:nvSpPr>
            <p:cNvPr id="6178" name="Rectangle 202">
              <a:extLst>
                <a:ext uri="{FF2B5EF4-FFF2-40B4-BE49-F238E27FC236}">
                  <a16:creationId xmlns:a16="http://schemas.microsoft.com/office/drawing/2014/main" id="{A0BB3B76-7652-414B-B6EF-C657001E3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0" y="3184"/>
              <a:ext cx="120" cy="168"/>
            </a:xfrm>
            <a:prstGeom prst="rect">
              <a:avLst/>
            </a:prstGeom>
            <a:noFill/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SG" altLang="zh-CN"/>
            </a:p>
          </p:txBody>
        </p:sp>
        <p:sp>
          <p:nvSpPr>
            <p:cNvPr id="6179" name="Rectangle 203">
              <a:extLst>
                <a:ext uri="{FF2B5EF4-FFF2-40B4-BE49-F238E27FC236}">
                  <a16:creationId xmlns:a16="http://schemas.microsoft.com/office/drawing/2014/main" id="{71685010-E0CA-4E92-AD14-3347A527EC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4" y="1416"/>
              <a:ext cx="120" cy="168"/>
            </a:xfrm>
            <a:prstGeom prst="rect">
              <a:avLst/>
            </a:prstGeom>
            <a:noFill/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SG" altLang="zh-CN"/>
            </a:p>
          </p:txBody>
        </p:sp>
        <p:sp>
          <p:nvSpPr>
            <p:cNvPr id="6180" name="Rectangle 204">
              <a:extLst>
                <a:ext uri="{FF2B5EF4-FFF2-40B4-BE49-F238E27FC236}">
                  <a16:creationId xmlns:a16="http://schemas.microsoft.com/office/drawing/2014/main" id="{0DA2B1DC-B669-42AD-959D-1065706ACF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8" y="1416"/>
              <a:ext cx="120" cy="168"/>
            </a:xfrm>
            <a:prstGeom prst="rect">
              <a:avLst/>
            </a:prstGeom>
            <a:noFill/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SG" altLang="zh-CN"/>
            </a:p>
          </p:txBody>
        </p:sp>
        <p:sp>
          <p:nvSpPr>
            <p:cNvPr id="6181" name="Rectangle 205">
              <a:extLst>
                <a:ext uri="{FF2B5EF4-FFF2-40B4-BE49-F238E27FC236}">
                  <a16:creationId xmlns:a16="http://schemas.microsoft.com/office/drawing/2014/main" id="{98B61A20-79DC-4F8E-BC41-5B355CBCCE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4" y="1416"/>
              <a:ext cx="120" cy="168"/>
            </a:xfrm>
            <a:prstGeom prst="rect">
              <a:avLst/>
            </a:prstGeom>
            <a:noFill/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SG" altLang="zh-CN"/>
            </a:p>
          </p:txBody>
        </p:sp>
        <p:sp>
          <p:nvSpPr>
            <p:cNvPr id="6182" name="Rectangle 206">
              <a:extLst>
                <a:ext uri="{FF2B5EF4-FFF2-40B4-BE49-F238E27FC236}">
                  <a16:creationId xmlns:a16="http://schemas.microsoft.com/office/drawing/2014/main" id="{76F98AE2-F17F-4122-9811-57F72158D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2" y="1416"/>
              <a:ext cx="120" cy="168"/>
            </a:xfrm>
            <a:prstGeom prst="rect">
              <a:avLst/>
            </a:prstGeom>
            <a:noFill/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SG" altLang="zh-CN"/>
            </a:p>
          </p:txBody>
        </p:sp>
        <p:sp>
          <p:nvSpPr>
            <p:cNvPr id="6183" name="Rectangle 207">
              <a:extLst>
                <a:ext uri="{FF2B5EF4-FFF2-40B4-BE49-F238E27FC236}">
                  <a16:creationId xmlns:a16="http://schemas.microsoft.com/office/drawing/2014/main" id="{F0682CDE-E5B6-43CF-8003-698034D836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8" y="1416"/>
              <a:ext cx="120" cy="168"/>
            </a:xfrm>
            <a:prstGeom prst="rect">
              <a:avLst/>
            </a:prstGeom>
            <a:noFill/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SG" altLang="zh-CN"/>
            </a:p>
          </p:txBody>
        </p:sp>
      </p:grpSp>
      <p:sp>
        <p:nvSpPr>
          <p:cNvPr id="6155" name="Text Box 209">
            <a:extLst>
              <a:ext uri="{FF2B5EF4-FFF2-40B4-BE49-F238E27FC236}">
                <a16:creationId xmlns:a16="http://schemas.microsoft.com/office/drawing/2014/main" id="{A7E72309-3F31-4742-BD93-DD36F20D26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5204" y="4759894"/>
            <a:ext cx="2571750" cy="1374775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dirty="0">
                <a:solidFill>
                  <a:srgbClr val="F62227"/>
                </a:solidFill>
                <a:ea typeface="SimSun" panose="02010600030101010101" pitchFamily="2" charset="-122"/>
              </a:rPr>
              <a:t>Wires are organized by individually or by bus or channels?</a:t>
            </a:r>
          </a:p>
        </p:txBody>
      </p:sp>
      <p:sp>
        <p:nvSpPr>
          <p:cNvPr id="6156" name="Line 175">
            <a:extLst>
              <a:ext uri="{FF2B5EF4-FFF2-40B4-BE49-F238E27FC236}">
                <a16:creationId xmlns:a16="http://schemas.microsoft.com/office/drawing/2014/main" id="{D8FE45AF-116C-4B74-B01F-8384088CCBF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33900" y="1752600"/>
            <a:ext cx="190500" cy="97790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9" name="Slide Number Placeholder 15">
            <a:extLst>
              <a:ext uri="{FF2B5EF4-FFF2-40B4-BE49-F238E27FC236}">
                <a16:creationId xmlns:a16="http://schemas.microsoft.com/office/drawing/2014/main" id="{85C40BA8-7A96-4E76-8232-70E43E018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7958"/>
            <a:ext cx="1905000" cy="35719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2010619"/>
      </p:ext>
    </p:extLst>
  </p:cSld>
  <p:clrMapOvr>
    <a:masterClrMapping/>
  </p:clrMapOvr>
  <p:transition>
    <p:dissolv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Title 2">
            <a:extLst>
              <a:ext uri="{FF2B5EF4-FFF2-40B4-BE49-F238E27FC236}">
                <a16:creationId xmlns:a16="http://schemas.microsoft.com/office/drawing/2014/main" id="{63266AEA-1349-4E2A-8597-AF492C4D428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67544" y="116632"/>
            <a:ext cx="8485956" cy="1143000"/>
          </a:xfrm>
        </p:spPr>
        <p:txBody>
          <a:bodyPr lIns="274320" tIns="45720" rIns="274320" bIns="45720"/>
          <a:lstStyle/>
          <a:p>
            <a:r>
              <a:rPr lang="en-US" altLang="en-US" sz="3200" b="1" kern="1200" dirty="0">
                <a:solidFill>
                  <a:srgbClr val="CC0066"/>
                </a:solidFill>
                <a:latin typeface="+mn-lt"/>
                <a:ea typeface="+mn-ea"/>
                <a:cs typeface="+mn-cs"/>
              </a:rPr>
              <a:t>Reconfigurable Architecture Space</a:t>
            </a:r>
          </a:p>
        </p:txBody>
      </p:sp>
      <p:sp>
        <p:nvSpPr>
          <p:cNvPr id="7173" name="Content Placeholder 2">
            <a:extLst>
              <a:ext uri="{FF2B5EF4-FFF2-40B4-BE49-F238E27FC236}">
                <a16:creationId xmlns:a16="http://schemas.microsoft.com/office/drawing/2014/main" id="{6063BB21-6A6B-42FE-B8D7-483772386E0C}"/>
              </a:ext>
            </a:extLst>
          </p:cNvPr>
          <p:cNvSpPr>
            <a:spLocks/>
          </p:cNvSpPr>
          <p:nvPr/>
        </p:nvSpPr>
        <p:spPr bwMode="auto">
          <a:xfrm>
            <a:off x="1043608" y="1496348"/>
            <a:ext cx="7772400" cy="4660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/>
          <a:lstStyle>
            <a:lvl1pPr marL="228600" indent="-228600">
              <a:buClr>
                <a:srgbClr val="000066"/>
              </a:buClr>
              <a:buSzPct val="75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indent="-228600"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buSzPct val="100000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buSzPct val="100000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buSzPct val="100000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buSzPct val="100000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buSzPct val="100000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800" dirty="0">
                <a:latin typeface="Calibri" panose="020F0502020204030204" pitchFamily="34" charset="0"/>
                <a:ea typeface="SimSun" panose="02010600030101010101" pitchFamily="2" charset="-122"/>
              </a:rPr>
              <a:t>Fine Grain Reconfigurable Architectures (FPGA)</a:t>
            </a:r>
          </a:p>
          <a:p>
            <a:pPr lvl="1" eaLnBrk="1" hangingPunct="1"/>
            <a:r>
              <a:rPr lang="en-US" altLang="zh-CN" sz="2200" dirty="0">
                <a:latin typeface="Calibri" panose="020F0502020204030204" pitchFamily="34" charset="0"/>
                <a:ea typeface="SimSun" panose="02010600030101010101" pitchFamily="2" charset="-122"/>
              </a:rPr>
              <a:t>Array of bit level function blocks (LUTs)</a:t>
            </a:r>
          </a:p>
          <a:p>
            <a:pPr lvl="1" eaLnBrk="1" hangingPunct="1"/>
            <a:r>
              <a:rPr lang="en-US" altLang="zh-CN" sz="2200" dirty="0">
                <a:latin typeface="Calibri" panose="020F0502020204030204" pitchFamily="34" charset="0"/>
                <a:ea typeface="SimSun" panose="02010600030101010101" pitchFamily="2" charset="-122"/>
              </a:rPr>
              <a:t>Implement bit manipulation tasks without wasting resources</a:t>
            </a:r>
          </a:p>
          <a:p>
            <a:pPr lvl="1" eaLnBrk="1" hangingPunct="1"/>
            <a:r>
              <a:rPr lang="en-US" altLang="zh-CN" sz="2200" dirty="0">
                <a:latin typeface="Calibri" panose="020F0502020204030204" pitchFamily="34" charset="0"/>
                <a:ea typeface="SimSun" panose="02010600030101010101" pitchFamily="2" charset="-122"/>
              </a:rPr>
              <a:t>Numerous PEs to implement a basic computation</a:t>
            </a:r>
          </a:p>
          <a:p>
            <a:pPr lvl="1" eaLnBrk="1" hangingPunct="1"/>
            <a:r>
              <a:rPr lang="en-US" altLang="zh-CN" sz="2200" dirty="0">
                <a:latin typeface="Calibri" panose="020F0502020204030204" pitchFamily="34" charset="0"/>
                <a:ea typeface="SimSun" panose="02010600030101010101" pitchFamily="2" charset="-122"/>
              </a:rPr>
              <a:t>Slower clock rate and larger area to implement word-level computations</a:t>
            </a:r>
          </a:p>
          <a:p>
            <a:pPr eaLnBrk="1" hangingPunct="1"/>
            <a:r>
              <a:rPr lang="en-US" altLang="zh-CN" sz="2800" dirty="0">
                <a:latin typeface="Calibri" panose="020F0502020204030204" pitchFamily="34" charset="0"/>
                <a:ea typeface="SimSun" panose="02010600030101010101" pitchFamily="2" charset="-122"/>
              </a:rPr>
              <a:t>Coarse Grain Reconfigurable Architectures</a:t>
            </a:r>
          </a:p>
          <a:p>
            <a:pPr lvl="1" eaLnBrk="1" hangingPunct="1"/>
            <a:r>
              <a:rPr lang="en-US" altLang="zh-CN" sz="2200" dirty="0">
                <a:latin typeface="Calibri" panose="020F0502020204030204" pitchFamily="34" charset="0"/>
                <a:ea typeface="SimSun" panose="02010600030101010101" pitchFamily="2" charset="-122"/>
              </a:rPr>
              <a:t>Array of coarse grain ALU or multipliers</a:t>
            </a:r>
          </a:p>
          <a:p>
            <a:pPr lvl="1" eaLnBrk="1" hangingPunct="1"/>
            <a:r>
              <a:rPr lang="en-US" altLang="zh-CN" sz="2200" dirty="0">
                <a:latin typeface="Calibri" panose="020F0502020204030204" pitchFamily="34" charset="0"/>
                <a:ea typeface="SimSun" panose="02010600030101010101" pitchFamily="2" charset="-122"/>
              </a:rPr>
              <a:t>Interconnects are coarse grain as well, e.g., bus based.</a:t>
            </a:r>
          </a:p>
          <a:p>
            <a:pPr lvl="1" eaLnBrk="1" hangingPunct="1"/>
            <a:r>
              <a:rPr lang="en-US" altLang="zh-CN" sz="2200" dirty="0">
                <a:latin typeface="Calibri" panose="020F0502020204030204" pitchFamily="34" charset="0"/>
                <a:ea typeface="SimSun" panose="02010600030101010101" pitchFamily="2" charset="-122"/>
              </a:rPr>
              <a:t>Not suitable for bit level operations.</a:t>
            </a:r>
          </a:p>
          <a:p>
            <a:pPr lvl="1" eaLnBrk="1" hangingPunct="1"/>
            <a:r>
              <a:rPr lang="en-US" altLang="zh-CN" sz="2200" dirty="0">
                <a:latin typeface="Calibri" panose="020F0502020204030204" pitchFamily="34" charset="0"/>
                <a:ea typeface="SimSun" panose="02010600030101010101" pitchFamily="2" charset="-122"/>
              </a:rPr>
              <a:t>Compilers are hard to develop as multi-core processors.</a:t>
            </a:r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F6D27AD0-19FC-41B6-9049-2FEE3DE44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7958"/>
            <a:ext cx="1905000" cy="35719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85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>
            <a:extLst>
              <a:ext uri="{FF2B5EF4-FFF2-40B4-BE49-F238E27FC236}">
                <a16:creationId xmlns:a16="http://schemas.microsoft.com/office/drawing/2014/main" id="{5F09D074-D6E9-4D71-A567-0CD6B1A9F14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23528" y="15133"/>
            <a:ext cx="8055949" cy="1143000"/>
          </a:xfrm>
        </p:spPr>
        <p:txBody>
          <a:bodyPr lIns="274320" tIns="45720" rIns="274320" bIns="45720"/>
          <a:lstStyle/>
          <a:p>
            <a:pPr eaLnBrk="1" hangingPunct="1"/>
            <a:r>
              <a:rPr lang="en-US" altLang="en-US" sz="3200" b="1" kern="1200" dirty="0">
                <a:solidFill>
                  <a:srgbClr val="CC0066"/>
                </a:solidFill>
                <a:latin typeface="+mn-lt"/>
                <a:ea typeface="+mn-ea"/>
                <a:cs typeface="+mn-cs"/>
              </a:rPr>
              <a:t>Coarse Grain RA</a:t>
            </a:r>
          </a:p>
        </p:txBody>
      </p:sp>
      <p:sp>
        <p:nvSpPr>
          <p:cNvPr id="8197" name="Rectangle 3">
            <a:extLst>
              <a:ext uri="{FF2B5EF4-FFF2-40B4-BE49-F238E27FC236}">
                <a16:creationId xmlns:a16="http://schemas.microsoft.com/office/drawing/2014/main" id="{B67A628D-1D95-4B3D-A298-E856A02B701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115616" y="1000969"/>
            <a:ext cx="7846392" cy="1168400"/>
          </a:xfrm>
        </p:spPr>
        <p:txBody>
          <a:bodyPr lIns="0" tIns="45720" rIns="0" bIns="45720"/>
          <a:lstStyle/>
          <a:p>
            <a:pPr eaLnBrk="1" hangingPunct="1"/>
            <a:r>
              <a:rPr lang="en-US" altLang="en-US" sz="2400" dirty="0" err="1"/>
              <a:t>rDPA</a:t>
            </a:r>
            <a:r>
              <a:rPr lang="en-US" altLang="en-US" sz="2400" dirty="0"/>
              <a:t>: </a:t>
            </a:r>
            <a:r>
              <a:rPr lang="en-US" altLang="en-US" sz="2400" dirty="0">
                <a:solidFill>
                  <a:srgbClr val="FF0000"/>
                </a:solidFill>
              </a:rPr>
              <a:t>r</a:t>
            </a:r>
            <a:r>
              <a:rPr lang="en-US" altLang="en-US" sz="2400" dirty="0"/>
              <a:t>econfigurable </a:t>
            </a:r>
            <a:r>
              <a:rPr lang="en-US" altLang="en-US" sz="2400" dirty="0">
                <a:solidFill>
                  <a:srgbClr val="FF0000"/>
                </a:solidFill>
              </a:rPr>
              <a:t>D</a:t>
            </a:r>
            <a:r>
              <a:rPr lang="en-US" altLang="en-US" sz="2400" dirty="0"/>
              <a:t>ata  </a:t>
            </a:r>
            <a:r>
              <a:rPr lang="en-US" altLang="en-US" sz="2400" dirty="0">
                <a:solidFill>
                  <a:srgbClr val="FF0000"/>
                </a:solidFill>
              </a:rPr>
              <a:t>P</a:t>
            </a:r>
            <a:r>
              <a:rPr lang="en-US" altLang="en-US" sz="2400" dirty="0"/>
              <a:t>ath </a:t>
            </a:r>
            <a:r>
              <a:rPr lang="en-US" altLang="en-US" sz="2400" dirty="0">
                <a:solidFill>
                  <a:srgbClr val="FF0000"/>
                </a:solidFill>
              </a:rPr>
              <a:t>A</a:t>
            </a:r>
            <a:r>
              <a:rPr lang="en-US" altLang="en-US" sz="2400" dirty="0"/>
              <a:t>rray</a:t>
            </a:r>
          </a:p>
          <a:p>
            <a:pPr eaLnBrk="1" hangingPunct="1"/>
            <a:r>
              <a:rPr lang="en-US" altLang="en-US" sz="2400" dirty="0"/>
              <a:t>Function Units with programmable interconnects</a:t>
            </a:r>
          </a:p>
        </p:txBody>
      </p:sp>
      <p:sp>
        <p:nvSpPr>
          <p:cNvPr id="8198" name="Rectangle 4">
            <a:extLst>
              <a:ext uri="{FF2B5EF4-FFF2-40B4-BE49-F238E27FC236}">
                <a16:creationId xmlns:a16="http://schemas.microsoft.com/office/drawing/2014/main" id="{1BAE495C-FCA7-4F7E-95E9-BE1A78A77A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712" y="2132856"/>
            <a:ext cx="5149850" cy="4124325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endParaRPr lang="en-US" altLang="en-US" sz="2000"/>
          </a:p>
        </p:txBody>
      </p:sp>
      <p:sp>
        <p:nvSpPr>
          <p:cNvPr id="8199" name="Rectangle 5">
            <a:extLst>
              <a:ext uri="{FF2B5EF4-FFF2-40B4-BE49-F238E27FC236}">
                <a16:creationId xmlns:a16="http://schemas.microsoft.com/office/drawing/2014/main" id="{A8A01009-5ED5-4324-97EE-59F049FD4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3887" y="2402731"/>
            <a:ext cx="1073150" cy="1074738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ALU</a:t>
            </a:r>
          </a:p>
        </p:txBody>
      </p:sp>
      <p:sp>
        <p:nvSpPr>
          <p:cNvPr id="8200" name="Rectangle 6">
            <a:extLst>
              <a:ext uri="{FF2B5EF4-FFF2-40B4-BE49-F238E27FC236}">
                <a16:creationId xmlns:a16="http://schemas.microsoft.com/office/drawing/2014/main" id="{B446DBCD-24AB-44E5-B198-9B03A1799D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6162" y="2402731"/>
            <a:ext cx="1073150" cy="1074738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ALU</a:t>
            </a:r>
          </a:p>
        </p:txBody>
      </p:sp>
      <p:sp>
        <p:nvSpPr>
          <p:cNvPr id="8201" name="Rectangle 7">
            <a:extLst>
              <a:ext uri="{FF2B5EF4-FFF2-40B4-BE49-F238E27FC236}">
                <a16:creationId xmlns:a16="http://schemas.microsoft.com/office/drawing/2014/main" id="{27FB3637-3026-4E41-96CF-5D383B5B9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6849" y="2402731"/>
            <a:ext cx="1073150" cy="1074738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ALU</a:t>
            </a:r>
          </a:p>
        </p:txBody>
      </p:sp>
      <p:sp>
        <p:nvSpPr>
          <p:cNvPr id="8202" name="Rectangle 8">
            <a:extLst>
              <a:ext uri="{FF2B5EF4-FFF2-40B4-BE49-F238E27FC236}">
                <a16:creationId xmlns:a16="http://schemas.microsoft.com/office/drawing/2014/main" id="{94F9C9D2-87F9-41D7-8E44-209CF68B25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3887" y="3785444"/>
            <a:ext cx="1073150" cy="107473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ALU</a:t>
            </a:r>
          </a:p>
        </p:txBody>
      </p:sp>
      <p:sp>
        <p:nvSpPr>
          <p:cNvPr id="8203" name="Rectangle 9">
            <a:extLst>
              <a:ext uri="{FF2B5EF4-FFF2-40B4-BE49-F238E27FC236}">
                <a16:creationId xmlns:a16="http://schemas.microsoft.com/office/drawing/2014/main" id="{0C886CD5-CEE8-46D9-9D5E-7C2A573509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6162" y="3785444"/>
            <a:ext cx="1073150" cy="107473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ALU</a:t>
            </a:r>
          </a:p>
        </p:txBody>
      </p:sp>
      <p:sp>
        <p:nvSpPr>
          <p:cNvPr id="8204" name="Rectangle 10">
            <a:extLst>
              <a:ext uri="{FF2B5EF4-FFF2-40B4-BE49-F238E27FC236}">
                <a16:creationId xmlns:a16="http://schemas.microsoft.com/office/drawing/2014/main" id="{6D359152-0E36-4242-95A8-EA83840E1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7162" y="3785444"/>
            <a:ext cx="1073150" cy="107473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ALU</a:t>
            </a:r>
          </a:p>
        </p:txBody>
      </p:sp>
      <p:sp>
        <p:nvSpPr>
          <p:cNvPr id="8205" name="Rectangle 11">
            <a:extLst>
              <a:ext uri="{FF2B5EF4-FFF2-40B4-BE49-F238E27FC236}">
                <a16:creationId xmlns:a16="http://schemas.microsoft.com/office/drawing/2014/main" id="{5EE2DDCA-ABCC-4503-A09D-D0D68F287F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3887" y="5052269"/>
            <a:ext cx="1073150" cy="107473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ALU</a:t>
            </a:r>
          </a:p>
        </p:txBody>
      </p:sp>
      <p:sp>
        <p:nvSpPr>
          <p:cNvPr id="8206" name="Rectangle 12">
            <a:extLst>
              <a:ext uri="{FF2B5EF4-FFF2-40B4-BE49-F238E27FC236}">
                <a16:creationId xmlns:a16="http://schemas.microsoft.com/office/drawing/2014/main" id="{85C8790A-654D-4130-A5B7-F694633E9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6162" y="5052269"/>
            <a:ext cx="1073150" cy="107473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ALU</a:t>
            </a:r>
          </a:p>
        </p:txBody>
      </p:sp>
      <p:sp>
        <p:nvSpPr>
          <p:cNvPr id="8207" name="Rectangle 13">
            <a:extLst>
              <a:ext uri="{FF2B5EF4-FFF2-40B4-BE49-F238E27FC236}">
                <a16:creationId xmlns:a16="http://schemas.microsoft.com/office/drawing/2014/main" id="{B53F8AD5-BCB1-4D3C-8726-9123EB5BC5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7162" y="5052269"/>
            <a:ext cx="1073150" cy="107473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ALU</a:t>
            </a:r>
          </a:p>
        </p:txBody>
      </p:sp>
      <p:sp>
        <p:nvSpPr>
          <p:cNvPr id="8208" name="Line 14">
            <a:extLst>
              <a:ext uri="{FF2B5EF4-FFF2-40B4-BE49-F238E27FC236}">
                <a16:creationId xmlns:a16="http://schemas.microsoft.com/office/drawing/2014/main" id="{EA0EBF9F-A9CF-4E50-BAB0-094D551C61AD}"/>
              </a:ext>
            </a:extLst>
          </p:cNvPr>
          <p:cNvSpPr>
            <a:spLocks noChangeShapeType="1"/>
          </p:cNvSpPr>
          <p:nvPr/>
        </p:nvSpPr>
        <p:spPr bwMode="auto">
          <a:xfrm>
            <a:off x="3440212" y="3055194"/>
            <a:ext cx="576262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9" name="Line 15">
            <a:extLst>
              <a:ext uri="{FF2B5EF4-FFF2-40B4-BE49-F238E27FC236}">
                <a16:creationId xmlns:a16="http://schemas.microsoft.com/office/drawing/2014/main" id="{73761203-8CC3-4F09-AD86-5611E329970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53049" y="3477469"/>
            <a:ext cx="0" cy="307975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10" name="Line 16">
            <a:extLst>
              <a:ext uri="{FF2B5EF4-FFF2-40B4-BE49-F238E27FC236}">
                <a16:creationId xmlns:a16="http://schemas.microsoft.com/office/drawing/2014/main" id="{BDD7E60F-EF61-4699-A22C-595D2BBA59B4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3324" y="2977406"/>
            <a:ext cx="690563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11" name="Line 17">
            <a:extLst>
              <a:ext uri="{FF2B5EF4-FFF2-40B4-BE49-F238E27FC236}">
                <a16:creationId xmlns:a16="http://schemas.microsoft.com/office/drawing/2014/main" id="{40F38C40-6C28-483E-95C1-57CDA455C9E7}"/>
              </a:ext>
            </a:extLst>
          </p:cNvPr>
          <p:cNvSpPr>
            <a:spLocks noChangeShapeType="1"/>
          </p:cNvSpPr>
          <p:nvPr/>
        </p:nvSpPr>
        <p:spPr bwMode="auto">
          <a:xfrm>
            <a:off x="5129312" y="4360119"/>
            <a:ext cx="576262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12" name="Line 18">
            <a:extLst>
              <a:ext uri="{FF2B5EF4-FFF2-40B4-BE49-F238E27FC236}">
                <a16:creationId xmlns:a16="http://schemas.microsoft.com/office/drawing/2014/main" id="{69F465EF-E1DC-4147-AB18-F2BA4279E4FD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0312" y="4360119"/>
            <a:ext cx="76835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Slide Number Placeholder 15">
            <a:extLst>
              <a:ext uri="{FF2B5EF4-FFF2-40B4-BE49-F238E27FC236}">
                <a16:creationId xmlns:a16="http://schemas.microsoft.com/office/drawing/2014/main" id="{5F85B3D1-B8F5-446D-8A0D-A838D70DE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7958"/>
            <a:ext cx="1905000" cy="35719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54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3">
            <a:extLst>
              <a:ext uri="{FF2B5EF4-FFF2-40B4-BE49-F238E27FC236}">
                <a16:creationId xmlns:a16="http://schemas.microsoft.com/office/drawing/2014/main" id="{1E328AAC-8F6F-4195-A6C2-E0639C0DE88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230296" y="827052"/>
            <a:ext cx="6907212" cy="939800"/>
          </a:xfrm>
        </p:spPr>
        <p:txBody>
          <a:bodyPr lIns="0" tIns="45720" rIns="0" bIns="45720"/>
          <a:lstStyle/>
          <a:p>
            <a:pPr eaLnBrk="1" hangingPunct="1"/>
            <a:r>
              <a:rPr lang="en-US" altLang="en-US" sz="2800" dirty="0" err="1"/>
              <a:t>rDPA</a:t>
            </a:r>
            <a:r>
              <a:rPr lang="en-US" altLang="en-US" sz="2800" dirty="0"/>
              <a:t>: </a:t>
            </a:r>
            <a:r>
              <a:rPr lang="en-US" altLang="en-US" sz="2800" dirty="0">
                <a:solidFill>
                  <a:srgbClr val="FF0000"/>
                </a:solidFill>
              </a:rPr>
              <a:t>r</a:t>
            </a:r>
            <a:r>
              <a:rPr lang="en-US" altLang="en-US" sz="2800" dirty="0"/>
              <a:t>econfigurable </a:t>
            </a:r>
            <a:r>
              <a:rPr lang="en-US" altLang="en-US" sz="2800" dirty="0">
                <a:solidFill>
                  <a:srgbClr val="FF0000"/>
                </a:solidFill>
              </a:rPr>
              <a:t>D</a:t>
            </a:r>
            <a:r>
              <a:rPr lang="en-US" altLang="en-US" sz="2800" dirty="0"/>
              <a:t>ata  </a:t>
            </a:r>
            <a:r>
              <a:rPr lang="en-US" altLang="en-US" sz="2800" dirty="0">
                <a:solidFill>
                  <a:srgbClr val="FF0000"/>
                </a:solidFill>
              </a:rPr>
              <a:t>P</a:t>
            </a:r>
            <a:r>
              <a:rPr lang="en-US" altLang="en-US" sz="2800" dirty="0"/>
              <a:t>ath </a:t>
            </a:r>
            <a:r>
              <a:rPr lang="en-US" altLang="en-US" sz="2800" dirty="0">
                <a:solidFill>
                  <a:srgbClr val="FF0000"/>
                </a:solidFill>
              </a:rPr>
              <a:t>A</a:t>
            </a:r>
            <a:r>
              <a:rPr lang="en-US" altLang="en-US" sz="2800" dirty="0"/>
              <a:t>rray</a:t>
            </a:r>
          </a:p>
          <a:p>
            <a:pPr eaLnBrk="1" hangingPunct="1"/>
            <a:r>
              <a:rPr lang="en-US" altLang="en-US" sz="2800" dirty="0"/>
              <a:t>Function Units with programmable interconnects</a:t>
            </a:r>
          </a:p>
        </p:txBody>
      </p:sp>
      <p:sp>
        <p:nvSpPr>
          <p:cNvPr id="9221" name="Rectangle 4">
            <a:extLst>
              <a:ext uri="{FF2B5EF4-FFF2-40B4-BE49-F238E27FC236}">
                <a16:creationId xmlns:a16="http://schemas.microsoft.com/office/drawing/2014/main" id="{25B887AF-7B8D-49B5-B4EF-26C873136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8638" y="2276475"/>
            <a:ext cx="5149850" cy="4124325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endParaRPr lang="en-US" altLang="en-US" sz="2000"/>
          </a:p>
        </p:txBody>
      </p:sp>
      <p:sp>
        <p:nvSpPr>
          <p:cNvPr id="9222" name="Rectangle 5">
            <a:extLst>
              <a:ext uri="{FF2B5EF4-FFF2-40B4-BE49-F238E27FC236}">
                <a16:creationId xmlns:a16="http://schemas.microsoft.com/office/drawing/2014/main" id="{03E34BB4-B203-48BB-AD50-43CD4C8403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2813" y="2546350"/>
            <a:ext cx="1073150" cy="1074738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ALU</a:t>
            </a:r>
          </a:p>
        </p:txBody>
      </p:sp>
      <p:sp>
        <p:nvSpPr>
          <p:cNvPr id="9223" name="Rectangle 6">
            <a:extLst>
              <a:ext uri="{FF2B5EF4-FFF2-40B4-BE49-F238E27FC236}">
                <a16:creationId xmlns:a16="http://schemas.microsoft.com/office/drawing/2014/main" id="{B1AF834A-4609-4B70-99CA-61D0117FF5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5088" y="2546350"/>
            <a:ext cx="1073150" cy="1074738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ALU</a:t>
            </a:r>
          </a:p>
        </p:txBody>
      </p:sp>
      <p:sp>
        <p:nvSpPr>
          <p:cNvPr id="9224" name="Rectangle 7">
            <a:extLst>
              <a:ext uri="{FF2B5EF4-FFF2-40B4-BE49-F238E27FC236}">
                <a16:creationId xmlns:a16="http://schemas.microsoft.com/office/drawing/2014/main" id="{4F63065C-E258-45FC-A687-A1A41E8EA9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5775" y="2546350"/>
            <a:ext cx="1073150" cy="1074738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ALU</a:t>
            </a:r>
          </a:p>
        </p:txBody>
      </p:sp>
      <p:sp>
        <p:nvSpPr>
          <p:cNvPr id="9225" name="Rectangle 8">
            <a:extLst>
              <a:ext uri="{FF2B5EF4-FFF2-40B4-BE49-F238E27FC236}">
                <a16:creationId xmlns:a16="http://schemas.microsoft.com/office/drawing/2014/main" id="{DA6999AB-6FD0-48DD-AD3F-DB2918BC5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2813" y="3929063"/>
            <a:ext cx="1073150" cy="107473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ALU</a:t>
            </a:r>
          </a:p>
        </p:txBody>
      </p:sp>
      <p:sp>
        <p:nvSpPr>
          <p:cNvPr id="9226" name="Rectangle 9">
            <a:extLst>
              <a:ext uri="{FF2B5EF4-FFF2-40B4-BE49-F238E27FC236}">
                <a16:creationId xmlns:a16="http://schemas.microsoft.com/office/drawing/2014/main" id="{57700929-77A6-4DE7-A4C6-7D40BB911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5088" y="3929063"/>
            <a:ext cx="1073150" cy="107473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ALU</a:t>
            </a:r>
          </a:p>
        </p:txBody>
      </p:sp>
      <p:sp>
        <p:nvSpPr>
          <p:cNvPr id="9227" name="Rectangle 10">
            <a:extLst>
              <a:ext uri="{FF2B5EF4-FFF2-40B4-BE49-F238E27FC236}">
                <a16:creationId xmlns:a16="http://schemas.microsoft.com/office/drawing/2014/main" id="{E2A8DCAE-DAD9-49FC-9911-2433A6A8F0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6088" y="3929063"/>
            <a:ext cx="1073150" cy="107473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ALU</a:t>
            </a:r>
          </a:p>
        </p:txBody>
      </p:sp>
      <p:sp>
        <p:nvSpPr>
          <p:cNvPr id="9228" name="Rectangle 11">
            <a:extLst>
              <a:ext uri="{FF2B5EF4-FFF2-40B4-BE49-F238E27FC236}">
                <a16:creationId xmlns:a16="http://schemas.microsoft.com/office/drawing/2014/main" id="{757B3868-39F6-4A23-B453-1AA954F2A3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2813" y="5195888"/>
            <a:ext cx="1073150" cy="107473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ALU</a:t>
            </a:r>
          </a:p>
        </p:txBody>
      </p:sp>
      <p:sp>
        <p:nvSpPr>
          <p:cNvPr id="9229" name="Rectangle 12">
            <a:extLst>
              <a:ext uri="{FF2B5EF4-FFF2-40B4-BE49-F238E27FC236}">
                <a16:creationId xmlns:a16="http://schemas.microsoft.com/office/drawing/2014/main" id="{330D6B3C-DA57-4D3C-A61D-98FEFB95F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5088" y="5195888"/>
            <a:ext cx="1073150" cy="107473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ALU</a:t>
            </a:r>
          </a:p>
        </p:txBody>
      </p:sp>
      <p:sp>
        <p:nvSpPr>
          <p:cNvPr id="9230" name="Rectangle 13">
            <a:extLst>
              <a:ext uri="{FF2B5EF4-FFF2-40B4-BE49-F238E27FC236}">
                <a16:creationId xmlns:a16="http://schemas.microsoft.com/office/drawing/2014/main" id="{E7EEF497-C358-4272-973A-CA5A20684A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6088" y="5195888"/>
            <a:ext cx="1073150" cy="107473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ALU</a:t>
            </a:r>
          </a:p>
        </p:txBody>
      </p:sp>
      <p:sp>
        <p:nvSpPr>
          <p:cNvPr id="9231" name="Line 14">
            <a:extLst>
              <a:ext uri="{FF2B5EF4-FFF2-40B4-BE49-F238E27FC236}">
                <a16:creationId xmlns:a16="http://schemas.microsoft.com/office/drawing/2014/main" id="{DBEAAA64-F7DF-47B0-A227-2FEC9CC4B08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59138" y="3160713"/>
            <a:ext cx="614362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32" name="Line 16">
            <a:extLst>
              <a:ext uri="{FF2B5EF4-FFF2-40B4-BE49-F238E27FC236}">
                <a16:creationId xmlns:a16="http://schemas.microsoft.com/office/drawing/2014/main" id="{CEFA0AE4-8E45-407D-AFEE-5767FEBB0AB0}"/>
              </a:ext>
            </a:extLst>
          </p:cNvPr>
          <p:cNvSpPr>
            <a:spLocks noChangeShapeType="1"/>
          </p:cNvSpPr>
          <p:nvPr/>
        </p:nvSpPr>
        <p:spPr bwMode="auto">
          <a:xfrm>
            <a:off x="1492250" y="3121025"/>
            <a:ext cx="690563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33" name="Line 17">
            <a:extLst>
              <a:ext uri="{FF2B5EF4-FFF2-40B4-BE49-F238E27FC236}">
                <a16:creationId xmlns:a16="http://schemas.microsoft.com/office/drawing/2014/main" id="{4EFF123B-0FB3-468C-B4B4-379989A42CA5}"/>
              </a:ext>
            </a:extLst>
          </p:cNvPr>
          <p:cNvSpPr>
            <a:spLocks noChangeShapeType="1"/>
          </p:cNvSpPr>
          <p:nvPr/>
        </p:nvSpPr>
        <p:spPr bwMode="auto">
          <a:xfrm>
            <a:off x="4948238" y="4503738"/>
            <a:ext cx="576262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34" name="Line 18">
            <a:extLst>
              <a:ext uri="{FF2B5EF4-FFF2-40B4-BE49-F238E27FC236}">
                <a16:creationId xmlns:a16="http://schemas.microsoft.com/office/drawing/2014/main" id="{CAC798E0-C523-4711-9548-6A911980BF9E}"/>
              </a:ext>
            </a:extLst>
          </p:cNvPr>
          <p:cNvSpPr>
            <a:spLocks noChangeShapeType="1"/>
          </p:cNvSpPr>
          <p:nvPr/>
        </p:nvSpPr>
        <p:spPr bwMode="auto">
          <a:xfrm>
            <a:off x="6599238" y="4503738"/>
            <a:ext cx="76835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35" name="Line 19">
            <a:extLst>
              <a:ext uri="{FF2B5EF4-FFF2-40B4-BE49-F238E27FC236}">
                <a16:creationId xmlns:a16="http://schemas.microsoft.com/office/drawing/2014/main" id="{336B1CA9-BA6F-4C6C-8EFB-C2C3E4688E06}"/>
              </a:ext>
            </a:extLst>
          </p:cNvPr>
          <p:cNvSpPr>
            <a:spLocks noChangeShapeType="1"/>
          </p:cNvSpPr>
          <p:nvPr/>
        </p:nvSpPr>
        <p:spPr bwMode="auto">
          <a:xfrm>
            <a:off x="1492250" y="4465638"/>
            <a:ext cx="690563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36" name="Line 20">
            <a:extLst>
              <a:ext uri="{FF2B5EF4-FFF2-40B4-BE49-F238E27FC236}">
                <a16:creationId xmlns:a16="http://schemas.microsoft.com/office/drawing/2014/main" id="{D63E406C-B1BB-4AB1-AD8F-81D78F50B0C6}"/>
              </a:ext>
            </a:extLst>
          </p:cNvPr>
          <p:cNvSpPr>
            <a:spLocks noChangeShapeType="1"/>
          </p:cNvSpPr>
          <p:nvPr/>
        </p:nvSpPr>
        <p:spPr bwMode="auto">
          <a:xfrm>
            <a:off x="1492250" y="5734050"/>
            <a:ext cx="690563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37" name="Line 21">
            <a:extLst>
              <a:ext uri="{FF2B5EF4-FFF2-40B4-BE49-F238E27FC236}">
                <a16:creationId xmlns:a16="http://schemas.microsoft.com/office/drawing/2014/main" id="{83AF6715-E949-493B-A2D5-1050C8759FE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59138" y="4465638"/>
            <a:ext cx="614362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38" name="Line 22">
            <a:extLst>
              <a:ext uri="{FF2B5EF4-FFF2-40B4-BE49-F238E27FC236}">
                <a16:creationId xmlns:a16="http://schemas.microsoft.com/office/drawing/2014/main" id="{3E107C03-01C7-474D-88C0-A42592CCF94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59138" y="5734050"/>
            <a:ext cx="614362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39" name="Line 23">
            <a:extLst>
              <a:ext uri="{FF2B5EF4-FFF2-40B4-BE49-F238E27FC236}">
                <a16:creationId xmlns:a16="http://schemas.microsoft.com/office/drawing/2014/main" id="{8B86FE16-B577-4EBC-99C7-ED46B4BFB0D9}"/>
              </a:ext>
            </a:extLst>
          </p:cNvPr>
          <p:cNvSpPr>
            <a:spLocks noChangeShapeType="1"/>
          </p:cNvSpPr>
          <p:nvPr/>
        </p:nvSpPr>
        <p:spPr bwMode="auto">
          <a:xfrm>
            <a:off x="4948238" y="3121025"/>
            <a:ext cx="576262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40" name="Line 24">
            <a:extLst>
              <a:ext uri="{FF2B5EF4-FFF2-40B4-BE49-F238E27FC236}">
                <a16:creationId xmlns:a16="http://schemas.microsoft.com/office/drawing/2014/main" id="{C1648585-383E-4012-B176-C48F8EC32013}"/>
              </a:ext>
            </a:extLst>
          </p:cNvPr>
          <p:cNvSpPr>
            <a:spLocks noChangeShapeType="1"/>
          </p:cNvSpPr>
          <p:nvPr/>
        </p:nvSpPr>
        <p:spPr bwMode="auto">
          <a:xfrm>
            <a:off x="4948238" y="5734050"/>
            <a:ext cx="576262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41" name="Line 25">
            <a:extLst>
              <a:ext uri="{FF2B5EF4-FFF2-40B4-BE49-F238E27FC236}">
                <a16:creationId xmlns:a16="http://schemas.microsoft.com/office/drawing/2014/main" id="{8EAEDB44-4AE4-41DE-804B-A849BA15AA20}"/>
              </a:ext>
            </a:extLst>
          </p:cNvPr>
          <p:cNvSpPr>
            <a:spLocks noChangeShapeType="1"/>
          </p:cNvSpPr>
          <p:nvPr/>
        </p:nvSpPr>
        <p:spPr bwMode="auto">
          <a:xfrm>
            <a:off x="6638925" y="3121025"/>
            <a:ext cx="76835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42" name="Line 26">
            <a:extLst>
              <a:ext uri="{FF2B5EF4-FFF2-40B4-BE49-F238E27FC236}">
                <a16:creationId xmlns:a16="http://schemas.microsoft.com/office/drawing/2014/main" id="{344B884D-80C2-446B-984D-8725A55FBC8C}"/>
              </a:ext>
            </a:extLst>
          </p:cNvPr>
          <p:cNvSpPr>
            <a:spLocks noChangeShapeType="1"/>
          </p:cNvSpPr>
          <p:nvPr/>
        </p:nvSpPr>
        <p:spPr bwMode="auto">
          <a:xfrm>
            <a:off x="6599238" y="5734050"/>
            <a:ext cx="76835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43" name="Rectangle 2">
            <a:extLst>
              <a:ext uri="{FF2B5EF4-FFF2-40B4-BE49-F238E27FC236}">
                <a16:creationId xmlns:a16="http://schemas.microsoft.com/office/drawing/2014/main" id="{E36971E8-27E3-4C34-AF8A-5ADC6E30D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308" y="177846"/>
            <a:ext cx="76962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274320" rIns="274320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 dirty="0">
                <a:solidFill>
                  <a:srgbClr val="CC0066"/>
                </a:solidFill>
                <a:latin typeface="+mn-lt"/>
              </a:rPr>
              <a:t>Coarse Grain RA</a:t>
            </a:r>
          </a:p>
        </p:txBody>
      </p:sp>
      <p:sp>
        <p:nvSpPr>
          <p:cNvPr id="28" name="Slide Number Placeholder 15">
            <a:extLst>
              <a:ext uri="{FF2B5EF4-FFF2-40B4-BE49-F238E27FC236}">
                <a16:creationId xmlns:a16="http://schemas.microsoft.com/office/drawing/2014/main" id="{A6410321-7E1B-4199-9ED7-65E4BFA04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7958"/>
            <a:ext cx="1905000" cy="35719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288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Title 2">
            <a:extLst>
              <a:ext uri="{FF2B5EF4-FFF2-40B4-BE49-F238E27FC236}">
                <a16:creationId xmlns:a16="http://schemas.microsoft.com/office/drawing/2014/main" id="{799E04CD-50E9-49A8-B065-5CB9BF37AB7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5536" y="56106"/>
            <a:ext cx="7772400" cy="1143000"/>
          </a:xfrm>
        </p:spPr>
        <p:txBody>
          <a:bodyPr lIns="274320" tIns="45720" rIns="274320" bIns="45720"/>
          <a:lstStyle/>
          <a:p>
            <a:pPr eaLnBrk="1" hangingPunct="1"/>
            <a:r>
              <a:rPr lang="en-US" altLang="en-US" sz="3200" b="1" kern="1200" dirty="0">
                <a:solidFill>
                  <a:srgbClr val="CC0066"/>
                </a:solidFill>
                <a:latin typeface="+mn-lt"/>
                <a:ea typeface="+mn-ea"/>
                <a:cs typeface="+mn-cs"/>
              </a:rPr>
              <a:t>Example: </a:t>
            </a:r>
            <a:r>
              <a:rPr lang="en-US" altLang="en-US" sz="3200" b="1" kern="1200" dirty="0" err="1">
                <a:solidFill>
                  <a:srgbClr val="CC0066"/>
                </a:solidFill>
                <a:latin typeface="+mn-lt"/>
                <a:ea typeface="+mn-ea"/>
                <a:cs typeface="+mn-cs"/>
              </a:rPr>
              <a:t>PipeRench</a:t>
            </a:r>
            <a:r>
              <a:rPr lang="en-US" altLang="en-US" sz="3200" b="1" kern="1200" dirty="0">
                <a:solidFill>
                  <a:srgbClr val="CC0066"/>
                </a:solidFill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10245" name="Content Placeholder 3">
            <a:extLst>
              <a:ext uri="{FF2B5EF4-FFF2-40B4-BE49-F238E27FC236}">
                <a16:creationId xmlns:a16="http://schemas.microsoft.com/office/drawing/2014/main" id="{F696A4E9-E9E7-411E-98A3-7C2FC2CE4D7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216025" y="1216025"/>
            <a:ext cx="7315200" cy="5365750"/>
          </a:xfrm>
        </p:spPr>
        <p:txBody>
          <a:bodyPr lIns="91440" tIns="45720" rIns="91440" bIns="45720"/>
          <a:lstStyle/>
          <a:p>
            <a:pPr lvl="1">
              <a:buFont typeface="Wingdings" panose="05000000000000000000" pitchFamily="2" charset="2"/>
              <a:buNone/>
            </a:pPr>
            <a:endParaRPr lang="en-US" altLang="en-US" sz="1700" dirty="0"/>
          </a:p>
          <a:p>
            <a:endParaRPr lang="en-US" altLang="en-US" dirty="0"/>
          </a:p>
        </p:txBody>
      </p:sp>
      <p:sp>
        <p:nvSpPr>
          <p:cNvPr id="10246" name="Content Placeholder 3">
            <a:extLst>
              <a:ext uri="{FF2B5EF4-FFF2-40B4-BE49-F238E27FC236}">
                <a16:creationId xmlns:a16="http://schemas.microsoft.com/office/drawing/2014/main" id="{19C8D31A-C992-49B9-9753-63D45A5ED825}"/>
              </a:ext>
            </a:extLst>
          </p:cNvPr>
          <p:cNvSpPr txBox="1">
            <a:spLocks/>
          </p:cNvSpPr>
          <p:nvPr/>
        </p:nvSpPr>
        <p:spPr bwMode="auto">
          <a:xfrm>
            <a:off x="971600" y="980728"/>
            <a:ext cx="7696200" cy="51845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10000"/>
              </a:spcBef>
              <a:buFontTx/>
              <a:buChar char="•"/>
            </a:pPr>
            <a:r>
              <a:rPr lang="en-US" altLang="en-US" sz="2800" dirty="0">
                <a:solidFill>
                  <a:srgbClr val="006600"/>
                </a:solidFill>
              </a:rPr>
              <a:t>Coarse granularity</a:t>
            </a:r>
          </a:p>
          <a:p>
            <a:pPr>
              <a:lnSpc>
                <a:spcPct val="100000"/>
              </a:lnSpc>
              <a:spcBef>
                <a:spcPct val="10000"/>
              </a:spcBef>
              <a:buFontTx/>
              <a:buChar char="•"/>
            </a:pPr>
            <a:endParaRPr lang="en-US" altLang="en-US" sz="2800" dirty="0">
              <a:solidFill>
                <a:srgbClr val="006600"/>
              </a:solidFill>
            </a:endParaRPr>
          </a:p>
          <a:p>
            <a:pPr>
              <a:lnSpc>
                <a:spcPct val="100000"/>
              </a:lnSpc>
              <a:spcBef>
                <a:spcPct val="10000"/>
              </a:spcBef>
              <a:buFontTx/>
              <a:buChar char="•"/>
            </a:pPr>
            <a:r>
              <a:rPr lang="en-US" altLang="en-US" sz="2800" dirty="0">
                <a:solidFill>
                  <a:srgbClr val="006600"/>
                </a:solidFill>
              </a:rPr>
              <a:t>Higher level programming</a:t>
            </a:r>
          </a:p>
          <a:p>
            <a:pPr>
              <a:lnSpc>
                <a:spcPct val="100000"/>
              </a:lnSpc>
              <a:spcBef>
                <a:spcPct val="10000"/>
              </a:spcBef>
              <a:buFontTx/>
              <a:buChar char="•"/>
            </a:pPr>
            <a:endParaRPr lang="en-US" altLang="en-US" sz="2800" dirty="0">
              <a:solidFill>
                <a:srgbClr val="006600"/>
              </a:solidFill>
            </a:endParaRPr>
          </a:p>
          <a:p>
            <a:pPr>
              <a:lnSpc>
                <a:spcPct val="100000"/>
              </a:lnSpc>
              <a:spcBef>
                <a:spcPct val="10000"/>
              </a:spcBef>
              <a:buFontTx/>
              <a:buChar char="•"/>
            </a:pPr>
            <a:r>
              <a:rPr lang="en-US" altLang="en-US" sz="2800" dirty="0">
                <a:solidFill>
                  <a:srgbClr val="006600"/>
                </a:solidFill>
              </a:rPr>
              <a:t>Reference papers</a:t>
            </a:r>
          </a:p>
          <a:p>
            <a:pPr>
              <a:lnSpc>
                <a:spcPct val="100000"/>
              </a:lnSpc>
              <a:spcBef>
                <a:spcPct val="10000"/>
              </a:spcBef>
              <a:buFontTx/>
              <a:buChar char="•"/>
            </a:pPr>
            <a:endParaRPr lang="en-US" altLang="en-US" sz="2800" dirty="0">
              <a:solidFill>
                <a:srgbClr val="006600"/>
              </a:solidFill>
            </a:endParaRPr>
          </a:p>
          <a:p>
            <a:pPr lvl="1">
              <a:lnSpc>
                <a:spcPct val="100000"/>
              </a:lnSpc>
              <a:spcBef>
                <a:spcPct val="10000"/>
              </a:spcBef>
              <a:buFontTx/>
              <a:buChar char="•"/>
            </a:pPr>
            <a:r>
              <a:rPr lang="en-US" altLang="en-US" sz="2000" b="1" dirty="0" err="1"/>
              <a:t>PipeRench</a:t>
            </a:r>
            <a:r>
              <a:rPr lang="en-US" altLang="en-US" sz="2000" b="1" dirty="0"/>
              <a:t>: A Coprocessor for Streaming Multimedia Acceleration (ISCA 1999): </a:t>
            </a:r>
            <a:r>
              <a:rPr lang="en-US" altLang="en-US" sz="2000" b="1" dirty="0">
                <a:hlinkClick r:id="rId2"/>
              </a:rPr>
              <a:t>http://www.cs.cmu.edu/~mihaib/research/isca99.pdf</a:t>
            </a:r>
            <a:endParaRPr lang="en-US" altLang="en-US" sz="2000" b="1" dirty="0"/>
          </a:p>
          <a:p>
            <a:pPr lvl="1">
              <a:lnSpc>
                <a:spcPct val="100000"/>
              </a:lnSpc>
              <a:spcBef>
                <a:spcPct val="10000"/>
              </a:spcBef>
              <a:buFontTx/>
              <a:buChar char="•"/>
            </a:pPr>
            <a:r>
              <a:rPr lang="en-US" altLang="en-US" sz="2000" b="1" dirty="0" err="1"/>
              <a:t>PipeRench</a:t>
            </a:r>
            <a:r>
              <a:rPr lang="en-US" altLang="en-US" sz="2000" b="1" dirty="0"/>
              <a:t> Implementation of the Instruction Path Coprocessor (Micro 2000): </a:t>
            </a:r>
            <a:r>
              <a:rPr lang="en-US" altLang="en-US" sz="2000" b="1" dirty="0">
                <a:hlinkClick r:id="rId3"/>
              </a:rPr>
              <a:t>http://class.ee.iastate.edu/cpre583/papers/piperench_Micro_2000.pdf</a:t>
            </a:r>
            <a:endParaRPr lang="en-US" altLang="en-US" sz="2000" b="1" dirty="0"/>
          </a:p>
          <a:p>
            <a:pPr marL="457200" lvl="1" indent="0">
              <a:lnSpc>
                <a:spcPct val="100000"/>
              </a:lnSpc>
              <a:spcBef>
                <a:spcPct val="10000"/>
              </a:spcBef>
            </a:pPr>
            <a:endParaRPr lang="en-US" altLang="en-US" sz="2000" dirty="0">
              <a:solidFill>
                <a:srgbClr val="006600"/>
              </a:solidFill>
            </a:endParaRPr>
          </a:p>
        </p:txBody>
      </p:sp>
      <p:sp>
        <p:nvSpPr>
          <p:cNvPr id="7" name="Slide Number Placeholder 15">
            <a:extLst>
              <a:ext uri="{FF2B5EF4-FFF2-40B4-BE49-F238E27FC236}">
                <a16:creationId xmlns:a16="http://schemas.microsoft.com/office/drawing/2014/main" id="{7760B886-9E52-4E24-BE22-02F4394CC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7958"/>
            <a:ext cx="1905000" cy="35719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639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Slide Number Placeholder 2">
            <a:extLst>
              <a:ext uri="{FF2B5EF4-FFF2-40B4-BE49-F238E27FC236}">
                <a16:creationId xmlns:a16="http://schemas.microsoft.com/office/drawing/2014/main" id="{182D3FF3-D578-4134-8CC4-EDF15823B0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9EF093A-9704-4B14-AC96-353338D8F117}" type="slidenum">
              <a:rPr lang="zh-CN" altLang="en-US" sz="1000"/>
              <a:pPr/>
              <a:t>9</a:t>
            </a:fld>
            <a:endParaRPr lang="en-US" altLang="zh-CN" sz="1000"/>
          </a:p>
        </p:txBody>
      </p:sp>
      <p:sp>
        <p:nvSpPr>
          <p:cNvPr id="11268" name="Title 2">
            <a:extLst>
              <a:ext uri="{FF2B5EF4-FFF2-40B4-BE49-F238E27FC236}">
                <a16:creationId xmlns:a16="http://schemas.microsoft.com/office/drawing/2014/main" id="{FC859842-248D-467B-9185-54045982EA4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87400" y="21768"/>
            <a:ext cx="7772400" cy="1143000"/>
          </a:xfrm>
        </p:spPr>
        <p:txBody>
          <a:bodyPr lIns="274320" tIns="45720" rIns="274320" bIns="45720"/>
          <a:lstStyle/>
          <a:p>
            <a:r>
              <a:rPr lang="en-US" altLang="en-US" sz="3200" b="1" kern="1200" dirty="0">
                <a:solidFill>
                  <a:srgbClr val="CC0066"/>
                </a:solidFill>
                <a:latin typeface="+mn-lt"/>
                <a:ea typeface="+mn-ea"/>
                <a:cs typeface="+mn-cs"/>
              </a:rPr>
              <a:t>Example: </a:t>
            </a:r>
            <a:r>
              <a:rPr lang="en-US" altLang="en-US" sz="3200" b="1" kern="1200" dirty="0" err="1">
                <a:solidFill>
                  <a:srgbClr val="CC0066"/>
                </a:solidFill>
                <a:latin typeface="+mn-lt"/>
                <a:ea typeface="+mn-ea"/>
                <a:cs typeface="+mn-cs"/>
              </a:rPr>
              <a:t>PipeRench</a:t>
            </a:r>
            <a:r>
              <a:rPr lang="en-US" altLang="en-US" sz="3200" b="1" kern="1200" dirty="0">
                <a:solidFill>
                  <a:srgbClr val="CC0066"/>
                </a:solidFill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11269" name="Content Placeholder 3">
            <a:extLst>
              <a:ext uri="{FF2B5EF4-FFF2-40B4-BE49-F238E27FC236}">
                <a16:creationId xmlns:a16="http://schemas.microsoft.com/office/drawing/2014/main" id="{69853550-36E2-4A06-88FA-B1988F3A37B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95300" y="892175"/>
            <a:ext cx="8039100" cy="5105400"/>
          </a:xfrm>
        </p:spPr>
        <p:txBody>
          <a:bodyPr lIns="91440" tIns="45720" rIns="91440" bIns="45720"/>
          <a:lstStyle/>
          <a:p>
            <a:pPr lvl="1">
              <a:buFont typeface="Wingdings" panose="05000000000000000000" pitchFamily="2" charset="2"/>
              <a:buNone/>
            </a:pPr>
            <a:endParaRPr lang="en-US" altLang="en-US" sz="1700" dirty="0"/>
          </a:p>
          <a:p>
            <a:endParaRPr lang="en-US" altLang="en-US" dirty="0"/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C055E073-8BF1-460B-8BF8-41865244B85E}"/>
              </a:ext>
            </a:extLst>
          </p:cNvPr>
          <p:cNvSpPr/>
          <p:nvPr/>
        </p:nvSpPr>
        <p:spPr>
          <a:xfrm>
            <a:off x="5702300" y="1651000"/>
            <a:ext cx="46038" cy="4603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87" name="Oval 186">
            <a:extLst>
              <a:ext uri="{FF2B5EF4-FFF2-40B4-BE49-F238E27FC236}">
                <a16:creationId xmlns:a16="http://schemas.microsoft.com/office/drawing/2014/main" id="{BF067E09-9124-47CE-9D09-DCB3771389F2}"/>
              </a:ext>
            </a:extLst>
          </p:cNvPr>
          <p:cNvSpPr/>
          <p:nvPr/>
        </p:nvSpPr>
        <p:spPr>
          <a:xfrm>
            <a:off x="5824538" y="1651000"/>
            <a:ext cx="46037" cy="4603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88" name="Oval 187">
            <a:extLst>
              <a:ext uri="{FF2B5EF4-FFF2-40B4-BE49-F238E27FC236}">
                <a16:creationId xmlns:a16="http://schemas.microsoft.com/office/drawing/2014/main" id="{E4F47A63-31DE-4164-A1CD-195C99EAA302}"/>
              </a:ext>
            </a:extLst>
          </p:cNvPr>
          <p:cNvSpPr/>
          <p:nvPr/>
        </p:nvSpPr>
        <p:spPr>
          <a:xfrm>
            <a:off x="5938838" y="1651000"/>
            <a:ext cx="46037" cy="4603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3D854F77-5CA5-4B7C-98EF-112B700B02CB}"/>
              </a:ext>
            </a:extLst>
          </p:cNvPr>
          <p:cNvSpPr/>
          <p:nvPr/>
        </p:nvSpPr>
        <p:spPr>
          <a:xfrm>
            <a:off x="2387600" y="2717800"/>
            <a:ext cx="52578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000" dirty="0">
                <a:solidFill>
                  <a:schemeClr val="tx1"/>
                </a:solidFill>
              </a:rPr>
              <a:t>Interconnect</a:t>
            </a:r>
          </a:p>
        </p:txBody>
      </p:sp>
      <p:grpSp>
        <p:nvGrpSpPr>
          <p:cNvPr id="11274" name="Group 207">
            <a:extLst>
              <a:ext uri="{FF2B5EF4-FFF2-40B4-BE49-F238E27FC236}">
                <a16:creationId xmlns:a16="http://schemas.microsoft.com/office/drawing/2014/main" id="{F3951ED8-668F-44DC-86EC-ED508FB42A2E}"/>
              </a:ext>
            </a:extLst>
          </p:cNvPr>
          <p:cNvGrpSpPr>
            <a:grpSpLocks/>
          </p:cNvGrpSpPr>
          <p:nvPr/>
        </p:nvGrpSpPr>
        <p:grpSpPr bwMode="auto">
          <a:xfrm>
            <a:off x="4064000" y="965200"/>
            <a:ext cx="1562100" cy="2263775"/>
            <a:chOff x="2171700" y="1676401"/>
            <a:chExt cx="1562100" cy="2263137"/>
          </a:xfrm>
        </p:grpSpPr>
        <p:grpSp>
          <p:nvGrpSpPr>
            <p:cNvPr id="11425" name="Group 149">
              <a:extLst>
                <a:ext uri="{FF2B5EF4-FFF2-40B4-BE49-F238E27FC236}">
                  <a16:creationId xmlns:a16="http://schemas.microsoft.com/office/drawing/2014/main" id="{D3095777-8E8A-4257-8908-D506CC1825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71700" y="1771590"/>
              <a:ext cx="1485900" cy="1161756"/>
              <a:chOff x="228600" y="1123890"/>
              <a:chExt cx="1485900" cy="1161756"/>
            </a:xfrm>
          </p:grpSpPr>
          <p:cxnSp>
            <p:nvCxnSpPr>
              <p:cNvPr id="151" name="Straight Connector 150">
                <a:extLst>
                  <a:ext uri="{FF2B5EF4-FFF2-40B4-BE49-F238E27FC236}">
                    <a16:creationId xmlns:a16="http://schemas.microsoft.com/office/drawing/2014/main" id="{5EB8B38E-0B13-4F6A-8E93-42208BBAEC33}"/>
                  </a:ext>
                </a:extLst>
              </p:cNvPr>
              <p:cNvCxnSpPr/>
              <p:nvPr/>
            </p:nvCxnSpPr>
            <p:spPr>
              <a:xfrm>
                <a:off x="228600" y="1409593"/>
                <a:ext cx="4953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432" name="TextBox 151">
                <a:extLst>
                  <a:ext uri="{FF2B5EF4-FFF2-40B4-BE49-F238E27FC236}">
                    <a16:creationId xmlns:a16="http://schemas.microsoft.com/office/drawing/2014/main" id="{29895523-B9D3-4725-AF7B-6F16DEC344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7200" y="1447658"/>
                <a:ext cx="1030288" cy="3364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1600"/>
                  <a:t>8-bit ALU</a:t>
                </a:r>
              </a:p>
            </p:txBody>
          </p:sp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324CE01C-5D44-49A6-81C2-7C655E406840}"/>
                  </a:ext>
                </a:extLst>
              </p:cNvPr>
              <p:cNvCxnSpPr/>
              <p:nvPr/>
            </p:nvCxnSpPr>
            <p:spPr>
              <a:xfrm>
                <a:off x="1181100" y="1409593"/>
                <a:ext cx="4953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>
                <a:extLst>
                  <a:ext uri="{FF2B5EF4-FFF2-40B4-BE49-F238E27FC236}">
                    <a16:creationId xmlns:a16="http://schemas.microsoft.com/office/drawing/2014/main" id="{8DB39CF8-3611-45C0-8870-CEF5ADA7AC42}"/>
                  </a:ext>
                </a:extLst>
              </p:cNvPr>
              <p:cNvCxnSpPr/>
              <p:nvPr/>
            </p:nvCxnSpPr>
            <p:spPr>
              <a:xfrm>
                <a:off x="723900" y="1866664"/>
                <a:ext cx="4953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AAEC8FC9-1B53-44B1-9831-FD82CBF501BA}"/>
                  </a:ext>
                </a:extLst>
              </p:cNvPr>
              <p:cNvCxnSpPr/>
              <p:nvPr/>
            </p:nvCxnSpPr>
            <p:spPr>
              <a:xfrm>
                <a:off x="228600" y="1409593"/>
                <a:ext cx="495300" cy="45707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>
                <a:extLst>
                  <a:ext uri="{FF2B5EF4-FFF2-40B4-BE49-F238E27FC236}">
                    <a16:creationId xmlns:a16="http://schemas.microsoft.com/office/drawing/2014/main" id="{BD444B7F-F35A-407A-9EC2-2C151AE2417A}"/>
                  </a:ext>
                </a:extLst>
              </p:cNvPr>
              <p:cNvCxnSpPr/>
              <p:nvPr/>
            </p:nvCxnSpPr>
            <p:spPr>
              <a:xfrm rot="5400000">
                <a:off x="1219265" y="1409529"/>
                <a:ext cx="457071" cy="4572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>
                <a:extLst>
                  <a:ext uri="{FF2B5EF4-FFF2-40B4-BE49-F238E27FC236}">
                    <a16:creationId xmlns:a16="http://schemas.microsoft.com/office/drawing/2014/main" id="{006BB169-5C01-4C71-8BD7-6024D4BF73FD}"/>
                  </a:ext>
                </a:extLst>
              </p:cNvPr>
              <p:cNvCxnSpPr/>
              <p:nvPr/>
            </p:nvCxnSpPr>
            <p:spPr>
              <a:xfrm>
                <a:off x="723900" y="1409593"/>
                <a:ext cx="228600" cy="15235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>
                <a:extLst>
                  <a:ext uri="{FF2B5EF4-FFF2-40B4-BE49-F238E27FC236}">
                    <a16:creationId xmlns:a16="http://schemas.microsoft.com/office/drawing/2014/main" id="{B93A7950-715E-4471-9784-08880E89F353}"/>
                  </a:ext>
                </a:extLst>
              </p:cNvPr>
              <p:cNvCxnSpPr/>
              <p:nvPr/>
            </p:nvCxnSpPr>
            <p:spPr>
              <a:xfrm rot="10800000" flipV="1">
                <a:off x="990600" y="1409593"/>
                <a:ext cx="190500" cy="15235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6DF921FD-B580-4353-BC90-99E31B942AFF}"/>
                  </a:ext>
                </a:extLst>
              </p:cNvPr>
              <p:cNvSpPr/>
              <p:nvPr/>
            </p:nvSpPr>
            <p:spPr>
              <a:xfrm>
                <a:off x="495300" y="1980932"/>
                <a:ext cx="914400" cy="19044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anchor="ctr"/>
              <a:lstStyle/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defRPr/>
                </a:pPr>
                <a:r>
                  <a:rPr lang="en-US" sz="1800" dirty="0" err="1">
                    <a:solidFill>
                      <a:schemeClr val="tx1"/>
                    </a:solidFill>
                  </a:rPr>
                  <a:t>Reg</a:t>
                </a:r>
                <a:r>
                  <a:rPr lang="en-US" sz="1800" dirty="0">
                    <a:solidFill>
                      <a:schemeClr val="tx1"/>
                    </a:solidFill>
                  </a:rPr>
                  <a:t> file</a:t>
                </a:r>
              </a:p>
            </p:txBody>
          </p:sp>
          <p:sp>
            <p:nvSpPr>
              <p:cNvPr id="11440" name="TextBox 159">
                <a:extLst>
                  <a:ext uri="{FF2B5EF4-FFF2-40B4-BE49-F238E27FC236}">
                    <a16:creationId xmlns:a16="http://schemas.microsoft.com/office/drawing/2014/main" id="{AE8BE579-88A5-4907-8609-E626A5EF67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0250" y="1123890"/>
                <a:ext cx="488950" cy="3667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1800"/>
                  <a:t>PE</a:t>
                </a:r>
              </a:p>
            </p:txBody>
          </p: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FC585A91-2AAC-4589-855E-0F6CEC9B19DE}"/>
                  </a:ext>
                </a:extLst>
              </p:cNvPr>
              <p:cNvSpPr/>
              <p:nvPr/>
            </p:nvSpPr>
            <p:spPr>
              <a:xfrm>
                <a:off x="228600" y="1181058"/>
                <a:ext cx="1485900" cy="110458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>
                  <a:spcBef>
                    <a:spcPct val="0"/>
                  </a:spcBef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0"/>
                  </a:spcBef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0"/>
                  </a:spcBef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0"/>
                  </a:spcBef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spcBef>
                    <a:spcPct val="0"/>
                  </a:spcBef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defRPr/>
                </a:pPr>
                <a:endParaRPr lang="en-US" altLang="en-US" sz="2000">
                  <a:solidFill>
                    <a:srgbClr val="FFFFFF"/>
                  </a:solidFill>
                </a:endParaRPr>
              </a:p>
            </p:txBody>
          </p:sp>
        </p:grpSp>
        <p:cxnSp>
          <p:nvCxnSpPr>
            <p:cNvPr id="191" name="Straight Arrow Connector 190">
              <a:extLst>
                <a:ext uri="{FF2B5EF4-FFF2-40B4-BE49-F238E27FC236}">
                  <a16:creationId xmlns:a16="http://schemas.microsoft.com/office/drawing/2014/main" id="{AE8B888C-ABCE-4797-B12E-2289A46682E4}"/>
                </a:ext>
              </a:extLst>
            </p:cNvPr>
            <p:cNvCxnSpPr/>
            <p:nvPr/>
          </p:nvCxnSpPr>
          <p:spPr>
            <a:xfrm rot="5400000">
              <a:off x="2820226" y="3046820"/>
              <a:ext cx="228536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8BA28356-FF84-4913-B693-884D36905C9B}"/>
                </a:ext>
              </a:extLst>
            </p:cNvPr>
            <p:cNvCxnSpPr/>
            <p:nvPr/>
          </p:nvCxnSpPr>
          <p:spPr>
            <a:xfrm>
              <a:off x="2514600" y="3161882"/>
              <a:ext cx="12192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Arrow Connector 200">
              <a:extLst>
                <a:ext uri="{FF2B5EF4-FFF2-40B4-BE49-F238E27FC236}">
                  <a16:creationId xmlns:a16="http://schemas.microsoft.com/office/drawing/2014/main" id="{760171B7-CBDA-43CC-A4E4-574EE551CFF0}"/>
                </a:ext>
              </a:extLst>
            </p:cNvPr>
            <p:cNvCxnSpPr/>
            <p:nvPr/>
          </p:nvCxnSpPr>
          <p:spPr>
            <a:xfrm rot="5400000" flipH="1" flipV="1">
              <a:off x="2990266" y="2418348"/>
              <a:ext cx="1485481" cy="158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Arrow Connector 204">
              <a:extLst>
                <a:ext uri="{FF2B5EF4-FFF2-40B4-BE49-F238E27FC236}">
                  <a16:creationId xmlns:a16="http://schemas.microsoft.com/office/drawing/2014/main" id="{56E9622C-18A0-4DCC-861D-5AD8ADBC587C}"/>
                </a:ext>
              </a:extLst>
            </p:cNvPr>
            <p:cNvCxnSpPr/>
            <p:nvPr/>
          </p:nvCxnSpPr>
          <p:spPr>
            <a:xfrm rot="5400000">
              <a:off x="3067089" y="3295194"/>
              <a:ext cx="266625" cy="317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Arrow Connector 206">
              <a:extLst>
                <a:ext uri="{FF2B5EF4-FFF2-40B4-BE49-F238E27FC236}">
                  <a16:creationId xmlns:a16="http://schemas.microsoft.com/office/drawing/2014/main" id="{9324C8AD-7CB2-49A6-BDAC-D9507727FFF6}"/>
                </a:ext>
              </a:extLst>
            </p:cNvPr>
            <p:cNvCxnSpPr/>
            <p:nvPr/>
          </p:nvCxnSpPr>
          <p:spPr>
            <a:xfrm rot="5400000">
              <a:off x="2317859" y="3550710"/>
              <a:ext cx="776068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75" name="Group 208">
            <a:extLst>
              <a:ext uri="{FF2B5EF4-FFF2-40B4-BE49-F238E27FC236}">
                <a16:creationId xmlns:a16="http://schemas.microsoft.com/office/drawing/2014/main" id="{33AF4544-55CF-4C2F-AA09-52E91D8C6038}"/>
              </a:ext>
            </a:extLst>
          </p:cNvPr>
          <p:cNvGrpSpPr>
            <a:grpSpLocks/>
          </p:cNvGrpSpPr>
          <p:nvPr/>
        </p:nvGrpSpPr>
        <p:grpSpPr bwMode="auto">
          <a:xfrm>
            <a:off x="2387600" y="927100"/>
            <a:ext cx="1562100" cy="2339975"/>
            <a:chOff x="2171700" y="1638300"/>
            <a:chExt cx="1562103" cy="2339338"/>
          </a:xfrm>
        </p:grpSpPr>
        <p:grpSp>
          <p:nvGrpSpPr>
            <p:cNvPr id="11408" name="Group 149">
              <a:extLst>
                <a:ext uri="{FF2B5EF4-FFF2-40B4-BE49-F238E27FC236}">
                  <a16:creationId xmlns:a16="http://schemas.microsoft.com/office/drawing/2014/main" id="{BC5F4ABE-C00C-43B8-9EE5-AA3862E3A6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71700" y="1771590"/>
              <a:ext cx="1485903" cy="1161758"/>
              <a:chOff x="228600" y="1123890"/>
              <a:chExt cx="1485903" cy="1161758"/>
            </a:xfrm>
          </p:grpSpPr>
          <p:cxnSp>
            <p:nvCxnSpPr>
              <p:cNvPr id="216" name="Straight Connector 215">
                <a:extLst>
                  <a:ext uri="{FF2B5EF4-FFF2-40B4-BE49-F238E27FC236}">
                    <a16:creationId xmlns:a16="http://schemas.microsoft.com/office/drawing/2014/main" id="{73511C9D-F41C-4AA7-B1FD-672F634C1A9E}"/>
                  </a:ext>
                </a:extLst>
              </p:cNvPr>
              <p:cNvCxnSpPr/>
              <p:nvPr/>
            </p:nvCxnSpPr>
            <p:spPr>
              <a:xfrm>
                <a:off x="228600" y="1409586"/>
                <a:ext cx="495301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415" name="TextBox 216">
                <a:extLst>
                  <a:ext uri="{FF2B5EF4-FFF2-40B4-BE49-F238E27FC236}">
                    <a16:creationId xmlns:a16="http://schemas.microsoft.com/office/drawing/2014/main" id="{8F1BEED2-2B01-43E8-BC44-2152A8A53A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7200" y="1447659"/>
                <a:ext cx="1030290" cy="3364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1600"/>
                  <a:t>8-bit ALU</a:t>
                </a:r>
              </a:p>
            </p:txBody>
          </p:sp>
          <p:cxnSp>
            <p:nvCxnSpPr>
              <p:cNvPr id="218" name="Straight Connector 217">
                <a:extLst>
                  <a:ext uri="{FF2B5EF4-FFF2-40B4-BE49-F238E27FC236}">
                    <a16:creationId xmlns:a16="http://schemas.microsoft.com/office/drawing/2014/main" id="{6A00E6A8-F238-4BD5-8088-D29EE102FC68}"/>
                  </a:ext>
                </a:extLst>
              </p:cNvPr>
              <p:cNvCxnSpPr/>
              <p:nvPr/>
            </p:nvCxnSpPr>
            <p:spPr>
              <a:xfrm>
                <a:off x="1181102" y="1409586"/>
                <a:ext cx="495301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Straight Connector 218">
                <a:extLst>
                  <a:ext uri="{FF2B5EF4-FFF2-40B4-BE49-F238E27FC236}">
                    <a16:creationId xmlns:a16="http://schemas.microsoft.com/office/drawing/2014/main" id="{5025AEE3-C4E3-4CE6-8588-2E6ADCEB1057}"/>
                  </a:ext>
                </a:extLst>
              </p:cNvPr>
              <p:cNvCxnSpPr/>
              <p:nvPr/>
            </p:nvCxnSpPr>
            <p:spPr>
              <a:xfrm>
                <a:off x="723901" y="1866662"/>
                <a:ext cx="495301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Straight Connector 219">
                <a:extLst>
                  <a:ext uri="{FF2B5EF4-FFF2-40B4-BE49-F238E27FC236}">
                    <a16:creationId xmlns:a16="http://schemas.microsoft.com/office/drawing/2014/main" id="{32B6ACFF-D294-4949-A50B-0D886A8DF71C}"/>
                  </a:ext>
                </a:extLst>
              </p:cNvPr>
              <p:cNvCxnSpPr/>
              <p:nvPr/>
            </p:nvCxnSpPr>
            <p:spPr>
              <a:xfrm>
                <a:off x="228600" y="1409586"/>
                <a:ext cx="495301" cy="457076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41E262F0-3CA3-478B-B528-C8F06BCF76B1}"/>
                  </a:ext>
                </a:extLst>
              </p:cNvPr>
              <p:cNvCxnSpPr/>
              <p:nvPr/>
            </p:nvCxnSpPr>
            <p:spPr>
              <a:xfrm rot="5400000">
                <a:off x="1219265" y="1409524"/>
                <a:ext cx="457076" cy="45720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" name="Straight Connector 221">
                <a:extLst>
                  <a:ext uri="{FF2B5EF4-FFF2-40B4-BE49-F238E27FC236}">
                    <a16:creationId xmlns:a16="http://schemas.microsoft.com/office/drawing/2014/main" id="{5D847392-FF0F-41E3-908A-926A6B267F1D}"/>
                  </a:ext>
                </a:extLst>
              </p:cNvPr>
              <p:cNvCxnSpPr/>
              <p:nvPr/>
            </p:nvCxnSpPr>
            <p:spPr>
              <a:xfrm>
                <a:off x="723901" y="1409586"/>
                <a:ext cx="228600" cy="152359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" name="Straight Connector 222">
                <a:extLst>
                  <a:ext uri="{FF2B5EF4-FFF2-40B4-BE49-F238E27FC236}">
                    <a16:creationId xmlns:a16="http://schemas.microsoft.com/office/drawing/2014/main" id="{656EE7C5-8AB9-4C2D-BFEE-35CF83E8A31A}"/>
                  </a:ext>
                </a:extLst>
              </p:cNvPr>
              <p:cNvCxnSpPr/>
              <p:nvPr/>
            </p:nvCxnSpPr>
            <p:spPr>
              <a:xfrm rot="10800000" flipV="1">
                <a:off x="990602" y="1409586"/>
                <a:ext cx="190500" cy="152359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4" name="Rectangle 223">
                <a:extLst>
                  <a:ext uri="{FF2B5EF4-FFF2-40B4-BE49-F238E27FC236}">
                    <a16:creationId xmlns:a16="http://schemas.microsoft.com/office/drawing/2014/main" id="{D385FCC9-D2AD-4974-99F5-4EEC8FF9FD6C}"/>
                  </a:ext>
                </a:extLst>
              </p:cNvPr>
              <p:cNvSpPr/>
              <p:nvPr/>
            </p:nvSpPr>
            <p:spPr>
              <a:xfrm>
                <a:off x="495301" y="1980931"/>
                <a:ext cx="914402" cy="19044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anchor="ctr"/>
              <a:lstStyle/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defRPr/>
                </a:pPr>
                <a:r>
                  <a:rPr lang="en-US" sz="1800" dirty="0" err="1">
                    <a:solidFill>
                      <a:schemeClr val="tx1"/>
                    </a:solidFill>
                  </a:rPr>
                  <a:t>Reg</a:t>
                </a:r>
                <a:r>
                  <a:rPr lang="en-US" sz="1800" dirty="0">
                    <a:solidFill>
                      <a:schemeClr val="tx1"/>
                    </a:solidFill>
                  </a:rPr>
                  <a:t> file</a:t>
                </a:r>
              </a:p>
            </p:txBody>
          </p:sp>
          <p:sp>
            <p:nvSpPr>
              <p:cNvPr id="11423" name="TextBox 224">
                <a:extLst>
                  <a:ext uri="{FF2B5EF4-FFF2-40B4-BE49-F238E27FC236}">
                    <a16:creationId xmlns:a16="http://schemas.microsoft.com/office/drawing/2014/main" id="{9B8F6A1F-52BF-4FDC-8239-3AB5BAFCDF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0250" y="1123890"/>
                <a:ext cx="488950" cy="3667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1800"/>
                  <a:t>PE</a:t>
                </a:r>
              </a:p>
            </p:txBody>
          </p:sp>
          <p:sp>
            <p:nvSpPr>
              <p:cNvPr id="226" name="Rectangle 225">
                <a:extLst>
                  <a:ext uri="{FF2B5EF4-FFF2-40B4-BE49-F238E27FC236}">
                    <a16:creationId xmlns:a16="http://schemas.microsoft.com/office/drawing/2014/main" id="{F5B18F2D-E8B5-4860-9B00-DFCA9D3C7928}"/>
                  </a:ext>
                </a:extLst>
              </p:cNvPr>
              <p:cNvSpPr/>
              <p:nvPr/>
            </p:nvSpPr>
            <p:spPr>
              <a:xfrm>
                <a:off x="228600" y="1181048"/>
                <a:ext cx="1485903" cy="11046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>
                  <a:spcBef>
                    <a:spcPct val="0"/>
                  </a:spcBef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0"/>
                  </a:spcBef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0"/>
                  </a:spcBef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0"/>
                  </a:spcBef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spcBef>
                    <a:spcPct val="0"/>
                  </a:spcBef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defRPr/>
                </a:pPr>
                <a:endParaRPr lang="en-US" altLang="en-US" sz="2000">
                  <a:solidFill>
                    <a:srgbClr val="FFFFFF"/>
                  </a:solidFill>
                </a:endParaRPr>
              </a:p>
            </p:txBody>
          </p:sp>
        </p:grpSp>
        <p:cxnSp>
          <p:nvCxnSpPr>
            <p:cNvPr id="211" name="Straight Arrow Connector 210">
              <a:extLst>
                <a:ext uri="{FF2B5EF4-FFF2-40B4-BE49-F238E27FC236}">
                  <a16:creationId xmlns:a16="http://schemas.microsoft.com/office/drawing/2014/main" id="{871C1AC2-9C08-4372-9F08-1752D2C44227}"/>
                </a:ext>
              </a:extLst>
            </p:cNvPr>
            <p:cNvCxnSpPr/>
            <p:nvPr/>
          </p:nvCxnSpPr>
          <p:spPr>
            <a:xfrm rot="5400000">
              <a:off x="2819433" y="3047616"/>
              <a:ext cx="228538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F954D040-C090-4AF7-AEC7-2A702F8FFEAF}"/>
                </a:ext>
              </a:extLst>
            </p:cNvPr>
            <p:cNvCxnSpPr/>
            <p:nvPr/>
          </p:nvCxnSpPr>
          <p:spPr>
            <a:xfrm>
              <a:off x="2514601" y="3161885"/>
              <a:ext cx="121920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Arrow Connector 212">
              <a:extLst>
                <a:ext uri="{FF2B5EF4-FFF2-40B4-BE49-F238E27FC236}">
                  <a16:creationId xmlns:a16="http://schemas.microsoft.com/office/drawing/2014/main" id="{1A598343-95CA-443D-B23B-B4C4425BFC17}"/>
                </a:ext>
              </a:extLst>
            </p:cNvPr>
            <p:cNvCxnSpPr/>
            <p:nvPr/>
          </p:nvCxnSpPr>
          <p:spPr>
            <a:xfrm rot="5400000" flipH="1" flipV="1">
              <a:off x="2971217" y="2399299"/>
              <a:ext cx="1523585" cy="158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Arrow Connector 213">
              <a:extLst>
                <a:ext uri="{FF2B5EF4-FFF2-40B4-BE49-F238E27FC236}">
                  <a16:creationId xmlns:a16="http://schemas.microsoft.com/office/drawing/2014/main" id="{11E8DB57-B51E-4171-BA32-33D8A5C0BA04}"/>
                </a:ext>
              </a:extLst>
            </p:cNvPr>
            <p:cNvCxnSpPr/>
            <p:nvPr/>
          </p:nvCxnSpPr>
          <p:spPr>
            <a:xfrm rot="5400000">
              <a:off x="3066295" y="3295992"/>
              <a:ext cx="266627" cy="158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Arrow Connector 214">
              <a:extLst>
                <a:ext uri="{FF2B5EF4-FFF2-40B4-BE49-F238E27FC236}">
                  <a16:creationId xmlns:a16="http://schemas.microsoft.com/office/drawing/2014/main" id="{40B2B984-813F-4A20-ADAB-97CF18211280}"/>
                </a:ext>
              </a:extLst>
            </p:cNvPr>
            <p:cNvCxnSpPr/>
            <p:nvPr/>
          </p:nvCxnSpPr>
          <p:spPr>
            <a:xfrm rot="5400000">
              <a:off x="2298018" y="3570556"/>
              <a:ext cx="81416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76" name="Group 226">
            <a:extLst>
              <a:ext uri="{FF2B5EF4-FFF2-40B4-BE49-F238E27FC236}">
                <a16:creationId xmlns:a16="http://schemas.microsoft.com/office/drawing/2014/main" id="{D80B796D-1919-493E-BD21-0567EBF8A811}"/>
              </a:ext>
            </a:extLst>
          </p:cNvPr>
          <p:cNvGrpSpPr>
            <a:grpSpLocks/>
          </p:cNvGrpSpPr>
          <p:nvPr/>
        </p:nvGrpSpPr>
        <p:grpSpPr bwMode="auto">
          <a:xfrm>
            <a:off x="6045200" y="965200"/>
            <a:ext cx="1562100" cy="2263775"/>
            <a:chOff x="2171700" y="1676401"/>
            <a:chExt cx="1562100" cy="2263137"/>
          </a:xfrm>
        </p:grpSpPr>
        <p:grpSp>
          <p:nvGrpSpPr>
            <p:cNvPr id="11391" name="Group 149">
              <a:extLst>
                <a:ext uri="{FF2B5EF4-FFF2-40B4-BE49-F238E27FC236}">
                  <a16:creationId xmlns:a16="http://schemas.microsoft.com/office/drawing/2014/main" id="{8D213D71-64EF-4214-9FC9-682F770759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71700" y="1771590"/>
              <a:ext cx="1485900" cy="1161756"/>
              <a:chOff x="228600" y="1123890"/>
              <a:chExt cx="1485900" cy="1161756"/>
            </a:xfrm>
          </p:grpSpPr>
          <p:cxnSp>
            <p:nvCxnSpPr>
              <p:cNvPr id="234" name="Straight Connector 233">
                <a:extLst>
                  <a:ext uri="{FF2B5EF4-FFF2-40B4-BE49-F238E27FC236}">
                    <a16:creationId xmlns:a16="http://schemas.microsoft.com/office/drawing/2014/main" id="{0E08678B-8400-443D-8B4C-D2CDA65F5081}"/>
                  </a:ext>
                </a:extLst>
              </p:cNvPr>
              <p:cNvCxnSpPr/>
              <p:nvPr/>
            </p:nvCxnSpPr>
            <p:spPr>
              <a:xfrm>
                <a:off x="228600" y="1409593"/>
                <a:ext cx="4953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98" name="TextBox 234">
                <a:extLst>
                  <a:ext uri="{FF2B5EF4-FFF2-40B4-BE49-F238E27FC236}">
                    <a16:creationId xmlns:a16="http://schemas.microsoft.com/office/drawing/2014/main" id="{B976B1C1-FDF8-466A-9F8E-68F32C2797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7200" y="1447658"/>
                <a:ext cx="1030288" cy="3364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1600"/>
                  <a:t>8-bit ALU</a:t>
                </a:r>
              </a:p>
            </p:txBody>
          </p:sp>
          <p:cxnSp>
            <p:nvCxnSpPr>
              <p:cNvPr id="236" name="Straight Connector 235">
                <a:extLst>
                  <a:ext uri="{FF2B5EF4-FFF2-40B4-BE49-F238E27FC236}">
                    <a16:creationId xmlns:a16="http://schemas.microsoft.com/office/drawing/2014/main" id="{1A06EEE6-C3EA-4157-A0E8-4C188F2B2934}"/>
                  </a:ext>
                </a:extLst>
              </p:cNvPr>
              <p:cNvCxnSpPr/>
              <p:nvPr/>
            </p:nvCxnSpPr>
            <p:spPr>
              <a:xfrm>
                <a:off x="1181100" y="1409593"/>
                <a:ext cx="4953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7" name="Straight Connector 236">
                <a:extLst>
                  <a:ext uri="{FF2B5EF4-FFF2-40B4-BE49-F238E27FC236}">
                    <a16:creationId xmlns:a16="http://schemas.microsoft.com/office/drawing/2014/main" id="{1F853E81-D5F4-49E3-8B5A-0EC650035314}"/>
                  </a:ext>
                </a:extLst>
              </p:cNvPr>
              <p:cNvCxnSpPr/>
              <p:nvPr/>
            </p:nvCxnSpPr>
            <p:spPr>
              <a:xfrm>
                <a:off x="723900" y="1866664"/>
                <a:ext cx="4953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" name="Straight Connector 237">
                <a:extLst>
                  <a:ext uri="{FF2B5EF4-FFF2-40B4-BE49-F238E27FC236}">
                    <a16:creationId xmlns:a16="http://schemas.microsoft.com/office/drawing/2014/main" id="{0C5BB1F9-B505-4FE8-B21C-3D3E3832D42F}"/>
                  </a:ext>
                </a:extLst>
              </p:cNvPr>
              <p:cNvCxnSpPr/>
              <p:nvPr/>
            </p:nvCxnSpPr>
            <p:spPr>
              <a:xfrm>
                <a:off x="228600" y="1409593"/>
                <a:ext cx="495300" cy="45707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" name="Straight Connector 238">
                <a:extLst>
                  <a:ext uri="{FF2B5EF4-FFF2-40B4-BE49-F238E27FC236}">
                    <a16:creationId xmlns:a16="http://schemas.microsoft.com/office/drawing/2014/main" id="{826B9A0C-51B5-468F-8545-18DC63263EB6}"/>
                  </a:ext>
                </a:extLst>
              </p:cNvPr>
              <p:cNvCxnSpPr/>
              <p:nvPr/>
            </p:nvCxnSpPr>
            <p:spPr>
              <a:xfrm rot="5400000">
                <a:off x="1219265" y="1409529"/>
                <a:ext cx="457071" cy="4572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Straight Connector 239">
                <a:extLst>
                  <a:ext uri="{FF2B5EF4-FFF2-40B4-BE49-F238E27FC236}">
                    <a16:creationId xmlns:a16="http://schemas.microsoft.com/office/drawing/2014/main" id="{D0EF55FE-AD92-4EF8-8551-43FB9CCA7FFE}"/>
                  </a:ext>
                </a:extLst>
              </p:cNvPr>
              <p:cNvCxnSpPr/>
              <p:nvPr/>
            </p:nvCxnSpPr>
            <p:spPr>
              <a:xfrm>
                <a:off x="723900" y="1409593"/>
                <a:ext cx="228600" cy="15235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Straight Connector 240">
                <a:extLst>
                  <a:ext uri="{FF2B5EF4-FFF2-40B4-BE49-F238E27FC236}">
                    <a16:creationId xmlns:a16="http://schemas.microsoft.com/office/drawing/2014/main" id="{0081FE04-EDA8-4DF2-915D-3CB71E4ADD7F}"/>
                  </a:ext>
                </a:extLst>
              </p:cNvPr>
              <p:cNvCxnSpPr/>
              <p:nvPr/>
            </p:nvCxnSpPr>
            <p:spPr>
              <a:xfrm rot="10800000" flipV="1">
                <a:off x="990600" y="1409593"/>
                <a:ext cx="190500" cy="15235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2" name="Rectangle 241">
                <a:extLst>
                  <a:ext uri="{FF2B5EF4-FFF2-40B4-BE49-F238E27FC236}">
                    <a16:creationId xmlns:a16="http://schemas.microsoft.com/office/drawing/2014/main" id="{9A16BCFD-5392-4CE8-B6FC-ACCE7623AF09}"/>
                  </a:ext>
                </a:extLst>
              </p:cNvPr>
              <p:cNvSpPr/>
              <p:nvPr/>
            </p:nvSpPr>
            <p:spPr>
              <a:xfrm>
                <a:off x="495300" y="1980932"/>
                <a:ext cx="914400" cy="19044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anchor="ctr"/>
              <a:lstStyle/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defRPr/>
                </a:pPr>
                <a:r>
                  <a:rPr lang="en-US" sz="1800" dirty="0" err="1">
                    <a:solidFill>
                      <a:schemeClr val="tx1"/>
                    </a:solidFill>
                  </a:rPr>
                  <a:t>Reg</a:t>
                </a:r>
                <a:r>
                  <a:rPr lang="en-US" sz="1800" dirty="0">
                    <a:solidFill>
                      <a:schemeClr val="tx1"/>
                    </a:solidFill>
                  </a:rPr>
                  <a:t> file</a:t>
                </a:r>
              </a:p>
            </p:txBody>
          </p:sp>
          <p:sp>
            <p:nvSpPr>
              <p:cNvPr id="11406" name="TextBox 242">
                <a:extLst>
                  <a:ext uri="{FF2B5EF4-FFF2-40B4-BE49-F238E27FC236}">
                    <a16:creationId xmlns:a16="http://schemas.microsoft.com/office/drawing/2014/main" id="{0A045A7E-0203-44CF-83DE-47484DA72A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0250" y="1123890"/>
                <a:ext cx="488950" cy="3667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1800"/>
                  <a:t>PE</a:t>
                </a:r>
              </a:p>
            </p:txBody>
          </p:sp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DD4F16D9-057A-41E0-B564-2BA0DD9DF6C2}"/>
                  </a:ext>
                </a:extLst>
              </p:cNvPr>
              <p:cNvSpPr/>
              <p:nvPr/>
            </p:nvSpPr>
            <p:spPr>
              <a:xfrm>
                <a:off x="228600" y="1181058"/>
                <a:ext cx="1485900" cy="110458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>
                  <a:spcBef>
                    <a:spcPct val="0"/>
                  </a:spcBef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0"/>
                  </a:spcBef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0"/>
                  </a:spcBef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0"/>
                  </a:spcBef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spcBef>
                    <a:spcPct val="0"/>
                  </a:spcBef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defRPr/>
                </a:pPr>
                <a:endParaRPr lang="en-US" altLang="en-US" sz="2000">
                  <a:solidFill>
                    <a:srgbClr val="FFFFFF"/>
                  </a:solidFill>
                </a:endParaRPr>
              </a:p>
            </p:txBody>
          </p:sp>
        </p:grpSp>
        <p:cxnSp>
          <p:nvCxnSpPr>
            <p:cNvPr id="229" name="Straight Arrow Connector 228">
              <a:extLst>
                <a:ext uri="{FF2B5EF4-FFF2-40B4-BE49-F238E27FC236}">
                  <a16:creationId xmlns:a16="http://schemas.microsoft.com/office/drawing/2014/main" id="{D2DA54BA-6976-45BC-A45A-3610064ED341}"/>
                </a:ext>
              </a:extLst>
            </p:cNvPr>
            <p:cNvCxnSpPr/>
            <p:nvPr/>
          </p:nvCxnSpPr>
          <p:spPr>
            <a:xfrm rot="5400000">
              <a:off x="2820226" y="3046820"/>
              <a:ext cx="228536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152C4119-1E65-4430-B95A-78F83AF8CEFA}"/>
                </a:ext>
              </a:extLst>
            </p:cNvPr>
            <p:cNvCxnSpPr/>
            <p:nvPr/>
          </p:nvCxnSpPr>
          <p:spPr>
            <a:xfrm>
              <a:off x="2514600" y="3161882"/>
              <a:ext cx="12192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Arrow Connector 230">
              <a:extLst>
                <a:ext uri="{FF2B5EF4-FFF2-40B4-BE49-F238E27FC236}">
                  <a16:creationId xmlns:a16="http://schemas.microsoft.com/office/drawing/2014/main" id="{4FEF045C-99A8-4FCC-8679-F869A8B33A82}"/>
                </a:ext>
              </a:extLst>
            </p:cNvPr>
            <p:cNvCxnSpPr/>
            <p:nvPr/>
          </p:nvCxnSpPr>
          <p:spPr>
            <a:xfrm rot="5400000" flipH="1" flipV="1">
              <a:off x="2990266" y="2418348"/>
              <a:ext cx="1485481" cy="158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Arrow Connector 231">
              <a:extLst>
                <a:ext uri="{FF2B5EF4-FFF2-40B4-BE49-F238E27FC236}">
                  <a16:creationId xmlns:a16="http://schemas.microsoft.com/office/drawing/2014/main" id="{5754F28B-28F9-4026-8851-53F689888178}"/>
                </a:ext>
              </a:extLst>
            </p:cNvPr>
            <p:cNvCxnSpPr/>
            <p:nvPr/>
          </p:nvCxnSpPr>
          <p:spPr>
            <a:xfrm rot="5400000">
              <a:off x="3067089" y="3295194"/>
              <a:ext cx="266625" cy="317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Arrow Connector 232">
              <a:extLst>
                <a:ext uri="{FF2B5EF4-FFF2-40B4-BE49-F238E27FC236}">
                  <a16:creationId xmlns:a16="http://schemas.microsoft.com/office/drawing/2014/main" id="{7C137DAE-853B-42AB-B19F-FC5D6CB115E4}"/>
                </a:ext>
              </a:extLst>
            </p:cNvPr>
            <p:cNvCxnSpPr/>
            <p:nvPr/>
          </p:nvCxnSpPr>
          <p:spPr>
            <a:xfrm rot="5400000">
              <a:off x="2317859" y="3550710"/>
              <a:ext cx="776068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5" name="Oval 244">
            <a:extLst>
              <a:ext uri="{FF2B5EF4-FFF2-40B4-BE49-F238E27FC236}">
                <a16:creationId xmlns:a16="http://schemas.microsoft.com/office/drawing/2014/main" id="{6FF9D85C-0891-4EF2-B695-D2F7CB604C0B}"/>
              </a:ext>
            </a:extLst>
          </p:cNvPr>
          <p:cNvSpPr/>
          <p:nvPr/>
        </p:nvSpPr>
        <p:spPr>
          <a:xfrm>
            <a:off x="5664200" y="3784600"/>
            <a:ext cx="46038" cy="4603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46" name="Oval 245">
            <a:extLst>
              <a:ext uri="{FF2B5EF4-FFF2-40B4-BE49-F238E27FC236}">
                <a16:creationId xmlns:a16="http://schemas.microsoft.com/office/drawing/2014/main" id="{27FEC6C6-1D33-48B2-AE21-14A9FF32BE60}"/>
              </a:ext>
            </a:extLst>
          </p:cNvPr>
          <p:cNvSpPr/>
          <p:nvPr/>
        </p:nvSpPr>
        <p:spPr>
          <a:xfrm>
            <a:off x="5786438" y="3784600"/>
            <a:ext cx="46037" cy="4603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47" name="Oval 246">
            <a:extLst>
              <a:ext uri="{FF2B5EF4-FFF2-40B4-BE49-F238E27FC236}">
                <a16:creationId xmlns:a16="http://schemas.microsoft.com/office/drawing/2014/main" id="{E4CC00EC-0997-4D90-A2BB-424E5B9AAA0E}"/>
              </a:ext>
            </a:extLst>
          </p:cNvPr>
          <p:cNvSpPr/>
          <p:nvPr/>
        </p:nvSpPr>
        <p:spPr>
          <a:xfrm>
            <a:off x="5900738" y="3784600"/>
            <a:ext cx="46037" cy="4603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EBA3A456-D358-446F-9DE3-B7B2752E9A1A}"/>
              </a:ext>
            </a:extLst>
          </p:cNvPr>
          <p:cNvSpPr/>
          <p:nvPr/>
        </p:nvSpPr>
        <p:spPr>
          <a:xfrm>
            <a:off x="2349500" y="4851400"/>
            <a:ext cx="5372100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000" dirty="0">
                <a:solidFill>
                  <a:schemeClr val="tx1"/>
                </a:solidFill>
              </a:rPr>
              <a:t>Interconnect</a:t>
            </a:r>
          </a:p>
        </p:txBody>
      </p:sp>
      <p:grpSp>
        <p:nvGrpSpPr>
          <p:cNvPr id="11281" name="Group 248">
            <a:extLst>
              <a:ext uri="{FF2B5EF4-FFF2-40B4-BE49-F238E27FC236}">
                <a16:creationId xmlns:a16="http://schemas.microsoft.com/office/drawing/2014/main" id="{3358D11F-D5AF-473D-A512-B1B933416AC7}"/>
              </a:ext>
            </a:extLst>
          </p:cNvPr>
          <p:cNvGrpSpPr>
            <a:grpSpLocks/>
          </p:cNvGrpSpPr>
          <p:nvPr/>
        </p:nvGrpSpPr>
        <p:grpSpPr bwMode="auto">
          <a:xfrm>
            <a:off x="4025900" y="3000375"/>
            <a:ext cx="1562100" cy="2362200"/>
            <a:chOff x="2171700" y="1577340"/>
            <a:chExt cx="1562100" cy="2362198"/>
          </a:xfrm>
        </p:grpSpPr>
        <p:grpSp>
          <p:nvGrpSpPr>
            <p:cNvPr id="11374" name="Group 149">
              <a:extLst>
                <a:ext uri="{FF2B5EF4-FFF2-40B4-BE49-F238E27FC236}">
                  <a16:creationId xmlns:a16="http://schemas.microsoft.com/office/drawing/2014/main" id="{372EAFDD-27E0-43D3-8D7C-ED348B34B8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71700" y="1771590"/>
              <a:ext cx="1485900" cy="1161474"/>
              <a:chOff x="228600" y="1123890"/>
              <a:chExt cx="1485900" cy="1161474"/>
            </a:xfrm>
          </p:grpSpPr>
          <p:cxnSp>
            <p:nvCxnSpPr>
              <p:cNvPr id="256" name="Straight Connector 255">
                <a:extLst>
                  <a:ext uri="{FF2B5EF4-FFF2-40B4-BE49-F238E27FC236}">
                    <a16:creationId xmlns:a16="http://schemas.microsoft.com/office/drawing/2014/main" id="{0E0B7D3A-AC3B-4694-837A-0AE21CF95ED3}"/>
                  </a:ext>
                </a:extLst>
              </p:cNvPr>
              <p:cNvCxnSpPr/>
              <p:nvPr/>
            </p:nvCxnSpPr>
            <p:spPr>
              <a:xfrm>
                <a:off x="228600" y="1409065"/>
                <a:ext cx="4953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81" name="TextBox 256">
                <a:extLst>
                  <a:ext uri="{FF2B5EF4-FFF2-40B4-BE49-F238E27FC236}">
                    <a16:creationId xmlns:a16="http://schemas.microsoft.com/office/drawing/2014/main" id="{A8C77EA7-0A51-4C8F-852D-6127CAE13F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7200" y="1447579"/>
                <a:ext cx="1030288" cy="336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1600"/>
                  <a:t>8-bit ALU</a:t>
                </a:r>
              </a:p>
            </p:txBody>
          </p:sp>
          <p:cxnSp>
            <p:nvCxnSpPr>
              <p:cNvPr id="258" name="Straight Connector 257">
                <a:extLst>
                  <a:ext uri="{FF2B5EF4-FFF2-40B4-BE49-F238E27FC236}">
                    <a16:creationId xmlns:a16="http://schemas.microsoft.com/office/drawing/2014/main" id="{03D783A6-2B87-4F15-8969-AEA734C77E22}"/>
                  </a:ext>
                </a:extLst>
              </p:cNvPr>
              <p:cNvCxnSpPr/>
              <p:nvPr/>
            </p:nvCxnSpPr>
            <p:spPr>
              <a:xfrm>
                <a:off x="1181100" y="1409065"/>
                <a:ext cx="4953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Straight Connector 258">
                <a:extLst>
                  <a:ext uri="{FF2B5EF4-FFF2-40B4-BE49-F238E27FC236}">
                    <a16:creationId xmlns:a16="http://schemas.microsoft.com/office/drawing/2014/main" id="{DB4DDFC5-139E-4787-9253-D587C5139650}"/>
                  </a:ext>
                </a:extLst>
              </p:cNvPr>
              <p:cNvCxnSpPr/>
              <p:nvPr/>
            </p:nvCxnSpPr>
            <p:spPr>
              <a:xfrm>
                <a:off x="723900" y="1866264"/>
                <a:ext cx="4953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0" name="Straight Connector 259">
                <a:extLst>
                  <a:ext uri="{FF2B5EF4-FFF2-40B4-BE49-F238E27FC236}">
                    <a16:creationId xmlns:a16="http://schemas.microsoft.com/office/drawing/2014/main" id="{486F2EC0-9E5D-4D5C-B7AB-4B3B09742E7B}"/>
                  </a:ext>
                </a:extLst>
              </p:cNvPr>
              <p:cNvCxnSpPr/>
              <p:nvPr/>
            </p:nvCxnSpPr>
            <p:spPr>
              <a:xfrm>
                <a:off x="228600" y="1409065"/>
                <a:ext cx="495300" cy="4572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1" name="Straight Connector 260">
                <a:extLst>
                  <a:ext uri="{FF2B5EF4-FFF2-40B4-BE49-F238E27FC236}">
                    <a16:creationId xmlns:a16="http://schemas.microsoft.com/office/drawing/2014/main" id="{4B63FC43-E29B-41C0-A7DA-801D7D28C70C}"/>
                  </a:ext>
                </a:extLst>
              </p:cNvPr>
              <p:cNvCxnSpPr/>
              <p:nvPr/>
            </p:nvCxnSpPr>
            <p:spPr>
              <a:xfrm rot="5400000">
                <a:off x="1219200" y="1409065"/>
                <a:ext cx="457200" cy="4572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2" name="Straight Connector 261">
                <a:extLst>
                  <a:ext uri="{FF2B5EF4-FFF2-40B4-BE49-F238E27FC236}">
                    <a16:creationId xmlns:a16="http://schemas.microsoft.com/office/drawing/2014/main" id="{EFA91223-F12D-4474-BD40-E2F719411FD5}"/>
                  </a:ext>
                </a:extLst>
              </p:cNvPr>
              <p:cNvCxnSpPr/>
              <p:nvPr/>
            </p:nvCxnSpPr>
            <p:spPr>
              <a:xfrm>
                <a:off x="723900" y="1409065"/>
                <a:ext cx="228600" cy="1524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3" name="Straight Connector 262">
                <a:extLst>
                  <a:ext uri="{FF2B5EF4-FFF2-40B4-BE49-F238E27FC236}">
                    <a16:creationId xmlns:a16="http://schemas.microsoft.com/office/drawing/2014/main" id="{B3BBCBBF-D4D6-4816-BC93-A42A1EB2DC13}"/>
                  </a:ext>
                </a:extLst>
              </p:cNvPr>
              <p:cNvCxnSpPr/>
              <p:nvPr/>
            </p:nvCxnSpPr>
            <p:spPr>
              <a:xfrm rot="10800000" flipV="1">
                <a:off x="990600" y="1409065"/>
                <a:ext cx="190500" cy="1524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4" name="Rectangle 263">
                <a:extLst>
                  <a:ext uri="{FF2B5EF4-FFF2-40B4-BE49-F238E27FC236}">
                    <a16:creationId xmlns:a16="http://schemas.microsoft.com/office/drawing/2014/main" id="{82B19449-3D63-41A0-A0A0-D7ED852B76ED}"/>
                  </a:ext>
                </a:extLst>
              </p:cNvPr>
              <p:cNvSpPr/>
              <p:nvPr/>
            </p:nvSpPr>
            <p:spPr>
              <a:xfrm>
                <a:off x="495300" y="1980564"/>
                <a:ext cx="914400" cy="1905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anchor="ctr"/>
              <a:lstStyle/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defRPr/>
                </a:pPr>
                <a:r>
                  <a:rPr lang="en-US" sz="1800" dirty="0" err="1">
                    <a:solidFill>
                      <a:schemeClr val="tx1"/>
                    </a:solidFill>
                  </a:rPr>
                  <a:t>Reg</a:t>
                </a:r>
                <a:r>
                  <a:rPr lang="en-US" sz="1800" dirty="0">
                    <a:solidFill>
                      <a:schemeClr val="tx1"/>
                    </a:solidFill>
                  </a:rPr>
                  <a:t> file</a:t>
                </a:r>
              </a:p>
            </p:txBody>
          </p:sp>
          <p:sp>
            <p:nvSpPr>
              <p:cNvPr id="11389" name="TextBox 264">
                <a:extLst>
                  <a:ext uri="{FF2B5EF4-FFF2-40B4-BE49-F238E27FC236}">
                    <a16:creationId xmlns:a16="http://schemas.microsoft.com/office/drawing/2014/main" id="{6B14057E-2D1A-4171-BBC7-BAF1E3FFD0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0250" y="1123890"/>
                <a:ext cx="488950" cy="3667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1800"/>
                  <a:t>PE</a:t>
                </a:r>
              </a:p>
            </p:txBody>
          </p:sp>
          <p:sp>
            <p:nvSpPr>
              <p:cNvPr id="266" name="Rectangle 265">
                <a:extLst>
                  <a:ext uri="{FF2B5EF4-FFF2-40B4-BE49-F238E27FC236}">
                    <a16:creationId xmlns:a16="http://schemas.microsoft.com/office/drawing/2014/main" id="{65AAD4BF-1B06-4331-95A5-C1B16B8EFED5}"/>
                  </a:ext>
                </a:extLst>
              </p:cNvPr>
              <p:cNvSpPr/>
              <p:nvPr/>
            </p:nvSpPr>
            <p:spPr>
              <a:xfrm>
                <a:off x="228600" y="1180465"/>
                <a:ext cx="1485900" cy="11048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>
                  <a:spcBef>
                    <a:spcPct val="0"/>
                  </a:spcBef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0"/>
                  </a:spcBef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0"/>
                  </a:spcBef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0"/>
                  </a:spcBef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spcBef>
                    <a:spcPct val="0"/>
                  </a:spcBef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defRPr/>
                </a:pPr>
                <a:endParaRPr lang="en-US" altLang="en-US" sz="2000">
                  <a:solidFill>
                    <a:srgbClr val="FFFFFF"/>
                  </a:solidFill>
                </a:endParaRPr>
              </a:p>
            </p:txBody>
          </p:sp>
        </p:grpSp>
        <p:cxnSp>
          <p:nvCxnSpPr>
            <p:cNvPr id="251" name="Straight Arrow Connector 250">
              <a:extLst>
                <a:ext uri="{FF2B5EF4-FFF2-40B4-BE49-F238E27FC236}">
                  <a16:creationId xmlns:a16="http://schemas.microsoft.com/office/drawing/2014/main" id="{A88503E9-144F-4BC8-A9A1-137B6E3379B6}"/>
                </a:ext>
              </a:extLst>
            </p:cNvPr>
            <p:cNvCxnSpPr/>
            <p:nvPr/>
          </p:nvCxnSpPr>
          <p:spPr>
            <a:xfrm rot="5400000">
              <a:off x="2820194" y="3046570"/>
              <a:ext cx="228600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46AE42B0-C215-4D54-B612-2E6C37F68EBA}"/>
                </a:ext>
              </a:extLst>
            </p:cNvPr>
            <p:cNvCxnSpPr/>
            <p:nvPr/>
          </p:nvCxnSpPr>
          <p:spPr>
            <a:xfrm>
              <a:off x="2514600" y="3161664"/>
              <a:ext cx="12192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Arrow Connector 252">
              <a:extLst>
                <a:ext uri="{FF2B5EF4-FFF2-40B4-BE49-F238E27FC236}">
                  <a16:creationId xmlns:a16="http://schemas.microsoft.com/office/drawing/2014/main" id="{888E4E43-8F8E-4D99-A2CD-5CEF7E683D62}"/>
                </a:ext>
              </a:extLst>
            </p:cNvPr>
            <p:cNvCxnSpPr/>
            <p:nvPr/>
          </p:nvCxnSpPr>
          <p:spPr>
            <a:xfrm rot="5400000" flipH="1" flipV="1">
              <a:off x="2940845" y="2368708"/>
              <a:ext cx="1584324" cy="158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Arrow Connector 253">
              <a:extLst>
                <a:ext uri="{FF2B5EF4-FFF2-40B4-BE49-F238E27FC236}">
                  <a16:creationId xmlns:a16="http://schemas.microsoft.com/office/drawing/2014/main" id="{7BA6A64A-FE75-4D2A-BBC1-A76F0DE4F242}"/>
                </a:ext>
              </a:extLst>
            </p:cNvPr>
            <p:cNvCxnSpPr/>
            <p:nvPr/>
          </p:nvCxnSpPr>
          <p:spPr>
            <a:xfrm rot="5400000">
              <a:off x="3067051" y="3295014"/>
              <a:ext cx="266700" cy="317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Arrow Connector 254">
              <a:extLst>
                <a:ext uri="{FF2B5EF4-FFF2-40B4-BE49-F238E27FC236}">
                  <a16:creationId xmlns:a16="http://schemas.microsoft.com/office/drawing/2014/main" id="{6D76A17B-3099-42FA-A4BF-2D37BC0B825E}"/>
                </a:ext>
              </a:extLst>
            </p:cNvPr>
            <p:cNvCxnSpPr/>
            <p:nvPr/>
          </p:nvCxnSpPr>
          <p:spPr>
            <a:xfrm rot="5400000">
              <a:off x="2317750" y="3550601"/>
              <a:ext cx="776286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82" name="Group 266">
            <a:extLst>
              <a:ext uri="{FF2B5EF4-FFF2-40B4-BE49-F238E27FC236}">
                <a16:creationId xmlns:a16="http://schemas.microsoft.com/office/drawing/2014/main" id="{A1E7260E-3C7B-4CDB-A94B-8696463AC884}"/>
              </a:ext>
            </a:extLst>
          </p:cNvPr>
          <p:cNvGrpSpPr>
            <a:grpSpLocks/>
          </p:cNvGrpSpPr>
          <p:nvPr/>
        </p:nvGrpSpPr>
        <p:grpSpPr bwMode="auto">
          <a:xfrm>
            <a:off x="2349500" y="3000375"/>
            <a:ext cx="1562100" cy="2362200"/>
            <a:chOff x="2171700" y="1577340"/>
            <a:chExt cx="1562101" cy="2362198"/>
          </a:xfrm>
        </p:grpSpPr>
        <p:grpSp>
          <p:nvGrpSpPr>
            <p:cNvPr id="11357" name="Group 149">
              <a:extLst>
                <a:ext uri="{FF2B5EF4-FFF2-40B4-BE49-F238E27FC236}">
                  <a16:creationId xmlns:a16="http://schemas.microsoft.com/office/drawing/2014/main" id="{1D21F2DA-19C7-489F-98C6-8280E8A863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71700" y="1771590"/>
              <a:ext cx="1485901" cy="1161474"/>
              <a:chOff x="228600" y="1123890"/>
              <a:chExt cx="1485901" cy="1161474"/>
            </a:xfrm>
          </p:grpSpPr>
          <p:cxnSp>
            <p:nvCxnSpPr>
              <p:cNvPr id="274" name="Straight Connector 273">
                <a:extLst>
                  <a:ext uri="{FF2B5EF4-FFF2-40B4-BE49-F238E27FC236}">
                    <a16:creationId xmlns:a16="http://schemas.microsoft.com/office/drawing/2014/main" id="{73A96CBA-291D-4B95-98EB-6537D73037CC}"/>
                  </a:ext>
                </a:extLst>
              </p:cNvPr>
              <p:cNvCxnSpPr/>
              <p:nvPr/>
            </p:nvCxnSpPr>
            <p:spPr>
              <a:xfrm>
                <a:off x="228600" y="1409065"/>
                <a:ext cx="4953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64" name="TextBox 274">
                <a:extLst>
                  <a:ext uri="{FF2B5EF4-FFF2-40B4-BE49-F238E27FC236}">
                    <a16:creationId xmlns:a16="http://schemas.microsoft.com/office/drawing/2014/main" id="{06D0FD94-27A3-4510-82B9-23C92265F6F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7200" y="1447579"/>
                <a:ext cx="1030288" cy="336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1600"/>
                  <a:t>8-bit ALU</a:t>
                </a:r>
              </a:p>
            </p:txBody>
          </p:sp>
          <p:cxnSp>
            <p:nvCxnSpPr>
              <p:cNvPr id="276" name="Straight Connector 275">
                <a:extLst>
                  <a:ext uri="{FF2B5EF4-FFF2-40B4-BE49-F238E27FC236}">
                    <a16:creationId xmlns:a16="http://schemas.microsoft.com/office/drawing/2014/main" id="{356E18BA-2F48-4B76-B69A-9FE19900B508}"/>
                  </a:ext>
                </a:extLst>
              </p:cNvPr>
              <p:cNvCxnSpPr/>
              <p:nvPr/>
            </p:nvCxnSpPr>
            <p:spPr>
              <a:xfrm>
                <a:off x="1181101" y="1409065"/>
                <a:ext cx="4953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7" name="Straight Connector 276">
                <a:extLst>
                  <a:ext uri="{FF2B5EF4-FFF2-40B4-BE49-F238E27FC236}">
                    <a16:creationId xmlns:a16="http://schemas.microsoft.com/office/drawing/2014/main" id="{346E743E-9246-4AD8-A2A6-8588925F85E6}"/>
                  </a:ext>
                </a:extLst>
              </p:cNvPr>
              <p:cNvCxnSpPr/>
              <p:nvPr/>
            </p:nvCxnSpPr>
            <p:spPr>
              <a:xfrm>
                <a:off x="723900" y="1866264"/>
                <a:ext cx="4953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8" name="Straight Connector 277">
                <a:extLst>
                  <a:ext uri="{FF2B5EF4-FFF2-40B4-BE49-F238E27FC236}">
                    <a16:creationId xmlns:a16="http://schemas.microsoft.com/office/drawing/2014/main" id="{9B32692A-2AD0-4A9C-B60A-17D8A6344B08}"/>
                  </a:ext>
                </a:extLst>
              </p:cNvPr>
              <p:cNvCxnSpPr/>
              <p:nvPr/>
            </p:nvCxnSpPr>
            <p:spPr>
              <a:xfrm>
                <a:off x="228600" y="1409065"/>
                <a:ext cx="495300" cy="4572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9" name="Straight Connector 278">
                <a:extLst>
                  <a:ext uri="{FF2B5EF4-FFF2-40B4-BE49-F238E27FC236}">
                    <a16:creationId xmlns:a16="http://schemas.microsoft.com/office/drawing/2014/main" id="{FB40F81B-4B45-461F-91C2-2385CA7101B4}"/>
                  </a:ext>
                </a:extLst>
              </p:cNvPr>
              <p:cNvCxnSpPr/>
              <p:nvPr/>
            </p:nvCxnSpPr>
            <p:spPr>
              <a:xfrm rot="5400000">
                <a:off x="1219201" y="1409064"/>
                <a:ext cx="457200" cy="4572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Straight Connector 279">
                <a:extLst>
                  <a:ext uri="{FF2B5EF4-FFF2-40B4-BE49-F238E27FC236}">
                    <a16:creationId xmlns:a16="http://schemas.microsoft.com/office/drawing/2014/main" id="{B2112CCF-21F3-4FFF-B907-22A636939817}"/>
                  </a:ext>
                </a:extLst>
              </p:cNvPr>
              <p:cNvCxnSpPr/>
              <p:nvPr/>
            </p:nvCxnSpPr>
            <p:spPr>
              <a:xfrm>
                <a:off x="723900" y="1409065"/>
                <a:ext cx="228600" cy="1524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1" name="Straight Connector 280">
                <a:extLst>
                  <a:ext uri="{FF2B5EF4-FFF2-40B4-BE49-F238E27FC236}">
                    <a16:creationId xmlns:a16="http://schemas.microsoft.com/office/drawing/2014/main" id="{E093A7BA-C2CA-44EB-9CAF-0DC3D68C851F}"/>
                  </a:ext>
                </a:extLst>
              </p:cNvPr>
              <p:cNvCxnSpPr/>
              <p:nvPr/>
            </p:nvCxnSpPr>
            <p:spPr>
              <a:xfrm rot="10800000" flipV="1">
                <a:off x="990601" y="1409065"/>
                <a:ext cx="190500" cy="1524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2" name="Rectangle 281">
                <a:extLst>
                  <a:ext uri="{FF2B5EF4-FFF2-40B4-BE49-F238E27FC236}">
                    <a16:creationId xmlns:a16="http://schemas.microsoft.com/office/drawing/2014/main" id="{773226F5-781C-49D9-A2E0-39F5AAF8C25D}"/>
                  </a:ext>
                </a:extLst>
              </p:cNvPr>
              <p:cNvSpPr/>
              <p:nvPr/>
            </p:nvSpPr>
            <p:spPr>
              <a:xfrm>
                <a:off x="495300" y="1980564"/>
                <a:ext cx="914401" cy="1905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anchor="ctr"/>
              <a:lstStyle/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defRPr/>
                </a:pPr>
                <a:r>
                  <a:rPr lang="en-US" sz="1800" dirty="0" err="1">
                    <a:solidFill>
                      <a:schemeClr val="tx1"/>
                    </a:solidFill>
                  </a:rPr>
                  <a:t>Reg</a:t>
                </a:r>
                <a:r>
                  <a:rPr lang="en-US" sz="1800" dirty="0">
                    <a:solidFill>
                      <a:schemeClr val="tx1"/>
                    </a:solidFill>
                  </a:rPr>
                  <a:t> file</a:t>
                </a:r>
              </a:p>
            </p:txBody>
          </p:sp>
          <p:sp>
            <p:nvSpPr>
              <p:cNvPr id="11372" name="TextBox 282">
                <a:extLst>
                  <a:ext uri="{FF2B5EF4-FFF2-40B4-BE49-F238E27FC236}">
                    <a16:creationId xmlns:a16="http://schemas.microsoft.com/office/drawing/2014/main" id="{A8A7C500-2C87-45C4-92A2-A8C6079F81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0250" y="1123890"/>
                <a:ext cx="488950" cy="3667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1800"/>
                  <a:t>PE</a:t>
                </a:r>
              </a:p>
            </p:txBody>
          </p:sp>
          <p:sp>
            <p:nvSpPr>
              <p:cNvPr id="284" name="Rectangle 283">
                <a:extLst>
                  <a:ext uri="{FF2B5EF4-FFF2-40B4-BE49-F238E27FC236}">
                    <a16:creationId xmlns:a16="http://schemas.microsoft.com/office/drawing/2014/main" id="{9CE4DE3E-B80F-42C9-924B-A289D43E5D88}"/>
                  </a:ext>
                </a:extLst>
              </p:cNvPr>
              <p:cNvSpPr/>
              <p:nvPr/>
            </p:nvSpPr>
            <p:spPr>
              <a:xfrm>
                <a:off x="228600" y="1180465"/>
                <a:ext cx="1485901" cy="11048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>
                  <a:spcBef>
                    <a:spcPct val="0"/>
                  </a:spcBef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0"/>
                  </a:spcBef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0"/>
                  </a:spcBef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0"/>
                  </a:spcBef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spcBef>
                    <a:spcPct val="0"/>
                  </a:spcBef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defRPr/>
                </a:pPr>
                <a:endParaRPr lang="en-US" altLang="en-US" sz="2000">
                  <a:solidFill>
                    <a:srgbClr val="FFFFFF"/>
                  </a:solidFill>
                </a:endParaRPr>
              </a:p>
            </p:txBody>
          </p:sp>
        </p:grpSp>
        <p:cxnSp>
          <p:nvCxnSpPr>
            <p:cNvPr id="269" name="Straight Arrow Connector 268">
              <a:extLst>
                <a:ext uri="{FF2B5EF4-FFF2-40B4-BE49-F238E27FC236}">
                  <a16:creationId xmlns:a16="http://schemas.microsoft.com/office/drawing/2014/main" id="{C74CC143-DD84-44C6-86A9-0725C3566ADF}"/>
                </a:ext>
              </a:extLst>
            </p:cNvPr>
            <p:cNvCxnSpPr/>
            <p:nvPr/>
          </p:nvCxnSpPr>
          <p:spPr>
            <a:xfrm rot="5400000">
              <a:off x="2819401" y="3047364"/>
              <a:ext cx="2286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33D85C52-1F64-4E9C-B74E-76768E6A44A9}"/>
                </a:ext>
              </a:extLst>
            </p:cNvPr>
            <p:cNvCxnSpPr/>
            <p:nvPr/>
          </p:nvCxnSpPr>
          <p:spPr>
            <a:xfrm>
              <a:off x="2514600" y="3161664"/>
              <a:ext cx="1219201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Arrow Connector 270">
              <a:extLst>
                <a:ext uri="{FF2B5EF4-FFF2-40B4-BE49-F238E27FC236}">
                  <a16:creationId xmlns:a16="http://schemas.microsoft.com/office/drawing/2014/main" id="{9B6DA9CF-67F7-471C-A803-43905AA0C1D3}"/>
                </a:ext>
              </a:extLst>
            </p:cNvPr>
            <p:cNvCxnSpPr/>
            <p:nvPr/>
          </p:nvCxnSpPr>
          <p:spPr>
            <a:xfrm rot="5400000" flipH="1" flipV="1">
              <a:off x="2940846" y="2368708"/>
              <a:ext cx="1584324" cy="158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Arrow Connector 271">
              <a:extLst>
                <a:ext uri="{FF2B5EF4-FFF2-40B4-BE49-F238E27FC236}">
                  <a16:creationId xmlns:a16="http://schemas.microsoft.com/office/drawing/2014/main" id="{0EF33D59-F691-4BFA-A734-36445E13CD13}"/>
                </a:ext>
              </a:extLst>
            </p:cNvPr>
            <p:cNvCxnSpPr/>
            <p:nvPr/>
          </p:nvCxnSpPr>
          <p:spPr>
            <a:xfrm rot="5400000">
              <a:off x="3066258" y="3295808"/>
              <a:ext cx="266700" cy="158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Arrow Connector 272">
              <a:extLst>
                <a:ext uri="{FF2B5EF4-FFF2-40B4-BE49-F238E27FC236}">
                  <a16:creationId xmlns:a16="http://schemas.microsoft.com/office/drawing/2014/main" id="{DD0D28E6-AF31-4977-B051-4A87D19826BD}"/>
                </a:ext>
              </a:extLst>
            </p:cNvPr>
            <p:cNvCxnSpPr/>
            <p:nvPr/>
          </p:nvCxnSpPr>
          <p:spPr>
            <a:xfrm rot="5400000">
              <a:off x="2317751" y="3550601"/>
              <a:ext cx="776286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83" name="Group 284">
            <a:extLst>
              <a:ext uri="{FF2B5EF4-FFF2-40B4-BE49-F238E27FC236}">
                <a16:creationId xmlns:a16="http://schemas.microsoft.com/office/drawing/2014/main" id="{CDD1ABC7-E29E-472F-B123-C1B2D4A6A9AA}"/>
              </a:ext>
            </a:extLst>
          </p:cNvPr>
          <p:cNvGrpSpPr>
            <a:grpSpLocks/>
          </p:cNvGrpSpPr>
          <p:nvPr/>
        </p:nvGrpSpPr>
        <p:grpSpPr bwMode="auto">
          <a:xfrm>
            <a:off x="6007100" y="3000375"/>
            <a:ext cx="1562100" cy="2362200"/>
            <a:chOff x="2171700" y="1577340"/>
            <a:chExt cx="1562100" cy="2362198"/>
          </a:xfrm>
        </p:grpSpPr>
        <p:grpSp>
          <p:nvGrpSpPr>
            <p:cNvPr id="11340" name="Group 149">
              <a:extLst>
                <a:ext uri="{FF2B5EF4-FFF2-40B4-BE49-F238E27FC236}">
                  <a16:creationId xmlns:a16="http://schemas.microsoft.com/office/drawing/2014/main" id="{72CE04FF-FE44-40AA-B5BA-426C193CA6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71700" y="1771590"/>
              <a:ext cx="1485900" cy="1161474"/>
              <a:chOff x="228600" y="1123890"/>
              <a:chExt cx="1485900" cy="1161474"/>
            </a:xfrm>
          </p:grpSpPr>
          <p:cxnSp>
            <p:nvCxnSpPr>
              <p:cNvPr id="292" name="Straight Connector 291">
                <a:extLst>
                  <a:ext uri="{FF2B5EF4-FFF2-40B4-BE49-F238E27FC236}">
                    <a16:creationId xmlns:a16="http://schemas.microsoft.com/office/drawing/2014/main" id="{E618745D-099E-44F7-8566-C1A86FDA2AFF}"/>
                  </a:ext>
                </a:extLst>
              </p:cNvPr>
              <p:cNvCxnSpPr/>
              <p:nvPr/>
            </p:nvCxnSpPr>
            <p:spPr>
              <a:xfrm>
                <a:off x="228600" y="1409065"/>
                <a:ext cx="4953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47" name="TextBox 292">
                <a:extLst>
                  <a:ext uri="{FF2B5EF4-FFF2-40B4-BE49-F238E27FC236}">
                    <a16:creationId xmlns:a16="http://schemas.microsoft.com/office/drawing/2014/main" id="{B859AEF6-ABE9-4A5B-932A-11BE9812B5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7200" y="1447579"/>
                <a:ext cx="1030288" cy="3363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1600"/>
                  <a:t>8-bit ALU</a:t>
                </a:r>
              </a:p>
            </p:txBody>
          </p:sp>
          <p:cxnSp>
            <p:nvCxnSpPr>
              <p:cNvPr id="294" name="Straight Connector 293">
                <a:extLst>
                  <a:ext uri="{FF2B5EF4-FFF2-40B4-BE49-F238E27FC236}">
                    <a16:creationId xmlns:a16="http://schemas.microsoft.com/office/drawing/2014/main" id="{336EA13B-B426-4EF7-B721-F952E474A501}"/>
                  </a:ext>
                </a:extLst>
              </p:cNvPr>
              <p:cNvCxnSpPr/>
              <p:nvPr/>
            </p:nvCxnSpPr>
            <p:spPr>
              <a:xfrm>
                <a:off x="1181100" y="1409065"/>
                <a:ext cx="4953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5" name="Straight Connector 294">
                <a:extLst>
                  <a:ext uri="{FF2B5EF4-FFF2-40B4-BE49-F238E27FC236}">
                    <a16:creationId xmlns:a16="http://schemas.microsoft.com/office/drawing/2014/main" id="{8C642393-728B-400F-A8DA-FCABE5D67CF2}"/>
                  </a:ext>
                </a:extLst>
              </p:cNvPr>
              <p:cNvCxnSpPr/>
              <p:nvPr/>
            </p:nvCxnSpPr>
            <p:spPr>
              <a:xfrm>
                <a:off x="723900" y="1866264"/>
                <a:ext cx="4953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6" name="Straight Connector 295">
                <a:extLst>
                  <a:ext uri="{FF2B5EF4-FFF2-40B4-BE49-F238E27FC236}">
                    <a16:creationId xmlns:a16="http://schemas.microsoft.com/office/drawing/2014/main" id="{73379ADE-7967-430B-B827-A46ADF8F1AE5}"/>
                  </a:ext>
                </a:extLst>
              </p:cNvPr>
              <p:cNvCxnSpPr/>
              <p:nvPr/>
            </p:nvCxnSpPr>
            <p:spPr>
              <a:xfrm>
                <a:off x="228600" y="1409065"/>
                <a:ext cx="495300" cy="4572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" name="Straight Connector 296">
                <a:extLst>
                  <a:ext uri="{FF2B5EF4-FFF2-40B4-BE49-F238E27FC236}">
                    <a16:creationId xmlns:a16="http://schemas.microsoft.com/office/drawing/2014/main" id="{3704DBAC-2DB1-4FA5-8EEA-7A437146E7A5}"/>
                  </a:ext>
                </a:extLst>
              </p:cNvPr>
              <p:cNvCxnSpPr/>
              <p:nvPr/>
            </p:nvCxnSpPr>
            <p:spPr>
              <a:xfrm rot="5400000">
                <a:off x="1219200" y="1409065"/>
                <a:ext cx="457200" cy="4572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8" name="Straight Connector 297">
                <a:extLst>
                  <a:ext uri="{FF2B5EF4-FFF2-40B4-BE49-F238E27FC236}">
                    <a16:creationId xmlns:a16="http://schemas.microsoft.com/office/drawing/2014/main" id="{1B9B23BA-2AE5-4573-A281-AE83D2EF1344}"/>
                  </a:ext>
                </a:extLst>
              </p:cNvPr>
              <p:cNvCxnSpPr/>
              <p:nvPr/>
            </p:nvCxnSpPr>
            <p:spPr>
              <a:xfrm>
                <a:off x="723900" y="1409065"/>
                <a:ext cx="228600" cy="1524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9" name="Straight Connector 298">
                <a:extLst>
                  <a:ext uri="{FF2B5EF4-FFF2-40B4-BE49-F238E27FC236}">
                    <a16:creationId xmlns:a16="http://schemas.microsoft.com/office/drawing/2014/main" id="{E704F8B4-BA78-4251-9FF2-3D3DF8897830}"/>
                  </a:ext>
                </a:extLst>
              </p:cNvPr>
              <p:cNvCxnSpPr/>
              <p:nvPr/>
            </p:nvCxnSpPr>
            <p:spPr>
              <a:xfrm rot="10800000" flipV="1">
                <a:off x="990600" y="1409065"/>
                <a:ext cx="190500" cy="15240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0" name="Rectangle 299">
                <a:extLst>
                  <a:ext uri="{FF2B5EF4-FFF2-40B4-BE49-F238E27FC236}">
                    <a16:creationId xmlns:a16="http://schemas.microsoft.com/office/drawing/2014/main" id="{D7016786-3623-4691-A59F-C9666D0BB4D4}"/>
                  </a:ext>
                </a:extLst>
              </p:cNvPr>
              <p:cNvSpPr/>
              <p:nvPr/>
            </p:nvSpPr>
            <p:spPr>
              <a:xfrm>
                <a:off x="495300" y="1980564"/>
                <a:ext cx="914400" cy="1905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anchor="ctr"/>
              <a:lstStyle/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defRPr/>
                </a:pPr>
                <a:r>
                  <a:rPr lang="en-US" sz="1800" dirty="0" err="1">
                    <a:solidFill>
                      <a:schemeClr val="tx1"/>
                    </a:solidFill>
                  </a:rPr>
                  <a:t>Reg</a:t>
                </a:r>
                <a:r>
                  <a:rPr lang="en-US" sz="1800" dirty="0">
                    <a:solidFill>
                      <a:schemeClr val="tx1"/>
                    </a:solidFill>
                  </a:rPr>
                  <a:t> file</a:t>
                </a:r>
              </a:p>
            </p:txBody>
          </p:sp>
          <p:sp>
            <p:nvSpPr>
              <p:cNvPr id="11355" name="TextBox 300">
                <a:extLst>
                  <a:ext uri="{FF2B5EF4-FFF2-40B4-BE49-F238E27FC236}">
                    <a16:creationId xmlns:a16="http://schemas.microsoft.com/office/drawing/2014/main" id="{CB154972-48CE-4954-B01E-816E2008F7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0250" y="1123890"/>
                <a:ext cx="488950" cy="3667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1800"/>
                  <a:t>PE</a:t>
                </a:r>
              </a:p>
            </p:txBody>
          </p:sp>
          <p:sp>
            <p:nvSpPr>
              <p:cNvPr id="302" name="Rectangle 301">
                <a:extLst>
                  <a:ext uri="{FF2B5EF4-FFF2-40B4-BE49-F238E27FC236}">
                    <a16:creationId xmlns:a16="http://schemas.microsoft.com/office/drawing/2014/main" id="{B7173FBF-8E77-4909-A9D7-79503230C67D}"/>
                  </a:ext>
                </a:extLst>
              </p:cNvPr>
              <p:cNvSpPr/>
              <p:nvPr/>
            </p:nvSpPr>
            <p:spPr>
              <a:xfrm>
                <a:off x="228600" y="1180465"/>
                <a:ext cx="1485900" cy="11048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>
                  <a:spcBef>
                    <a:spcPct val="0"/>
                  </a:spcBef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0"/>
                  </a:spcBef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0"/>
                  </a:spcBef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0"/>
                  </a:spcBef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spcBef>
                    <a:spcPct val="0"/>
                  </a:spcBef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defRPr/>
                </a:pPr>
                <a:endParaRPr lang="en-US" altLang="en-US" sz="2000">
                  <a:solidFill>
                    <a:srgbClr val="FFFFFF"/>
                  </a:solidFill>
                </a:endParaRPr>
              </a:p>
            </p:txBody>
          </p:sp>
        </p:grpSp>
        <p:cxnSp>
          <p:nvCxnSpPr>
            <p:cNvPr id="287" name="Straight Arrow Connector 286">
              <a:extLst>
                <a:ext uri="{FF2B5EF4-FFF2-40B4-BE49-F238E27FC236}">
                  <a16:creationId xmlns:a16="http://schemas.microsoft.com/office/drawing/2014/main" id="{90ADD71F-B762-4EFB-9364-AFE1D1CB62B3}"/>
                </a:ext>
              </a:extLst>
            </p:cNvPr>
            <p:cNvCxnSpPr/>
            <p:nvPr/>
          </p:nvCxnSpPr>
          <p:spPr>
            <a:xfrm rot="5400000">
              <a:off x="2820194" y="3046570"/>
              <a:ext cx="228600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id="{735D36F7-D808-4825-A5B1-9D5DB37C877D}"/>
                </a:ext>
              </a:extLst>
            </p:cNvPr>
            <p:cNvCxnSpPr/>
            <p:nvPr/>
          </p:nvCxnSpPr>
          <p:spPr>
            <a:xfrm>
              <a:off x="2514600" y="3161664"/>
              <a:ext cx="12192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Arrow Connector 288">
              <a:extLst>
                <a:ext uri="{FF2B5EF4-FFF2-40B4-BE49-F238E27FC236}">
                  <a16:creationId xmlns:a16="http://schemas.microsoft.com/office/drawing/2014/main" id="{E8B557D8-20AF-422C-90FD-89C202F1D49B}"/>
                </a:ext>
              </a:extLst>
            </p:cNvPr>
            <p:cNvCxnSpPr/>
            <p:nvPr/>
          </p:nvCxnSpPr>
          <p:spPr>
            <a:xfrm rot="5400000" flipH="1" flipV="1">
              <a:off x="2940845" y="2368708"/>
              <a:ext cx="1584324" cy="158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Arrow Connector 289">
              <a:extLst>
                <a:ext uri="{FF2B5EF4-FFF2-40B4-BE49-F238E27FC236}">
                  <a16:creationId xmlns:a16="http://schemas.microsoft.com/office/drawing/2014/main" id="{E11BBAE1-E657-4098-ACA7-7FF8602263B2}"/>
                </a:ext>
              </a:extLst>
            </p:cNvPr>
            <p:cNvCxnSpPr/>
            <p:nvPr/>
          </p:nvCxnSpPr>
          <p:spPr>
            <a:xfrm rot="5400000">
              <a:off x="3067051" y="3295014"/>
              <a:ext cx="266700" cy="317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Arrow Connector 290">
              <a:extLst>
                <a:ext uri="{FF2B5EF4-FFF2-40B4-BE49-F238E27FC236}">
                  <a16:creationId xmlns:a16="http://schemas.microsoft.com/office/drawing/2014/main" id="{14C59FEB-A1AC-45A4-833A-9FB06E7B869D}"/>
                </a:ext>
              </a:extLst>
            </p:cNvPr>
            <p:cNvCxnSpPr/>
            <p:nvPr/>
          </p:nvCxnSpPr>
          <p:spPr>
            <a:xfrm rot="5400000">
              <a:off x="2317750" y="3550601"/>
              <a:ext cx="776286" cy="15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3" name="Oval 302">
            <a:extLst>
              <a:ext uri="{FF2B5EF4-FFF2-40B4-BE49-F238E27FC236}">
                <a16:creationId xmlns:a16="http://schemas.microsoft.com/office/drawing/2014/main" id="{E09EFE25-4DAE-4FD0-956E-C627BB9643B6}"/>
              </a:ext>
            </a:extLst>
          </p:cNvPr>
          <p:cNvSpPr/>
          <p:nvPr/>
        </p:nvSpPr>
        <p:spPr>
          <a:xfrm>
            <a:off x="5778500" y="4546600"/>
            <a:ext cx="46038" cy="4603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04" name="Oval 303">
            <a:extLst>
              <a:ext uri="{FF2B5EF4-FFF2-40B4-BE49-F238E27FC236}">
                <a16:creationId xmlns:a16="http://schemas.microsoft.com/office/drawing/2014/main" id="{B7E2695C-1205-40CC-AAAB-B9C66ED10BE5}"/>
              </a:ext>
            </a:extLst>
          </p:cNvPr>
          <p:cNvSpPr/>
          <p:nvPr/>
        </p:nvSpPr>
        <p:spPr>
          <a:xfrm>
            <a:off x="5778500" y="4622800"/>
            <a:ext cx="46038" cy="4603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05" name="Oval 304">
            <a:extLst>
              <a:ext uri="{FF2B5EF4-FFF2-40B4-BE49-F238E27FC236}">
                <a16:creationId xmlns:a16="http://schemas.microsoft.com/office/drawing/2014/main" id="{B62A85C4-98CD-44D8-ACCE-EE17250BAD8D}"/>
              </a:ext>
            </a:extLst>
          </p:cNvPr>
          <p:cNvSpPr/>
          <p:nvPr/>
        </p:nvSpPr>
        <p:spPr>
          <a:xfrm>
            <a:off x="5778500" y="4706938"/>
            <a:ext cx="46038" cy="4603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10" name="Oval 309">
            <a:extLst>
              <a:ext uri="{FF2B5EF4-FFF2-40B4-BE49-F238E27FC236}">
                <a16:creationId xmlns:a16="http://schemas.microsoft.com/office/drawing/2014/main" id="{9E20F2B2-DD41-4F95-93FB-4259A5873608}"/>
              </a:ext>
            </a:extLst>
          </p:cNvPr>
          <p:cNvSpPr/>
          <p:nvPr/>
        </p:nvSpPr>
        <p:spPr>
          <a:xfrm>
            <a:off x="5664200" y="5895975"/>
            <a:ext cx="46038" cy="4445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11" name="Oval 310">
            <a:extLst>
              <a:ext uri="{FF2B5EF4-FFF2-40B4-BE49-F238E27FC236}">
                <a16:creationId xmlns:a16="http://schemas.microsoft.com/office/drawing/2014/main" id="{0FCCB5AD-8878-4E15-B5A8-2AF12C2908DD}"/>
              </a:ext>
            </a:extLst>
          </p:cNvPr>
          <p:cNvSpPr/>
          <p:nvPr/>
        </p:nvSpPr>
        <p:spPr>
          <a:xfrm>
            <a:off x="5786438" y="5895975"/>
            <a:ext cx="46037" cy="4445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12" name="Oval 311">
            <a:extLst>
              <a:ext uri="{FF2B5EF4-FFF2-40B4-BE49-F238E27FC236}">
                <a16:creationId xmlns:a16="http://schemas.microsoft.com/office/drawing/2014/main" id="{ADFE9E42-1FAD-4304-8976-0410957E7EE4}"/>
              </a:ext>
            </a:extLst>
          </p:cNvPr>
          <p:cNvSpPr/>
          <p:nvPr/>
        </p:nvSpPr>
        <p:spPr>
          <a:xfrm>
            <a:off x="5900738" y="5895975"/>
            <a:ext cx="46037" cy="4445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grpSp>
        <p:nvGrpSpPr>
          <p:cNvPr id="11290" name="Group 149">
            <a:extLst>
              <a:ext uri="{FF2B5EF4-FFF2-40B4-BE49-F238E27FC236}">
                <a16:creationId xmlns:a16="http://schemas.microsoft.com/office/drawing/2014/main" id="{4800A738-B1CE-426B-9BAA-0FC057F51D83}"/>
              </a:ext>
            </a:extLst>
          </p:cNvPr>
          <p:cNvGrpSpPr>
            <a:grpSpLocks/>
          </p:cNvGrpSpPr>
          <p:nvPr/>
        </p:nvGrpSpPr>
        <p:grpSpPr bwMode="auto">
          <a:xfrm>
            <a:off x="4025900" y="5305425"/>
            <a:ext cx="1485900" cy="1162050"/>
            <a:chOff x="228600" y="1123890"/>
            <a:chExt cx="1485900" cy="1162110"/>
          </a:xfrm>
        </p:grpSpPr>
        <p:cxnSp>
          <p:nvCxnSpPr>
            <p:cNvPr id="321" name="Straight Connector 320">
              <a:extLst>
                <a:ext uri="{FF2B5EF4-FFF2-40B4-BE49-F238E27FC236}">
                  <a16:creationId xmlns:a16="http://schemas.microsoft.com/office/drawing/2014/main" id="{9B308EB2-B540-4726-A7EC-62B83E415728}"/>
                </a:ext>
              </a:extLst>
            </p:cNvPr>
            <p:cNvCxnSpPr/>
            <p:nvPr/>
          </p:nvCxnSpPr>
          <p:spPr>
            <a:xfrm>
              <a:off x="228600" y="1409655"/>
              <a:ext cx="4953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30" name="TextBox 321">
              <a:extLst>
                <a:ext uri="{FF2B5EF4-FFF2-40B4-BE49-F238E27FC236}">
                  <a16:creationId xmlns:a16="http://schemas.microsoft.com/office/drawing/2014/main" id="{BB4F6077-E950-4ED6-8007-B8B67E088B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" y="1447757"/>
              <a:ext cx="1030288" cy="336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600"/>
                <a:t>8-bit ALU</a:t>
              </a:r>
            </a:p>
          </p:txBody>
        </p:sp>
        <p:cxnSp>
          <p:nvCxnSpPr>
            <p:cNvPr id="323" name="Straight Connector 322">
              <a:extLst>
                <a:ext uri="{FF2B5EF4-FFF2-40B4-BE49-F238E27FC236}">
                  <a16:creationId xmlns:a16="http://schemas.microsoft.com/office/drawing/2014/main" id="{0C2A7089-B208-40E4-BEDA-0C44B24AA52B}"/>
                </a:ext>
              </a:extLst>
            </p:cNvPr>
            <p:cNvCxnSpPr/>
            <p:nvPr/>
          </p:nvCxnSpPr>
          <p:spPr>
            <a:xfrm>
              <a:off x="1181100" y="1409655"/>
              <a:ext cx="4953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5194BF15-F4FE-41DC-963C-04FED59D4B67}"/>
                </a:ext>
              </a:extLst>
            </p:cNvPr>
            <p:cNvCxnSpPr/>
            <p:nvPr/>
          </p:nvCxnSpPr>
          <p:spPr>
            <a:xfrm>
              <a:off x="723900" y="1866878"/>
              <a:ext cx="4953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324">
              <a:extLst>
                <a:ext uri="{FF2B5EF4-FFF2-40B4-BE49-F238E27FC236}">
                  <a16:creationId xmlns:a16="http://schemas.microsoft.com/office/drawing/2014/main" id="{217F0EEE-5AF7-4199-86F1-41F795DE6B63}"/>
                </a:ext>
              </a:extLst>
            </p:cNvPr>
            <p:cNvCxnSpPr/>
            <p:nvPr/>
          </p:nvCxnSpPr>
          <p:spPr>
            <a:xfrm>
              <a:off x="228600" y="1409655"/>
              <a:ext cx="495300" cy="45722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325">
              <a:extLst>
                <a:ext uri="{FF2B5EF4-FFF2-40B4-BE49-F238E27FC236}">
                  <a16:creationId xmlns:a16="http://schemas.microsoft.com/office/drawing/2014/main" id="{99268A89-A113-46B0-9B7B-45D986153C4A}"/>
                </a:ext>
              </a:extLst>
            </p:cNvPr>
            <p:cNvCxnSpPr/>
            <p:nvPr/>
          </p:nvCxnSpPr>
          <p:spPr>
            <a:xfrm rot="5400000">
              <a:off x="1219188" y="1409667"/>
              <a:ext cx="457224" cy="4572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64839797-BAA2-448F-A629-81E2C850FF50}"/>
                </a:ext>
              </a:extLst>
            </p:cNvPr>
            <p:cNvCxnSpPr/>
            <p:nvPr/>
          </p:nvCxnSpPr>
          <p:spPr>
            <a:xfrm>
              <a:off x="723900" y="1409655"/>
              <a:ext cx="228600" cy="15240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>
              <a:extLst>
                <a:ext uri="{FF2B5EF4-FFF2-40B4-BE49-F238E27FC236}">
                  <a16:creationId xmlns:a16="http://schemas.microsoft.com/office/drawing/2014/main" id="{F714A4E8-6B58-447E-A772-A4DD67909188}"/>
                </a:ext>
              </a:extLst>
            </p:cNvPr>
            <p:cNvCxnSpPr/>
            <p:nvPr/>
          </p:nvCxnSpPr>
          <p:spPr>
            <a:xfrm rot="10800000" flipV="1">
              <a:off x="990600" y="1409655"/>
              <a:ext cx="190500" cy="15240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9" name="Rectangle 328">
              <a:extLst>
                <a:ext uri="{FF2B5EF4-FFF2-40B4-BE49-F238E27FC236}">
                  <a16:creationId xmlns:a16="http://schemas.microsoft.com/office/drawing/2014/main" id="{2009803B-4CA8-4880-9ABF-66A76F3AE125}"/>
                </a:ext>
              </a:extLst>
            </p:cNvPr>
            <p:cNvSpPr/>
            <p:nvPr/>
          </p:nvSpPr>
          <p:spPr>
            <a:xfrm>
              <a:off x="495300" y="1981184"/>
              <a:ext cx="914400" cy="1905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defRPr/>
              </a:pPr>
              <a:r>
                <a:rPr lang="en-US" sz="1800" dirty="0" err="1">
                  <a:solidFill>
                    <a:schemeClr val="tx1"/>
                  </a:solidFill>
                </a:rPr>
                <a:t>Reg</a:t>
              </a:r>
              <a:r>
                <a:rPr lang="en-US" sz="1800" dirty="0">
                  <a:solidFill>
                    <a:schemeClr val="tx1"/>
                  </a:solidFill>
                </a:rPr>
                <a:t> file</a:t>
              </a:r>
            </a:p>
          </p:txBody>
        </p:sp>
        <p:sp>
          <p:nvSpPr>
            <p:cNvPr id="11338" name="TextBox 329">
              <a:extLst>
                <a:ext uri="{FF2B5EF4-FFF2-40B4-BE49-F238E27FC236}">
                  <a16:creationId xmlns:a16="http://schemas.microsoft.com/office/drawing/2014/main" id="{0E3B8C70-6EBF-491F-B867-152092D657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250" y="1123890"/>
              <a:ext cx="488950" cy="3667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800"/>
                <a:t>PE</a:t>
              </a:r>
            </a:p>
          </p:txBody>
        </p:sp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51B9D775-C606-4D5D-9F88-EEFD1034CAEA}"/>
                </a:ext>
              </a:extLst>
            </p:cNvPr>
            <p:cNvSpPr/>
            <p:nvPr/>
          </p:nvSpPr>
          <p:spPr>
            <a:xfrm>
              <a:off x="228600" y="1181043"/>
              <a:ext cx="1485900" cy="110495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defRPr/>
              </a:pPr>
              <a:endParaRPr lang="en-US" altLang="en-US" sz="2000">
                <a:solidFill>
                  <a:srgbClr val="FFFFFF"/>
                </a:solidFill>
              </a:endParaRPr>
            </a:p>
          </p:txBody>
        </p:sp>
      </p:grpSp>
      <p:cxnSp>
        <p:nvCxnSpPr>
          <p:cNvPr id="316" name="Straight Arrow Connector 315">
            <a:extLst>
              <a:ext uri="{FF2B5EF4-FFF2-40B4-BE49-F238E27FC236}">
                <a16:creationId xmlns:a16="http://schemas.microsoft.com/office/drawing/2014/main" id="{28CA846B-BE99-4782-8EC8-28C0E84AEBA1}"/>
              </a:ext>
            </a:extLst>
          </p:cNvPr>
          <p:cNvCxnSpPr/>
          <p:nvPr/>
        </p:nvCxnSpPr>
        <p:spPr>
          <a:xfrm rot="5400000">
            <a:off x="4675187" y="6580188"/>
            <a:ext cx="227013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C14589B6-CCA2-4E1E-8B8C-151DD8A935A7}"/>
              </a:ext>
            </a:extLst>
          </p:cNvPr>
          <p:cNvCxnSpPr/>
          <p:nvPr/>
        </p:nvCxnSpPr>
        <p:spPr>
          <a:xfrm>
            <a:off x="4368800" y="6696075"/>
            <a:ext cx="1219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Arrow Connector 317">
            <a:extLst>
              <a:ext uri="{FF2B5EF4-FFF2-40B4-BE49-F238E27FC236}">
                <a16:creationId xmlns:a16="http://schemas.microsoft.com/office/drawing/2014/main" id="{C17A2833-C8B4-40FD-B21D-FB07012EC086}"/>
              </a:ext>
            </a:extLst>
          </p:cNvPr>
          <p:cNvCxnSpPr/>
          <p:nvPr/>
        </p:nvCxnSpPr>
        <p:spPr>
          <a:xfrm rot="5400000" flipH="1" flipV="1">
            <a:off x="4813301" y="5921375"/>
            <a:ext cx="1547812" cy="1587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294" name="Group 149">
            <a:extLst>
              <a:ext uri="{FF2B5EF4-FFF2-40B4-BE49-F238E27FC236}">
                <a16:creationId xmlns:a16="http://schemas.microsoft.com/office/drawing/2014/main" id="{557E324D-5969-4638-9B78-C67E8B0DE06D}"/>
              </a:ext>
            </a:extLst>
          </p:cNvPr>
          <p:cNvGrpSpPr>
            <a:grpSpLocks/>
          </p:cNvGrpSpPr>
          <p:nvPr/>
        </p:nvGrpSpPr>
        <p:grpSpPr bwMode="auto">
          <a:xfrm>
            <a:off x="2349500" y="5305425"/>
            <a:ext cx="1485900" cy="1162050"/>
            <a:chOff x="228600" y="1123890"/>
            <a:chExt cx="1485900" cy="1162110"/>
          </a:xfrm>
        </p:grpSpPr>
        <p:cxnSp>
          <p:nvCxnSpPr>
            <p:cNvPr id="339" name="Straight Connector 338">
              <a:extLst>
                <a:ext uri="{FF2B5EF4-FFF2-40B4-BE49-F238E27FC236}">
                  <a16:creationId xmlns:a16="http://schemas.microsoft.com/office/drawing/2014/main" id="{E8CC75B0-8CF5-4193-AEA8-299385C0404E}"/>
                </a:ext>
              </a:extLst>
            </p:cNvPr>
            <p:cNvCxnSpPr/>
            <p:nvPr/>
          </p:nvCxnSpPr>
          <p:spPr>
            <a:xfrm>
              <a:off x="228600" y="1409655"/>
              <a:ext cx="4953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19" name="TextBox 339">
              <a:extLst>
                <a:ext uri="{FF2B5EF4-FFF2-40B4-BE49-F238E27FC236}">
                  <a16:creationId xmlns:a16="http://schemas.microsoft.com/office/drawing/2014/main" id="{8C820269-3FB9-4818-93FD-71C8981F7F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" y="1447757"/>
              <a:ext cx="1030288" cy="336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600"/>
                <a:t>8-bit ALU</a:t>
              </a:r>
            </a:p>
          </p:txBody>
        </p:sp>
        <p:cxnSp>
          <p:nvCxnSpPr>
            <p:cNvPr id="341" name="Straight Connector 340">
              <a:extLst>
                <a:ext uri="{FF2B5EF4-FFF2-40B4-BE49-F238E27FC236}">
                  <a16:creationId xmlns:a16="http://schemas.microsoft.com/office/drawing/2014/main" id="{FED23710-A2E3-4056-B98A-09A64F19A4D7}"/>
                </a:ext>
              </a:extLst>
            </p:cNvPr>
            <p:cNvCxnSpPr/>
            <p:nvPr/>
          </p:nvCxnSpPr>
          <p:spPr>
            <a:xfrm>
              <a:off x="1181100" y="1409655"/>
              <a:ext cx="4953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341">
              <a:extLst>
                <a:ext uri="{FF2B5EF4-FFF2-40B4-BE49-F238E27FC236}">
                  <a16:creationId xmlns:a16="http://schemas.microsoft.com/office/drawing/2014/main" id="{E0D4A61D-4943-47A2-8210-D94E74ED85EF}"/>
                </a:ext>
              </a:extLst>
            </p:cNvPr>
            <p:cNvCxnSpPr/>
            <p:nvPr/>
          </p:nvCxnSpPr>
          <p:spPr>
            <a:xfrm>
              <a:off x="723900" y="1866878"/>
              <a:ext cx="4953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342">
              <a:extLst>
                <a:ext uri="{FF2B5EF4-FFF2-40B4-BE49-F238E27FC236}">
                  <a16:creationId xmlns:a16="http://schemas.microsoft.com/office/drawing/2014/main" id="{3D03B27F-FDAA-42D9-A345-8193795CE462}"/>
                </a:ext>
              </a:extLst>
            </p:cNvPr>
            <p:cNvCxnSpPr/>
            <p:nvPr/>
          </p:nvCxnSpPr>
          <p:spPr>
            <a:xfrm>
              <a:off x="228600" y="1409655"/>
              <a:ext cx="495300" cy="45722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>
              <a:extLst>
                <a:ext uri="{FF2B5EF4-FFF2-40B4-BE49-F238E27FC236}">
                  <a16:creationId xmlns:a16="http://schemas.microsoft.com/office/drawing/2014/main" id="{AA67A122-8003-44EF-9C33-93BAF1148922}"/>
                </a:ext>
              </a:extLst>
            </p:cNvPr>
            <p:cNvCxnSpPr/>
            <p:nvPr/>
          </p:nvCxnSpPr>
          <p:spPr>
            <a:xfrm rot="5400000">
              <a:off x="1219188" y="1409667"/>
              <a:ext cx="457224" cy="4572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Connector 344">
              <a:extLst>
                <a:ext uri="{FF2B5EF4-FFF2-40B4-BE49-F238E27FC236}">
                  <a16:creationId xmlns:a16="http://schemas.microsoft.com/office/drawing/2014/main" id="{A4E5F83A-288E-4F07-9C9A-C3C84AD149AE}"/>
                </a:ext>
              </a:extLst>
            </p:cNvPr>
            <p:cNvCxnSpPr/>
            <p:nvPr/>
          </p:nvCxnSpPr>
          <p:spPr>
            <a:xfrm>
              <a:off x="723900" y="1409655"/>
              <a:ext cx="228600" cy="15240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Connector 345">
              <a:extLst>
                <a:ext uri="{FF2B5EF4-FFF2-40B4-BE49-F238E27FC236}">
                  <a16:creationId xmlns:a16="http://schemas.microsoft.com/office/drawing/2014/main" id="{C8E777D7-3730-4399-91C8-D01F385D719D}"/>
                </a:ext>
              </a:extLst>
            </p:cNvPr>
            <p:cNvCxnSpPr/>
            <p:nvPr/>
          </p:nvCxnSpPr>
          <p:spPr>
            <a:xfrm rot="10800000" flipV="1">
              <a:off x="990600" y="1409655"/>
              <a:ext cx="190500" cy="15240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7" name="Rectangle 346">
              <a:extLst>
                <a:ext uri="{FF2B5EF4-FFF2-40B4-BE49-F238E27FC236}">
                  <a16:creationId xmlns:a16="http://schemas.microsoft.com/office/drawing/2014/main" id="{4724EF0B-AC79-4B44-B92B-82F24E6E08DB}"/>
                </a:ext>
              </a:extLst>
            </p:cNvPr>
            <p:cNvSpPr/>
            <p:nvPr/>
          </p:nvSpPr>
          <p:spPr>
            <a:xfrm>
              <a:off x="495300" y="1981184"/>
              <a:ext cx="914400" cy="1905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defRPr/>
              </a:pPr>
              <a:r>
                <a:rPr lang="en-US" sz="1800" dirty="0" err="1">
                  <a:solidFill>
                    <a:schemeClr val="tx1"/>
                  </a:solidFill>
                </a:rPr>
                <a:t>Reg</a:t>
              </a:r>
              <a:r>
                <a:rPr lang="en-US" sz="1800" dirty="0">
                  <a:solidFill>
                    <a:schemeClr val="tx1"/>
                  </a:solidFill>
                </a:rPr>
                <a:t> file</a:t>
              </a:r>
            </a:p>
          </p:txBody>
        </p:sp>
        <p:sp>
          <p:nvSpPr>
            <p:cNvPr id="11327" name="TextBox 347">
              <a:extLst>
                <a:ext uri="{FF2B5EF4-FFF2-40B4-BE49-F238E27FC236}">
                  <a16:creationId xmlns:a16="http://schemas.microsoft.com/office/drawing/2014/main" id="{DE2EAA42-8BC4-4B0E-A15A-82753FDFCE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250" y="1123890"/>
              <a:ext cx="488950" cy="3667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800"/>
                <a:t>PE</a:t>
              </a:r>
            </a:p>
          </p:txBody>
        </p:sp>
        <p:sp>
          <p:nvSpPr>
            <p:cNvPr id="349" name="Rectangle 348">
              <a:extLst>
                <a:ext uri="{FF2B5EF4-FFF2-40B4-BE49-F238E27FC236}">
                  <a16:creationId xmlns:a16="http://schemas.microsoft.com/office/drawing/2014/main" id="{EA5FD1E2-B4C0-4E59-BD35-97F41C3046CB}"/>
                </a:ext>
              </a:extLst>
            </p:cNvPr>
            <p:cNvSpPr/>
            <p:nvPr/>
          </p:nvSpPr>
          <p:spPr>
            <a:xfrm>
              <a:off x="228600" y="1181043"/>
              <a:ext cx="1485900" cy="110495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defRPr/>
              </a:pPr>
              <a:endParaRPr lang="en-US" altLang="en-US" sz="2000">
                <a:solidFill>
                  <a:srgbClr val="FFFFFF"/>
                </a:solidFill>
              </a:endParaRPr>
            </a:p>
          </p:txBody>
        </p:sp>
      </p:grpSp>
      <p:cxnSp>
        <p:nvCxnSpPr>
          <p:cNvPr id="334" name="Straight Arrow Connector 333">
            <a:extLst>
              <a:ext uri="{FF2B5EF4-FFF2-40B4-BE49-F238E27FC236}">
                <a16:creationId xmlns:a16="http://schemas.microsoft.com/office/drawing/2014/main" id="{20244FF3-32DD-4186-9A6E-13C1387DA173}"/>
              </a:ext>
            </a:extLst>
          </p:cNvPr>
          <p:cNvCxnSpPr/>
          <p:nvPr/>
        </p:nvCxnSpPr>
        <p:spPr>
          <a:xfrm rot="5400000">
            <a:off x="2998787" y="6580188"/>
            <a:ext cx="227013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E062E845-8FD3-42E9-8CB3-A4C32A90E3B2}"/>
              </a:ext>
            </a:extLst>
          </p:cNvPr>
          <p:cNvCxnSpPr/>
          <p:nvPr/>
        </p:nvCxnSpPr>
        <p:spPr>
          <a:xfrm>
            <a:off x="2692400" y="6696075"/>
            <a:ext cx="1219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Straight Arrow Connector 335">
            <a:extLst>
              <a:ext uri="{FF2B5EF4-FFF2-40B4-BE49-F238E27FC236}">
                <a16:creationId xmlns:a16="http://schemas.microsoft.com/office/drawing/2014/main" id="{06B9BEE8-A776-4AC4-AFE1-689143D519DB}"/>
              </a:ext>
            </a:extLst>
          </p:cNvPr>
          <p:cNvCxnSpPr/>
          <p:nvPr/>
        </p:nvCxnSpPr>
        <p:spPr>
          <a:xfrm rot="5400000" flipH="1" flipV="1">
            <a:off x="3136901" y="5921375"/>
            <a:ext cx="1547812" cy="1587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298" name="Group 149">
            <a:extLst>
              <a:ext uri="{FF2B5EF4-FFF2-40B4-BE49-F238E27FC236}">
                <a16:creationId xmlns:a16="http://schemas.microsoft.com/office/drawing/2014/main" id="{75638DF5-470D-4F60-A610-CCDE885BF2D8}"/>
              </a:ext>
            </a:extLst>
          </p:cNvPr>
          <p:cNvGrpSpPr>
            <a:grpSpLocks/>
          </p:cNvGrpSpPr>
          <p:nvPr/>
        </p:nvGrpSpPr>
        <p:grpSpPr bwMode="auto">
          <a:xfrm>
            <a:off x="6007100" y="5305425"/>
            <a:ext cx="1485900" cy="1162050"/>
            <a:chOff x="228600" y="1123890"/>
            <a:chExt cx="1485900" cy="1162110"/>
          </a:xfrm>
        </p:grpSpPr>
        <p:cxnSp>
          <p:nvCxnSpPr>
            <p:cNvPr id="357" name="Straight Connector 356">
              <a:extLst>
                <a:ext uri="{FF2B5EF4-FFF2-40B4-BE49-F238E27FC236}">
                  <a16:creationId xmlns:a16="http://schemas.microsoft.com/office/drawing/2014/main" id="{E5E09925-7F42-4CBE-B532-037831838EB6}"/>
                </a:ext>
              </a:extLst>
            </p:cNvPr>
            <p:cNvCxnSpPr/>
            <p:nvPr/>
          </p:nvCxnSpPr>
          <p:spPr>
            <a:xfrm>
              <a:off x="228600" y="1409655"/>
              <a:ext cx="4953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08" name="TextBox 357">
              <a:extLst>
                <a:ext uri="{FF2B5EF4-FFF2-40B4-BE49-F238E27FC236}">
                  <a16:creationId xmlns:a16="http://schemas.microsoft.com/office/drawing/2014/main" id="{A77CB5AB-925E-4AA1-81DB-7DC998268C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" y="1447757"/>
              <a:ext cx="1030288" cy="336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600"/>
                <a:t>8-bit ALU</a:t>
              </a:r>
            </a:p>
          </p:txBody>
        </p:sp>
        <p:cxnSp>
          <p:nvCxnSpPr>
            <p:cNvPr id="359" name="Straight Connector 358">
              <a:extLst>
                <a:ext uri="{FF2B5EF4-FFF2-40B4-BE49-F238E27FC236}">
                  <a16:creationId xmlns:a16="http://schemas.microsoft.com/office/drawing/2014/main" id="{B1EAF462-6ED4-4389-BB1E-D294CEB711B2}"/>
                </a:ext>
              </a:extLst>
            </p:cNvPr>
            <p:cNvCxnSpPr/>
            <p:nvPr/>
          </p:nvCxnSpPr>
          <p:spPr>
            <a:xfrm>
              <a:off x="1181100" y="1409655"/>
              <a:ext cx="4953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359">
              <a:extLst>
                <a:ext uri="{FF2B5EF4-FFF2-40B4-BE49-F238E27FC236}">
                  <a16:creationId xmlns:a16="http://schemas.microsoft.com/office/drawing/2014/main" id="{D798BFB9-6B92-4941-962B-1CA17122C773}"/>
                </a:ext>
              </a:extLst>
            </p:cNvPr>
            <p:cNvCxnSpPr/>
            <p:nvPr/>
          </p:nvCxnSpPr>
          <p:spPr>
            <a:xfrm>
              <a:off x="723900" y="1866878"/>
              <a:ext cx="49530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360">
              <a:extLst>
                <a:ext uri="{FF2B5EF4-FFF2-40B4-BE49-F238E27FC236}">
                  <a16:creationId xmlns:a16="http://schemas.microsoft.com/office/drawing/2014/main" id="{0E75FCD2-F561-4172-B170-7FCCEAF6DC90}"/>
                </a:ext>
              </a:extLst>
            </p:cNvPr>
            <p:cNvCxnSpPr/>
            <p:nvPr/>
          </p:nvCxnSpPr>
          <p:spPr>
            <a:xfrm>
              <a:off x="228600" y="1409655"/>
              <a:ext cx="495300" cy="45722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3C92FE6D-86E7-4F3F-858B-32BD314D1695}"/>
                </a:ext>
              </a:extLst>
            </p:cNvPr>
            <p:cNvCxnSpPr/>
            <p:nvPr/>
          </p:nvCxnSpPr>
          <p:spPr>
            <a:xfrm rot="5400000">
              <a:off x="1219188" y="1409667"/>
              <a:ext cx="457224" cy="4572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Straight Connector 362">
              <a:extLst>
                <a:ext uri="{FF2B5EF4-FFF2-40B4-BE49-F238E27FC236}">
                  <a16:creationId xmlns:a16="http://schemas.microsoft.com/office/drawing/2014/main" id="{1C1CB87F-B632-4A6E-BFA8-05522DD839FB}"/>
                </a:ext>
              </a:extLst>
            </p:cNvPr>
            <p:cNvCxnSpPr/>
            <p:nvPr/>
          </p:nvCxnSpPr>
          <p:spPr>
            <a:xfrm>
              <a:off x="723900" y="1409655"/>
              <a:ext cx="228600" cy="15240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363">
              <a:extLst>
                <a:ext uri="{FF2B5EF4-FFF2-40B4-BE49-F238E27FC236}">
                  <a16:creationId xmlns:a16="http://schemas.microsoft.com/office/drawing/2014/main" id="{966D8CCE-6385-44FF-84DC-FAA05C458885}"/>
                </a:ext>
              </a:extLst>
            </p:cNvPr>
            <p:cNvCxnSpPr/>
            <p:nvPr/>
          </p:nvCxnSpPr>
          <p:spPr>
            <a:xfrm rot="10800000" flipV="1">
              <a:off x="990600" y="1409655"/>
              <a:ext cx="190500" cy="15240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5" name="Rectangle 364">
              <a:extLst>
                <a:ext uri="{FF2B5EF4-FFF2-40B4-BE49-F238E27FC236}">
                  <a16:creationId xmlns:a16="http://schemas.microsoft.com/office/drawing/2014/main" id="{AFEF077D-D2C7-48BD-9748-690BE29C2BBE}"/>
                </a:ext>
              </a:extLst>
            </p:cNvPr>
            <p:cNvSpPr/>
            <p:nvPr/>
          </p:nvSpPr>
          <p:spPr>
            <a:xfrm>
              <a:off x="495300" y="1981184"/>
              <a:ext cx="914400" cy="1905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anchor="ctr"/>
            <a:lstStyle/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defRPr/>
              </a:pPr>
              <a:r>
                <a:rPr lang="en-US" sz="1800" dirty="0" err="1">
                  <a:solidFill>
                    <a:schemeClr val="tx1"/>
                  </a:solidFill>
                </a:rPr>
                <a:t>Reg</a:t>
              </a:r>
              <a:r>
                <a:rPr lang="en-US" sz="1800" dirty="0">
                  <a:solidFill>
                    <a:schemeClr val="tx1"/>
                  </a:solidFill>
                </a:rPr>
                <a:t> file</a:t>
              </a:r>
            </a:p>
          </p:txBody>
        </p:sp>
        <p:sp>
          <p:nvSpPr>
            <p:cNvPr id="11316" name="TextBox 365">
              <a:extLst>
                <a:ext uri="{FF2B5EF4-FFF2-40B4-BE49-F238E27FC236}">
                  <a16:creationId xmlns:a16="http://schemas.microsoft.com/office/drawing/2014/main" id="{9ED98ABB-359E-46A8-AE8E-F10BE47AC0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250" y="1123890"/>
              <a:ext cx="488950" cy="3667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800"/>
                <a:t>PE</a:t>
              </a:r>
            </a:p>
          </p:txBody>
        </p:sp>
        <p:sp>
          <p:nvSpPr>
            <p:cNvPr id="367" name="Rectangle 366">
              <a:extLst>
                <a:ext uri="{FF2B5EF4-FFF2-40B4-BE49-F238E27FC236}">
                  <a16:creationId xmlns:a16="http://schemas.microsoft.com/office/drawing/2014/main" id="{02086725-B655-4C5D-B600-EB102D910CE7}"/>
                </a:ext>
              </a:extLst>
            </p:cNvPr>
            <p:cNvSpPr/>
            <p:nvPr/>
          </p:nvSpPr>
          <p:spPr>
            <a:xfrm>
              <a:off x="228600" y="1181043"/>
              <a:ext cx="1485900" cy="110495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defRPr/>
              </a:pPr>
              <a:endParaRPr lang="en-US" altLang="en-US" sz="2000">
                <a:solidFill>
                  <a:srgbClr val="FFFFFF"/>
                </a:solidFill>
              </a:endParaRPr>
            </a:p>
          </p:txBody>
        </p:sp>
      </p:grpSp>
      <p:cxnSp>
        <p:nvCxnSpPr>
          <p:cNvPr id="352" name="Straight Arrow Connector 351">
            <a:extLst>
              <a:ext uri="{FF2B5EF4-FFF2-40B4-BE49-F238E27FC236}">
                <a16:creationId xmlns:a16="http://schemas.microsoft.com/office/drawing/2014/main" id="{B74EE5C1-2806-48F5-BA3E-BA003ECD0FFD}"/>
              </a:ext>
            </a:extLst>
          </p:cNvPr>
          <p:cNvCxnSpPr/>
          <p:nvPr/>
        </p:nvCxnSpPr>
        <p:spPr>
          <a:xfrm rot="5400000">
            <a:off x="6656387" y="6580188"/>
            <a:ext cx="227013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Straight Connector 352">
            <a:extLst>
              <a:ext uri="{FF2B5EF4-FFF2-40B4-BE49-F238E27FC236}">
                <a16:creationId xmlns:a16="http://schemas.microsoft.com/office/drawing/2014/main" id="{96AC8D1C-EA2B-4972-B0AD-FD4F16E64572}"/>
              </a:ext>
            </a:extLst>
          </p:cNvPr>
          <p:cNvCxnSpPr/>
          <p:nvPr/>
        </p:nvCxnSpPr>
        <p:spPr>
          <a:xfrm>
            <a:off x="6350000" y="6696075"/>
            <a:ext cx="1219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Straight Arrow Connector 353">
            <a:extLst>
              <a:ext uri="{FF2B5EF4-FFF2-40B4-BE49-F238E27FC236}">
                <a16:creationId xmlns:a16="http://schemas.microsoft.com/office/drawing/2014/main" id="{3B0EA090-D180-4059-BCA3-F67B363FBDB0}"/>
              </a:ext>
            </a:extLst>
          </p:cNvPr>
          <p:cNvCxnSpPr/>
          <p:nvPr/>
        </p:nvCxnSpPr>
        <p:spPr>
          <a:xfrm rot="5400000" flipH="1" flipV="1">
            <a:off x="6794501" y="5921375"/>
            <a:ext cx="1547812" cy="1587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Connector 386">
            <a:extLst>
              <a:ext uri="{FF2B5EF4-FFF2-40B4-BE49-F238E27FC236}">
                <a16:creationId xmlns:a16="http://schemas.microsoft.com/office/drawing/2014/main" id="{E28B6359-1D13-42B3-9326-680BDA63A007}"/>
              </a:ext>
            </a:extLst>
          </p:cNvPr>
          <p:cNvCxnSpPr/>
          <p:nvPr/>
        </p:nvCxnSpPr>
        <p:spPr>
          <a:xfrm rot="5400000">
            <a:off x="-260350" y="3651250"/>
            <a:ext cx="4572000" cy="381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Straight Connector 389">
            <a:extLst>
              <a:ext uri="{FF2B5EF4-FFF2-40B4-BE49-F238E27FC236}">
                <a16:creationId xmlns:a16="http://schemas.microsoft.com/office/drawing/2014/main" id="{3794E7BC-8113-4179-8B3C-A9EB15561D77}"/>
              </a:ext>
            </a:extLst>
          </p:cNvPr>
          <p:cNvCxnSpPr/>
          <p:nvPr/>
        </p:nvCxnSpPr>
        <p:spPr>
          <a:xfrm>
            <a:off x="2044700" y="1651000"/>
            <a:ext cx="381000" cy="0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Connector 392">
            <a:extLst>
              <a:ext uri="{FF2B5EF4-FFF2-40B4-BE49-F238E27FC236}">
                <a16:creationId xmlns:a16="http://schemas.microsoft.com/office/drawing/2014/main" id="{97006F92-F6F1-42B2-B1A6-3930BF86BEE7}"/>
              </a:ext>
            </a:extLst>
          </p:cNvPr>
          <p:cNvCxnSpPr/>
          <p:nvPr/>
        </p:nvCxnSpPr>
        <p:spPr>
          <a:xfrm>
            <a:off x="2006600" y="3746500"/>
            <a:ext cx="381000" cy="0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Straight Connector 393">
            <a:extLst>
              <a:ext uri="{FF2B5EF4-FFF2-40B4-BE49-F238E27FC236}">
                <a16:creationId xmlns:a16="http://schemas.microsoft.com/office/drawing/2014/main" id="{1A67204D-7399-48E0-9FBC-3AA32D099CA5}"/>
              </a:ext>
            </a:extLst>
          </p:cNvPr>
          <p:cNvCxnSpPr/>
          <p:nvPr/>
        </p:nvCxnSpPr>
        <p:spPr>
          <a:xfrm>
            <a:off x="2006600" y="5765800"/>
            <a:ext cx="381000" cy="0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06" name="TextBox 394">
            <a:extLst>
              <a:ext uri="{FF2B5EF4-FFF2-40B4-BE49-F238E27FC236}">
                <a16:creationId xmlns:a16="http://schemas.microsoft.com/office/drawing/2014/main" id="{7D4C44F1-80DF-4811-9F72-963F63C3E087}"/>
              </a:ext>
            </a:extLst>
          </p:cNvPr>
          <p:cNvSpPr txBox="1">
            <a:spLocks noChangeArrowheads="1"/>
          </p:cNvSpPr>
          <p:nvPr/>
        </p:nvSpPr>
        <p:spPr bwMode="auto">
          <a:xfrm rot="5400000">
            <a:off x="1089819" y="3409156"/>
            <a:ext cx="13985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Global bus</a:t>
            </a:r>
          </a:p>
        </p:txBody>
      </p:sp>
      <p:sp>
        <p:nvSpPr>
          <p:cNvPr id="178" name="Slide Number Placeholder 15">
            <a:extLst>
              <a:ext uri="{FF2B5EF4-FFF2-40B4-BE49-F238E27FC236}">
                <a16:creationId xmlns:a16="http://schemas.microsoft.com/office/drawing/2014/main" id="{338267DE-D3CF-4372-976D-45E04010D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7958"/>
            <a:ext cx="1905000" cy="35719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0812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2">
            <a:extLst>
              <a:ext uri="{FF2B5EF4-FFF2-40B4-BE49-F238E27FC236}">
                <a16:creationId xmlns:a16="http://schemas.microsoft.com/office/drawing/2014/main" id="{47BF6CF5-E836-441C-83FC-AE29AF0017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260648"/>
            <a:ext cx="76962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nl-NL" sz="3200" b="1" dirty="0">
                <a:solidFill>
                  <a:srgbClr val="CC0066"/>
                </a:solidFill>
                <a:latin typeface="+mn-lt"/>
              </a:rPr>
              <a:t>Reconfigurable Architectures</a:t>
            </a:r>
          </a:p>
        </p:txBody>
      </p:sp>
      <p:sp>
        <p:nvSpPr>
          <p:cNvPr id="12293" name="Rectangle 3">
            <a:extLst>
              <a:ext uri="{FF2B5EF4-FFF2-40B4-BE49-F238E27FC236}">
                <a16:creationId xmlns:a16="http://schemas.microsoft.com/office/drawing/2014/main" id="{A11A4FCC-AD41-44FF-B043-465142331C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1725" y="1123950"/>
            <a:ext cx="7696200" cy="481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342900" indent="-342900">
              <a:buClr>
                <a:srgbClr val="000066"/>
              </a:buClr>
              <a:buSzPct val="75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buSzPct val="100000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buSzPct val="100000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buSzPct val="100000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buSzPct val="100000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buSzPct val="100000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 typeface="Wingdings" panose="05000000000000000000" pitchFamily="2" charset="2"/>
              <a:buChar char="n"/>
            </a:pPr>
            <a:endParaRPr lang="en-US" altLang="nl-NL"/>
          </a:p>
          <a:p>
            <a:pPr>
              <a:buFont typeface="Wingdings" panose="05000000000000000000" pitchFamily="2" charset="2"/>
              <a:buChar char="n"/>
            </a:pPr>
            <a:r>
              <a:rPr lang="en-US" altLang="nl-NL"/>
              <a:t>Coar</a:t>
            </a:r>
            <a:r>
              <a:rPr lang="nl-NL" altLang="nl-NL"/>
              <a:t>se </a:t>
            </a:r>
            <a:r>
              <a:rPr lang="en-US" altLang="nl-NL"/>
              <a:t>Grain Reconfigurable Architectures</a:t>
            </a:r>
          </a:p>
          <a:p>
            <a:pPr>
              <a:buFont typeface="Wingdings" panose="05000000000000000000" pitchFamily="2" charset="2"/>
              <a:buChar char="n"/>
            </a:pPr>
            <a:endParaRPr lang="en-US" altLang="nl-NL"/>
          </a:p>
          <a:p>
            <a:pPr>
              <a:buClr>
                <a:srgbClr val="F81B0A"/>
              </a:buClr>
              <a:buSzPct val="150000"/>
              <a:buFont typeface="Wingdings 2" panose="05020102010507070707" pitchFamily="18" charset="2"/>
              <a:buChar char="E"/>
            </a:pPr>
            <a:r>
              <a:rPr lang="en-US" altLang="nl-NL"/>
              <a:t> FPGA Logic Blocks </a:t>
            </a:r>
            <a:endParaRPr lang="en-US" altLang="nl-NL">
              <a:solidFill>
                <a:srgbClr val="F81B0A"/>
              </a:solidFill>
            </a:endParaRPr>
          </a:p>
          <a:p>
            <a:pPr>
              <a:buClr>
                <a:srgbClr val="F81B0A"/>
              </a:buClr>
              <a:buSzPct val="150000"/>
              <a:buFont typeface="Wingdings 2" panose="05020102010507070707" pitchFamily="18" charset="2"/>
              <a:buChar char="E"/>
            </a:pPr>
            <a:endParaRPr lang="en-US" altLang="nl-NL"/>
          </a:p>
          <a:p>
            <a:pPr>
              <a:buFont typeface="Wingdings" panose="05000000000000000000" pitchFamily="2" charset="2"/>
              <a:buChar char="n"/>
            </a:pPr>
            <a:r>
              <a:rPr lang="nl-NL" altLang="nl-NL"/>
              <a:t>FPGA Interconnects</a:t>
            </a:r>
            <a:endParaRPr lang="en-US" altLang="nl-NL"/>
          </a:p>
          <a:p>
            <a:pPr>
              <a:buFont typeface="Wingdings" panose="05000000000000000000" pitchFamily="2" charset="2"/>
              <a:buChar char="n"/>
            </a:pPr>
            <a:endParaRPr lang="nl-NL" altLang="nl-NL"/>
          </a:p>
          <a:p>
            <a:pPr>
              <a:buFont typeface="Wingdings" panose="05000000000000000000" pitchFamily="2" charset="2"/>
              <a:buChar char="n"/>
            </a:pPr>
            <a:r>
              <a:rPr lang="en-US" altLang="nl-NL"/>
              <a:t>Architecture Evaluation</a:t>
            </a:r>
            <a:endParaRPr lang="nl-NL" altLang="nl-NL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5C8AABDC-68BB-43D2-9DA2-0867A0215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7958"/>
            <a:ext cx="1905000" cy="35719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6254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2">
            <a:extLst>
              <a:ext uri="{FF2B5EF4-FFF2-40B4-BE49-F238E27FC236}">
                <a16:creationId xmlns:a16="http://schemas.microsoft.com/office/drawing/2014/main" id="{7F1B5779-D505-4F91-B33C-F862FE20C8B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51520" y="45258"/>
            <a:ext cx="7772400" cy="1143000"/>
          </a:xfrm>
        </p:spPr>
        <p:txBody>
          <a:bodyPr lIns="274320" tIns="45720" rIns="274320" bIns="45720"/>
          <a:lstStyle/>
          <a:p>
            <a:pPr eaLnBrk="1" hangingPunct="1"/>
            <a:r>
              <a:rPr lang="en-US" altLang="en-US" sz="3200" b="1" kern="1200" dirty="0">
                <a:solidFill>
                  <a:srgbClr val="CC0066"/>
                </a:solidFill>
                <a:latin typeface="+mn-lt"/>
                <a:ea typeface="+mn-ea"/>
                <a:cs typeface="+mn-cs"/>
              </a:rPr>
              <a:t>FPGA Logic Blocks</a:t>
            </a:r>
          </a:p>
        </p:txBody>
      </p:sp>
      <p:grpSp>
        <p:nvGrpSpPr>
          <p:cNvPr id="2" name="Group 23">
            <a:extLst>
              <a:ext uri="{FF2B5EF4-FFF2-40B4-BE49-F238E27FC236}">
                <a16:creationId xmlns:a16="http://schemas.microsoft.com/office/drawing/2014/main" id="{D072EAA4-2DD2-45DB-9792-5613285F3430}"/>
              </a:ext>
            </a:extLst>
          </p:cNvPr>
          <p:cNvGrpSpPr>
            <a:grpSpLocks/>
          </p:cNvGrpSpPr>
          <p:nvPr/>
        </p:nvGrpSpPr>
        <p:grpSpPr bwMode="auto">
          <a:xfrm>
            <a:off x="1403350" y="1710945"/>
            <a:ext cx="5149850" cy="4124325"/>
            <a:chOff x="533" y="1434"/>
            <a:chExt cx="3244" cy="2598"/>
          </a:xfrm>
        </p:grpSpPr>
        <p:sp>
          <p:nvSpPr>
            <p:cNvPr id="13321" name="Rectangle 4">
              <a:extLst>
                <a:ext uri="{FF2B5EF4-FFF2-40B4-BE49-F238E27FC236}">
                  <a16:creationId xmlns:a16="http://schemas.microsoft.com/office/drawing/2014/main" id="{D3148D09-D6AB-43BE-95D7-5E68F16F27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" y="1434"/>
              <a:ext cx="3244" cy="259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endParaRPr lang="en-US" altLang="en-US" sz="2000"/>
            </a:p>
          </p:txBody>
        </p:sp>
        <p:sp>
          <p:nvSpPr>
            <p:cNvPr id="13322" name="Rectangle 5">
              <a:extLst>
                <a:ext uri="{FF2B5EF4-FFF2-40B4-BE49-F238E27FC236}">
                  <a16:creationId xmlns:a16="http://schemas.microsoft.com/office/drawing/2014/main" id="{C8E39FF7-0C82-4695-BC26-AF7034E4CA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3" y="1652"/>
              <a:ext cx="459" cy="435"/>
            </a:xfrm>
            <a:prstGeom prst="rect">
              <a:avLst/>
            </a:prstGeom>
            <a:solidFill>
              <a:schemeClr val="hlink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>
                  <a:solidFill>
                    <a:srgbClr val="FFFFFF"/>
                  </a:solidFill>
                </a:rPr>
                <a:t>CLB</a:t>
              </a:r>
            </a:p>
          </p:txBody>
        </p:sp>
        <p:sp>
          <p:nvSpPr>
            <p:cNvPr id="13323" name="Rectangle 6">
              <a:extLst>
                <a:ext uri="{FF2B5EF4-FFF2-40B4-BE49-F238E27FC236}">
                  <a16:creationId xmlns:a16="http://schemas.microsoft.com/office/drawing/2014/main" id="{33D1859B-D970-4E6F-84EE-C47ED9C853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0" y="1651"/>
              <a:ext cx="459" cy="435"/>
            </a:xfrm>
            <a:prstGeom prst="rect">
              <a:avLst/>
            </a:prstGeom>
            <a:solidFill>
              <a:schemeClr val="hlink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>
                  <a:solidFill>
                    <a:srgbClr val="FFFFFF"/>
                  </a:solidFill>
                </a:rPr>
                <a:t>CLB</a:t>
              </a:r>
            </a:p>
          </p:txBody>
        </p:sp>
        <p:sp>
          <p:nvSpPr>
            <p:cNvPr id="13324" name="Rectangle 7">
              <a:extLst>
                <a:ext uri="{FF2B5EF4-FFF2-40B4-BE49-F238E27FC236}">
                  <a16:creationId xmlns:a16="http://schemas.microsoft.com/office/drawing/2014/main" id="{9175F97C-EB7A-4303-8732-4D1E89B19E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1" y="1652"/>
              <a:ext cx="459" cy="435"/>
            </a:xfrm>
            <a:prstGeom prst="rect">
              <a:avLst/>
            </a:prstGeom>
            <a:solidFill>
              <a:schemeClr val="hlink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>
                  <a:solidFill>
                    <a:srgbClr val="FFFFFF"/>
                  </a:solidFill>
                </a:rPr>
                <a:t>CLB</a:t>
              </a:r>
            </a:p>
          </p:txBody>
        </p:sp>
        <p:sp>
          <p:nvSpPr>
            <p:cNvPr id="13325" name="Rectangle 8">
              <a:extLst>
                <a:ext uri="{FF2B5EF4-FFF2-40B4-BE49-F238E27FC236}">
                  <a16:creationId xmlns:a16="http://schemas.microsoft.com/office/drawing/2014/main" id="{084366BF-C3DA-44DA-8D97-34F3C3711B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3" y="1651"/>
              <a:ext cx="459" cy="435"/>
            </a:xfrm>
            <a:prstGeom prst="rect">
              <a:avLst/>
            </a:prstGeom>
            <a:solidFill>
              <a:schemeClr val="hlink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>
                  <a:solidFill>
                    <a:srgbClr val="FFFFFF"/>
                  </a:solidFill>
                </a:rPr>
                <a:t>CLB</a:t>
              </a:r>
            </a:p>
          </p:txBody>
        </p:sp>
        <p:sp>
          <p:nvSpPr>
            <p:cNvPr id="13326" name="Rectangle 9">
              <a:extLst>
                <a:ext uri="{FF2B5EF4-FFF2-40B4-BE49-F238E27FC236}">
                  <a16:creationId xmlns:a16="http://schemas.microsoft.com/office/drawing/2014/main" id="{04096A00-7EA4-4426-94BC-EA67EF830A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3" y="2234"/>
              <a:ext cx="459" cy="435"/>
            </a:xfrm>
            <a:prstGeom prst="rect">
              <a:avLst/>
            </a:prstGeom>
            <a:solidFill>
              <a:schemeClr val="hlink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>
                  <a:solidFill>
                    <a:srgbClr val="FFFFFF"/>
                  </a:solidFill>
                </a:rPr>
                <a:t>CLB</a:t>
              </a:r>
            </a:p>
          </p:txBody>
        </p:sp>
        <p:sp>
          <p:nvSpPr>
            <p:cNvPr id="13327" name="Rectangle 10">
              <a:extLst>
                <a:ext uri="{FF2B5EF4-FFF2-40B4-BE49-F238E27FC236}">
                  <a16:creationId xmlns:a16="http://schemas.microsoft.com/office/drawing/2014/main" id="{486E7D8A-E187-41FB-BBE6-6AEC67EED5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0" y="2233"/>
              <a:ext cx="459" cy="435"/>
            </a:xfrm>
            <a:prstGeom prst="rect">
              <a:avLst/>
            </a:prstGeom>
            <a:solidFill>
              <a:schemeClr val="hlink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>
                  <a:solidFill>
                    <a:srgbClr val="FFFFFF"/>
                  </a:solidFill>
                </a:rPr>
                <a:t>CLB</a:t>
              </a:r>
            </a:p>
          </p:txBody>
        </p:sp>
        <p:sp>
          <p:nvSpPr>
            <p:cNvPr id="13328" name="Rectangle 11">
              <a:extLst>
                <a:ext uri="{FF2B5EF4-FFF2-40B4-BE49-F238E27FC236}">
                  <a16:creationId xmlns:a16="http://schemas.microsoft.com/office/drawing/2014/main" id="{06196772-87E2-475A-B5D5-3D4B7BF43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1" y="2234"/>
              <a:ext cx="459" cy="435"/>
            </a:xfrm>
            <a:prstGeom prst="rect">
              <a:avLst/>
            </a:prstGeom>
            <a:solidFill>
              <a:schemeClr val="hlink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>
                  <a:solidFill>
                    <a:srgbClr val="FFFFFF"/>
                  </a:solidFill>
                </a:rPr>
                <a:t>CLB</a:t>
              </a:r>
            </a:p>
          </p:txBody>
        </p:sp>
        <p:sp>
          <p:nvSpPr>
            <p:cNvPr id="13329" name="Rectangle 12">
              <a:extLst>
                <a:ext uri="{FF2B5EF4-FFF2-40B4-BE49-F238E27FC236}">
                  <a16:creationId xmlns:a16="http://schemas.microsoft.com/office/drawing/2014/main" id="{B28D9371-C732-41B1-926C-408ECAADF4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3" y="2233"/>
              <a:ext cx="459" cy="435"/>
            </a:xfrm>
            <a:prstGeom prst="rect">
              <a:avLst/>
            </a:prstGeom>
            <a:solidFill>
              <a:schemeClr val="hlink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>
                  <a:solidFill>
                    <a:srgbClr val="FFFFFF"/>
                  </a:solidFill>
                </a:rPr>
                <a:t>CLB</a:t>
              </a:r>
            </a:p>
          </p:txBody>
        </p:sp>
        <p:sp>
          <p:nvSpPr>
            <p:cNvPr id="13330" name="Rectangle 13">
              <a:extLst>
                <a:ext uri="{FF2B5EF4-FFF2-40B4-BE49-F238E27FC236}">
                  <a16:creationId xmlns:a16="http://schemas.microsoft.com/office/drawing/2014/main" id="{61CEEDE4-5CB0-432F-82B1-57A029B7BB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2" y="2838"/>
              <a:ext cx="459" cy="435"/>
            </a:xfrm>
            <a:prstGeom prst="rect">
              <a:avLst/>
            </a:prstGeom>
            <a:solidFill>
              <a:schemeClr val="hlink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>
                  <a:solidFill>
                    <a:srgbClr val="FFFFFF"/>
                  </a:solidFill>
                </a:rPr>
                <a:t>CLB</a:t>
              </a:r>
            </a:p>
          </p:txBody>
        </p:sp>
        <p:sp>
          <p:nvSpPr>
            <p:cNvPr id="13331" name="Rectangle 14">
              <a:extLst>
                <a:ext uri="{FF2B5EF4-FFF2-40B4-BE49-F238E27FC236}">
                  <a16:creationId xmlns:a16="http://schemas.microsoft.com/office/drawing/2014/main" id="{6345D12D-A7B2-4038-9614-D2AF6C79BB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9" y="2837"/>
              <a:ext cx="459" cy="435"/>
            </a:xfrm>
            <a:prstGeom prst="rect">
              <a:avLst/>
            </a:prstGeom>
            <a:solidFill>
              <a:schemeClr val="hlink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>
                  <a:solidFill>
                    <a:srgbClr val="FFFFFF"/>
                  </a:solidFill>
                </a:rPr>
                <a:t>CLB</a:t>
              </a:r>
            </a:p>
          </p:txBody>
        </p:sp>
        <p:sp>
          <p:nvSpPr>
            <p:cNvPr id="13332" name="Rectangle 15">
              <a:extLst>
                <a:ext uri="{FF2B5EF4-FFF2-40B4-BE49-F238E27FC236}">
                  <a16:creationId xmlns:a16="http://schemas.microsoft.com/office/drawing/2014/main" id="{2748EEB0-6E16-48D4-B42B-1D9DB34E63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0" y="2838"/>
              <a:ext cx="459" cy="435"/>
            </a:xfrm>
            <a:prstGeom prst="rect">
              <a:avLst/>
            </a:prstGeom>
            <a:solidFill>
              <a:schemeClr val="hlink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>
                  <a:solidFill>
                    <a:srgbClr val="FFFFFF"/>
                  </a:solidFill>
                </a:rPr>
                <a:t>CLB</a:t>
              </a:r>
            </a:p>
          </p:txBody>
        </p:sp>
        <p:sp>
          <p:nvSpPr>
            <p:cNvPr id="13333" name="Rectangle 16">
              <a:extLst>
                <a:ext uri="{FF2B5EF4-FFF2-40B4-BE49-F238E27FC236}">
                  <a16:creationId xmlns:a16="http://schemas.microsoft.com/office/drawing/2014/main" id="{0DC28883-5718-40B4-ACBE-75A2E9F646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2" y="2837"/>
              <a:ext cx="459" cy="435"/>
            </a:xfrm>
            <a:prstGeom prst="rect">
              <a:avLst/>
            </a:prstGeom>
            <a:solidFill>
              <a:schemeClr val="hlink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>
                  <a:solidFill>
                    <a:srgbClr val="FFFFFF"/>
                  </a:solidFill>
                </a:rPr>
                <a:t>CLB</a:t>
              </a:r>
            </a:p>
          </p:txBody>
        </p:sp>
        <p:sp>
          <p:nvSpPr>
            <p:cNvPr id="13334" name="Rectangle 17">
              <a:extLst>
                <a:ext uri="{FF2B5EF4-FFF2-40B4-BE49-F238E27FC236}">
                  <a16:creationId xmlns:a16="http://schemas.microsoft.com/office/drawing/2014/main" id="{0C9DCEE0-936F-4E5B-9FDF-8D9117FBCB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3" y="3443"/>
              <a:ext cx="459" cy="435"/>
            </a:xfrm>
            <a:prstGeom prst="rect">
              <a:avLst/>
            </a:prstGeom>
            <a:solidFill>
              <a:schemeClr val="hlink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>
                  <a:solidFill>
                    <a:srgbClr val="FFFFFF"/>
                  </a:solidFill>
                </a:rPr>
                <a:t>CLB</a:t>
              </a:r>
            </a:p>
          </p:txBody>
        </p:sp>
        <p:sp>
          <p:nvSpPr>
            <p:cNvPr id="13335" name="Rectangle 18">
              <a:extLst>
                <a:ext uri="{FF2B5EF4-FFF2-40B4-BE49-F238E27FC236}">
                  <a16:creationId xmlns:a16="http://schemas.microsoft.com/office/drawing/2014/main" id="{A80A462B-30E2-402E-8FF8-9EE63555F3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0" y="3442"/>
              <a:ext cx="459" cy="435"/>
            </a:xfrm>
            <a:prstGeom prst="rect">
              <a:avLst/>
            </a:prstGeom>
            <a:solidFill>
              <a:schemeClr val="hlink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>
                  <a:solidFill>
                    <a:srgbClr val="FFFFFF"/>
                  </a:solidFill>
                </a:rPr>
                <a:t>CLB</a:t>
              </a:r>
            </a:p>
          </p:txBody>
        </p:sp>
        <p:sp>
          <p:nvSpPr>
            <p:cNvPr id="13336" name="Rectangle 19">
              <a:extLst>
                <a:ext uri="{FF2B5EF4-FFF2-40B4-BE49-F238E27FC236}">
                  <a16:creationId xmlns:a16="http://schemas.microsoft.com/office/drawing/2014/main" id="{BCD2BAB2-86D6-428F-BA8D-8509A8690A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1" y="3443"/>
              <a:ext cx="459" cy="435"/>
            </a:xfrm>
            <a:prstGeom prst="rect">
              <a:avLst/>
            </a:prstGeom>
            <a:solidFill>
              <a:schemeClr val="hlink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>
                  <a:solidFill>
                    <a:srgbClr val="FFFFFF"/>
                  </a:solidFill>
                </a:rPr>
                <a:t>CLB</a:t>
              </a:r>
            </a:p>
          </p:txBody>
        </p:sp>
        <p:sp>
          <p:nvSpPr>
            <p:cNvPr id="13337" name="Rectangle 20">
              <a:extLst>
                <a:ext uri="{FF2B5EF4-FFF2-40B4-BE49-F238E27FC236}">
                  <a16:creationId xmlns:a16="http://schemas.microsoft.com/office/drawing/2014/main" id="{7DDC6110-AAFB-4585-A906-624B9714F5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3" y="3442"/>
              <a:ext cx="459" cy="435"/>
            </a:xfrm>
            <a:prstGeom prst="rect">
              <a:avLst/>
            </a:prstGeom>
            <a:solidFill>
              <a:schemeClr val="hlink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>
                  <a:solidFill>
                    <a:srgbClr val="FFFFFF"/>
                  </a:solidFill>
                </a:rPr>
                <a:t>CLB</a:t>
              </a:r>
            </a:p>
          </p:txBody>
        </p:sp>
      </p:grpSp>
      <p:grpSp>
        <p:nvGrpSpPr>
          <p:cNvPr id="3" name="Group 25">
            <a:extLst>
              <a:ext uri="{FF2B5EF4-FFF2-40B4-BE49-F238E27FC236}">
                <a16:creationId xmlns:a16="http://schemas.microsoft.com/office/drawing/2014/main" id="{90AEFA18-FAE7-4C92-AF9E-829B377AE937}"/>
              </a:ext>
            </a:extLst>
          </p:cNvPr>
          <p:cNvGrpSpPr>
            <a:grpSpLocks/>
          </p:cNvGrpSpPr>
          <p:nvPr/>
        </p:nvGrpSpPr>
        <p:grpSpPr bwMode="auto">
          <a:xfrm>
            <a:off x="5378450" y="2517395"/>
            <a:ext cx="3571875" cy="1112838"/>
            <a:chOff x="3485" y="1894"/>
            <a:chExt cx="2250" cy="701"/>
          </a:xfrm>
        </p:grpSpPr>
        <p:sp>
          <p:nvSpPr>
            <p:cNvPr id="13319" name="Line 26">
              <a:extLst>
                <a:ext uri="{FF2B5EF4-FFF2-40B4-BE49-F238E27FC236}">
                  <a16:creationId xmlns:a16="http://schemas.microsoft.com/office/drawing/2014/main" id="{AC9E68DA-0F2B-4CBE-BA03-07E1AED292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485" y="1894"/>
              <a:ext cx="1209" cy="435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0" name="Text Box 27">
              <a:extLst>
                <a:ext uri="{FF2B5EF4-FFF2-40B4-BE49-F238E27FC236}">
                  <a16:creationId xmlns:a16="http://schemas.microsoft.com/office/drawing/2014/main" id="{EDDFFA85-7A45-44BC-8669-F9B459E496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8" y="2345"/>
              <a:ext cx="188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Configurable Logic Block</a:t>
              </a:r>
            </a:p>
          </p:txBody>
        </p:sp>
      </p:grpSp>
      <p:sp>
        <p:nvSpPr>
          <p:cNvPr id="26" name="Slide Number Placeholder 15">
            <a:extLst>
              <a:ext uri="{FF2B5EF4-FFF2-40B4-BE49-F238E27FC236}">
                <a16:creationId xmlns:a16="http://schemas.microsoft.com/office/drawing/2014/main" id="{1EEBCDDA-0FBA-4A9A-8C91-1EFEADE6B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7958"/>
            <a:ext cx="1905000" cy="35719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8326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2">
            <a:extLst>
              <a:ext uri="{FF2B5EF4-FFF2-40B4-BE49-F238E27FC236}">
                <a16:creationId xmlns:a16="http://schemas.microsoft.com/office/drawing/2014/main" id="{775F2A61-38E7-440A-9BAF-232D19F4F03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11560" y="171450"/>
            <a:ext cx="7772400" cy="1143000"/>
          </a:xfrm>
        </p:spPr>
        <p:txBody>
          <a:bodyPr lIns="274320" tIns="45720" rIns="274320" bIns="45720"/>
          <a:lstStyle/>
          <a:p>
            <a:r>
              <a:rPr lang="en-US" altLang="en-US" sz="3200" b="1" kern="1200" dirty="0">
                <a:solidFill>
                  <a:srgbClr val="CC0066"/>
                </a:solidFill>
                <a:latin typeface="+mn-lt"/>
                <a:ea typeface="+mn-ea"/>
                <a:cs typeface="+mn-cs"/>
              </a:rPr>
              <a:t>FPGA Functional Blocks</a:t>
            </a:r>
          </a:p>
        </p:txBody>
      </p:sp>
      <p:sp>
        <p:nvSpPr>
          <p:cNvPr id="14341" name="Rectangle 4">
            <a:extLst>
              <a:ext uri="{FF2B5EF4-FFF2-40B4-BE49-F238E27FC236}">
                <a16:creationId xmlns:a16="http://schemas.microsoft.com/office/drawing/2014/main" id="{5E18AFB3-AB29-4C3E-A0B7-4519ACF15A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9930" y="1774041"/>
            <a:ext cx="5149850" cy="4124325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endParaRPr lang="en-US" altLang="en-US" sz="2000"/>
          </a:p>
        </p:txBody>
      </p:sp>
      <p:sp>
        <p:nvSpPr>
          <p:cNvPr id="239622" name="Rectangle 6">
            <a:extLst>
              <a:ext uri="{FF2B5EF4-FFF2-40B4-BE49-F238E27FC236}">
                <a16:creationId xmlns:a16="http://schemas.microsoft.com/office/drawing/2014/main" id="{042B212F-4527-41E1-BEFF-00FA4DD73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4417" y="2118529"/>
            <a:ext cx="728663" cy="690562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14343" name="Rectangle 7">
            <a:extLst>
              <a:ext uri="{FF2B5EF4-FFF2-40B4-BE49-F238E27FC236}">
                <a16:creationId xmlns:a16="http://schemas.microsoft.com/office/drawing/2014/main" id="{BB48B5F2-EE3B-4518-A048-7AD273669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7255" y="2120116"/>
            <a:ext cx="728662" cy="690563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14344" name="Rectangle 8">
            <a:extLst>
              <a:ext uri="{FF2B5EF4-FFF2-40B4-BE49-F238E27FC236}">
                <a16:creationId xmlns:a16="http://schemas.microsoft.com/office/drawing/2014/main" id="{FF15BC64-ACDB-41A5-B2C9-CF580FFE76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680" y="2118529"/>
            <a:ext cx="728662" cy="690562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239625" name="Rectangle 9">
            <a:extLst>
              <a:ext uri="{FF2B5EF4-FFF2-40B4-BE49-F238E27FC236}">
                <a16:creationId xmlns:a16="http://schemas.microsoft.com/office/drawing/2014/main" id="{75224B7B-253E-4D42-9400-19F6E37BF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9680" y="3044041"/>
            <a:ext cx="728662" cy="690563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14346" name="Rectangle 10">
            <a:extLst>
              <a:ext uri="{FF2B5EF4-FFF2-40B4-BE49-F238E27FC236}">
                <a16:creationId xmlns:a16="http://schemas.microsoft.com/office/drawing/2014/main" id="{9A893C68-01A7-4B41-81E7-5CB28C6B76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4417" y="3042454"/>
            <a:ext cx="728663" cy="690562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239627" name="Rectangle 11">
            <a:extLst>
              <a:ext uri="{FF2B5EF4-FFF2-40B4-BE49-F238E27FC236}">
                <a16:creationId xmlns:a16="http://schemas.microsoft.com/office/drawing/2014/main" id="{9AB47951-C950-42E5-93C6-14D2254D67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7255" y="3044041"/>
            <a:ext cx="728662" cy="690563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239628" name="Rectangle 12">
            <a:extLst>
              <a:ext uri="{FF2B5EF4-FFF2-40B4-BE49-F238E27FC236}">
                <a16:creationId xmlns:a16="http://schemas.microsoft.com/office/drawing/2014/main" id="{B955B043-432A-4512-A13D-D01BEB328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680" y="3042454"/>
            <a:ext cx="728662" cy="690562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14349" name="Rectangle 13">
            <a:extLst>
              <a:ext uri="{FF2B5EF4-FFF2-40B4-BE49-F238E27FC236}">
                <a16:creationId xmlns:a16="http://schemas.microsoft.com/office/drawing/2014/main" id="{254091AF-1D22-4F56-B484-E93EFC55A5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8092" y="4002891"/>
            <a:ext cx="728663" cy="690563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239630" name="Rectangle 14">
            <a:extLst>
              <a:ext uri="{FF2B5EF4-FFF2-40B4-BE49-F238E27FC236}">
                <a16:creationId xmlns:a16="http://schemas.microsoft.com/office/drawing/2014/main" id="{81A57CCC-754A-4C49-BF19-0886F81C36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2830" y="4001304"/>
            <a:ext cx="728662" cy="690562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239631" name="Rectangle 15">
            <a:extLst>
              <a:ext uri="{FF2B5EF4-FFF2-40B4-BE49-F238E27FC236}">
                <a16:creationId xmlns:a16="http://schemas.microsoft.com/office/drawing/2014/main" id="{9B394D18-EE2E-43B5-ACFC-6012825E6C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5667" y="4002891"/>
            <a:ext cx="728663" cy="690563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239632" name="Rectangle 16">
            <a:extLst>
              <a:ext uri="{FF2B5EF4-FFF2-40B4-BE49-F238E27FC236}">
                <a16:creationId xmlns:a16="http://schemas.microsoft.com/office/drawing/2014/main" id="{D56F7618-A53A-4AFF-955C-9B79FF46F7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0092" y="4001304"/>
            <a:ext cx="728663" cy="690562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14353" name="Rectangle 17">
            <a:extLst>
              <a:ext uri="{FF2B5EF4-FFF2-40B4-BE49-F238E27FC236}">
                <a16:creationId xmlns:a16="http://schemas.microsoft.com/office/drawing/2014/main" id="{6048DF3B-9E1C-427B-B2F2-B093E60664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9680" y="4963329"/>
            <a:ext cx="728662" cy="690562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14354" name="Rectangle 18">
            <a:extLst>
              <a:ext uri="{FF2B5EF4-FFF2-40B4-BE49-F238E27FC236}">
                <a16:creationId xmlns:a16="http://schemas.microsoft.com/office/drawing/2014/main" id="{0EE0EC3C-8A3C-44E9-A3BD-3C66342778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4417" y="4961741"/>
            <a:ext cx="728663" cy="690563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14355" name="Rectangle 19">
            <a:extLst>
              <a:ext uri="{FF2B5EF4-FFF2-40B4-BE49-F238E27FC236}">
                <a16:creationId xmlns:a16="http://schemas.microsoft.com/office/drawing/2014/main" id="{0FD6B575-29F6-474B-8E4D-3E3CAAE29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7255" y="4963329"/>
            <a:ext cx="728662" cy="690562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14356" name="Rectangle 20">
            <a:extLst>
              <a:ext uri="{FF2B5EF4-FFF2-40B4-BE49-F238E27FC236}">
                <a16:creationId xmlns:a16="http://schemas.microsoft.com/office/drawing/2014/main" id="{59A37721-32F9-4595-9614-49827A8C7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680" y="4961741"/>
            <a:ext cx="728662" cy="690563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grpSp>
        <p:nvGrpSpPr>
          <p:cNvPr id="14357" name="Group 33">
            <a:extLst>
              <a:ext uri="{FF2B5EF4-FFF2-40B4-BE49-F238E27FC236}">
                <a16:creationId xmlns:a16="http://schemas.microsoft.com/office/drawing/2014/main" id="{4C421270-6873-4700-A952-3E0BD438309E}"/>
              </a:ext>
            </a:extLst>
          </p:cNvPr>
          <p:cNvGrpSpPr>
            <a:grpSpLocks/>
          </p:cNvGrpSpPr>
          <p:nvPr/>
        </p:nvGrpSpPr>
        <p:grpSpPr bwMode="auto">
          <a:xfrm>
            <a:off x="5555517" y="2593191"/>
            <a:ext cx="3571875" cy="1112838"/>
            <a:chOff x="3485" y="1894"/>
            <a:chExt cx="2250" cy="701"/>
          </a:xfrm>
        </p:grpSpPr>
        <p:sp>
          <p:nvSpPr>
            <p:cNvPr id="14366" name="Line 21">
              <a:extLst>
                <a:ext uri="{FF2B5EF4-FFF2-40B4-BE49-F238E27FC236}">
                  <a16:creationId xmlns:a16="http://schemas.microsoft.com/office/drawing/2014/main" id="{99FE4A16-9088-4741-89EF-744051B87F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485" y="1894"/>
              <a:ext cx="1209" cy="435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67" name="Text Box 22">
              <a:extLst>
                <a:ext uri="{FF2B5EF4-FFF2-40B4-BE49-F238E27FC236}">
                  <a16:creationId xmlns:a16="http://schemas.microsoft.com/office/drawing/2014/main" id="{BE919DB0-D917-49E6-9897-4381B4D93F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8" y="2345"/>
              <a:ext cx="188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Configurable Logic Block</a:t>
              </a:r>
            </a:p>
          </p:txBody>
        </p:sp>
      </p:grpSp>
      <p:pic>
        <p:nvPicPr>
          <p:cNvPr id="14358" name="Picture 25" descr="BU_AND">
            <a:extLst>
              <a:ext uri="{FF2B5EF4-FFF2-40B4-BE49-F238E27FC236}">
                <a16:creationId xmlns:a16="http://schemas.microsoft.com/office/drawing/2014/main" id="{82992609-8878-46FA-9840-73BA7A6960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7905" y="2077254"/>
            <a:ext cx="1219200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9642" name="Picture 26" descr="BU_XOR">
            <a:extLst>
              <a:ext uri="{FF2B5EF4-FFF2-40B4-BE49-F238E27FC236}">
                <a16:creationId xmlns:a16="http://schemas.microsoft.com/office/drawing/2014/main" id="{CA15E57B-8175-4BAB-AD31-63327334C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4517" y="3950504"/>
            <a:ext cx="1219200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9643" name="Picture 27" descr="BU_XOR">
            <a:extLst>
              <a:ext uri="{FF2B5EF4-FFF2-40B4-BE49-F238E27FC236}">
                <a16:creationId xmlns:a16="http://schemas.microsoft.com/office/drawing/2014/main" id="{E3CFE202-9D95-44F7-8E69-6025E323B4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0567" y="2999591"/>
            <a:ext cx="1219200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9644" name="Picture 28" descr="BU_XOR">
            <a:extLst>
              <a:ext uri="{FF2B5EF4-FFF2-40B4-BE49-F238E27FC236}">
                <a16:creationId xmlns:a16="http://schemas.microsoft.com/office/drawing/2014/main" id="{DBCB9EF8-8627-4CEA-9147-C62A338E3F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9792" y="4023529"/>
            <a:ext cx="1219200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9645" name="Picture 29" descr="BU_NOT">
            <a:extLst>
              <a:ext uri="{FF2B5EF4-FFF2-40B4-BE49-F238E27FC236}">
                <a16:creationId xmlns:a16="http://schemas.microsoft.com/office/drawing/2014/main" id="{8DD24F17-0A91-4986-961D-BB70993594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2605" y="2999591"/>
            <a:ext cx="1219200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9646" name="Picture 30" descr="BU_NOT">
            <a:extLst>
              <a:ext uri="{FF2B5EF4-FFF2-40B4-BE49-F238E27FC236}">
                <a16:creationId xmlns:a16="http://schemas.microsoft.com/office/drawing/2014/main" id="{64AB3D47-FE82-4F2E-8351-94C47DA59E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5530" y="3024991"/>
            <a:ext cx="1219200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9647" name="Picture 31" descr="BU_OR">
            <a:extLst>
              <a:ext uri="{FF2B5EF4-FFF2-40B4-BE49-F238E27FC236}">
                <a16:creationId xmlns:a16="http://schemas.microsoft.com/office/drawing/2014/main" id="{35EFCC9D-2D02-4504-B040-E8822FBE0E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5342" y="1823254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9648" name="Picture 32" descr="BU_OR">
            <a:extLst>
              <a:ext uri="{FF2B5EF4-FFF2-40B4-BE49-F238E27FC236}">
                <a16:creationId xmlns:a16="http://schemas.microsoft.com/office/drawing/2014/main" id="{77A14DC6-46D4-4777-8F84-25B2039E68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8667" y="3729841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Slide Number Placeholder 15">
            <a:extLst>
              <a:ext uri="{FF2B5EF4-FFF2-40B4-BE49-F238E27FC236}">
                <a16:creationId xmlns:a16="http://schemas.microsoft.com/office/drawing/2014/main" id="{A1881F98-4A33-4AB9-80C6-2AFE66AC5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7958"/>
            <a:ext cx="1905000" cy="35719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122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622" grpId="0" animBg="1"/>
      <p:bldP spid="239625" grpId="0" animBg="1"/>
      <p:bldP spid="239627" grpId="0" animBg="1"/>
      <p:bldP spid="239628" grpId="0" animBg="1"/>
      <p:bldP spid="239630" grpId="0" animBg="1"/>
      <p:bldP spid="239631" grpId="0" animBg="1"/>
      <p:bldP spid="23963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4" name="Picture 24" descr="BU_XOR">
            <a:extLst>
              <a:ext uri="{FF2B5EF4-FFF2-40B4-BE49-F238E27FC236}">
                <a16:creationId xmlns:a16="http://schemas.microsoft.com/office/drawing/2014/main" id="{5BF9D9FA-A2F1-47CE-8D59-7DE3EDD26A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0307" y="3856063"/>
            <a:ext cx="1219200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5" name="Picture 27" descr="BU_NOT">
            <a:extLst>
              <a:ext uri="{FF2B5EF4-FFF2-40B4-BE49-F238E27FC236}">
                <a16:creationId xmlns:a16="http://schemas.microsoft.com/office/drawing/2014/main" id="{A6E2B678-631E-478E-A052-6323FB4E62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9195" y="2892450"/>
            <a:ext cx="1219200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6" name="Picture 30" descr="BU_OR">
            <a:extLst>
              <a:ext uri="{FF2B5EF4-FFF2-40B4-BE49-F238E27FC236}">
                <a16:creationId xmlns:a16="http://schemas.microsoft.com/office/drawing/2014/main" id="{B8A0D0BC-303A-44EF-86E0-9EF606A12A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6357" y="3597300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7" name="Picture 25" descr="BU_XOR">
            <a:extLst>
              <a:ext uri="{FF2B5EF4-FFF2-40B4-BE49-F238E27FC236}">
                <a16:creationId xmlns:a16="http://schemas.microsoft.com/office/drawing/2014/main" id="{D672D8DB-670B-4F81-B639-2B5F9A745C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6357" y="2892450"/>
            <a:ext cx="1219200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8" name="Picture 26" descr="BU_XOR">
            <a:extLst>
              <a:ext uri="{FF2B5EF4-FFF2-40B4-BE49-F238E27FC236}">
                <a16:creationId xmlns:a16="http://schemas.microsoft.com/office/drawing/2014/main" id="{96579C23-9D86-48DB-A9D0-1F9D308B9F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1932" y="3852888"/>
            <a:ext cx="1219200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9" name="Picture 28" descr="BU_NOT">
            <a:extLst>
              <a:ext uri="{FF2B5EF4-FFF2-40B4-BE49-F238E27FC236}">
                <a16:creationId xmlns:a16="http://schemas.microsoft.com/office/drawing/2014/main" id="{94D5D1D5-4C0D-47C8-9559-68CC951834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8620" y="2892450"/>
            <a:ext cx="1219200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0" name="Picture 29" descr="BU_OR">
            <a:extLst>
              <a:ext uri="{FF2B5EF4-FFF2-40B4-BE49-F238E27FC236}">
                <a16:creationId xmlns:a16="http://schemas.microsoft.com/office/drawing/2014/main" id="{237F6D97-04E7-4C84-86D4-DAB2DCF015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0032" y="1716113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71" name="Rectangle 2">
            <a:extLst>
              <a:ext uri="{FF2B5EF4-FFF2-40B4-BE49-F238E27FC236}">
                <a16:creationId xmlns:a16="http://schemas.microsoft.com/office/drawing/2014/main" id="{E607B3C3-EEB2-423C-ADA9-68DD0691DC9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43608" y="455585"/>
            <a:ext cx="7696200" cy="762000"/>
          </a:xfrm>
        </p:spPr>
        <p:txBody>
          <a:bodyPr lIns="274320" tIns="45720" rIns="274320" bIns="45720"/>
          <a:lstStyle/>
          <a:p>
            <a:pPr eaLnBrk="1" hangingPunct="1"/>
            <a:r>
              <a:rPr lang="en-US" altLang="en-US" sz="3200" b="1" kern="1200" dirty="0">
                <a:solidFill>
                  <a:srgbClr val="CC0066"/>
                </a:solidFill>
                <a:latin typeface="+mn-lt"/>
                <a:ea typeface="+mn-ea"/>
                <a:cs typeface="+mn-cs"/>
              </a:rPr>
              <a:t>FPGA Logic Blocks</a:t>
            </a:r>
          </a:p>
        </p:txBody>
      </p:sp>
      <p:sp>
        <p:nvSpPr>
          <p:cNvPr id="15372" name="Rectangle 4">
            <a:extLst>
              <a:ext uri="{FF2B5EF4-FFF2-40B4-BE49-F238E27FC236}">
                <a16:creationId xmlns:a16="http://schemas.microsoft.com/office/drawing/2014/main" id="{A16EE298-5240-404D-A11B-B78D5D0F6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9220" y="1628800"/>
            <a:ext cx="5149850" cy="4124325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endParaRPr lang="en-US" altLang="en-US" sz="2000"/>
          </a:p>
        </p:txBody>
      </p:sp>
      <p:sp>
        <p:nvSpPr>
          <p:cNvPr id="15373" name="Rectangle 6">
            <a:extLst>
              <a:ext uri="{FF2B5EF4-FFF2-40B4-BE49-F238E27FC236}">
                <a16:creationId xmlns:a16="http://schemas.microsoft.com/office/drawing/2014/main" id="{2D550A25-F9F8-45A9-9E4C-1BA6DF2F7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545" y="1974875"/>
            <a:ext cx="728662" cy="690563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15374" name="Rectangle 7">
            <a:extLst>
              <a:ext uri="{FF2B5EF4-FFF2-40B4-BE49-F238E27FC236}">
                <a16:creationId xmlns:a16="http://schemas.microsoft.com/office/drawing/2014/main" id="{8D50C886-B58C-46E5-8F88-785CEC76FB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0970" y="1973288"/>
            <a:ext cx="728662" cy="690562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15375" name="Rectangle 9">
            <a:extLst>
              <a:ext uri="{FF2B5EF4-FFF2-40B4-BE49-F238E27FC236}">
                <a16:creationId xmlns:a16="http://schemas.microsoft.com/office/drawing/2014/main" id="{37AD5BED-31DD-449B-A7AD-7971179ED7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3707" y="2897213"/>
            <a:ext cx="728663" cy="690562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15376" name="Rectangle 12">
            <a:extLst>
              <a:ext uri="{FF2B5EF4-FFF2-40B4-BE49-F238E27FC236}">
                <a16:creationId xmlns:a16="http://schemas.microsoft.com/office/drawing/2014/main" id="{A61F6026-9AE5-4642-826D-DF885D95A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7382" y="3857650"/>
            <a:ext cx="728663" cy="690563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15377" name="Rectangle 16">
            <a:extLst>
              <a:ext uri="{FF2B5EF4-FFF2-40B4-BE49-F238E27FC236}">
                <a16:creationId xmlns:a16="http://schemas.microsoft.com/office/drawing/2014/main" id="{EF44BCC0-1F97-48A1-AE6F-DB53DB9769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8970" y="4818088"/>
            <a:ext cx="728662" cy="690562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15378" name="Rectangle 17">
            <a:extLst>
              <a:ext uri="{FF2B5EF4-FFF2-40B4-BE49-F238E27FC236}">
                <a16:creationId xmlns:a16="http://schemas.microsoft.com/office/drawing/2014/main" id="{4294D9E0-0C25-4708-B84D-A998F73B4D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3707" y="4816500"/>
            <a:ext cx="728663" cy="690563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15379" name="Rectangle 18">
            <a:extLst>
              <a:ext uri="{FF2B5EF4-FFF2-40B4-BE49-F238E27FC236}">
                <a16:creationId xmlns:a16="http://schemas.microsoft.com/office/drawing/2014/main" id="{534952CE-E8D4-45D4-B4EA-5408E2FDD3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545" y="4818088"/>
            <a:ext cx="728662" cy="690562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15380" name="Rectangle 19">
            <a:extLst>
              <a:ext uri="{FF2B5EF4-FFF2-40B4-BE49-F238E27FC236}">
                <a16:creationId xmlns:a16="http://schemas.microsoft.com/office/drawing/2014/main" id="{D220390B-C268-402A-98DD-728B5E42E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0970" y="4816500"/>
            <a:ext cx="728662" cy="690563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grpSp>
        <p:nvGrpSpPr>
          <p:cNvPr id="15381" name="Group 20">
            <a:extLst>
              <a:ext uri="{FF2B5EF4-FFF2-40B4-BE49-F238E27FC236}">
                <a16:creationId xmlns:a16="http://schemas.microsoft.com/office/drawing/2014/main" id="{BA402147-2B07-4D16-B59C-3CEA2995F2C9}"/>
              </a:ext>
            </a:extLst>
          </p:cNvPr>
          <p:cNvGrpSpPr>
            <a:grpSpLocks/>
          </p:cNvGrpSpPr>
          <p:nvPr/>
        </p:nvGrpSpPr>
        <p:grpSpPr bwMode="auto">
          <a:xfrm>
            <a:off x="5541607" y="2549550"/>
            <a:ext cx="3571875" cy="1112838"/>
            <a:chOff x="3485" y="1894"/>
            <a:chExt cx="2250" cy="701"/>
          </a:xfrm>
        </p:grpSpPr>
        <p:sp>
          <p:nvSpPr>
            <p:cNvPr id="15398" name="Line 21">
              <a:extLst>
                <a:ext uri="{FF2B5EF4-FFF2-40B4-BE49-F238E27FC236}">
                  <a16:creationId xmlns:a16="http://schemas.microsoft.com/office/drawing/2014/main" id="{3AA511EA-ECCC-4BDF-9B22-85324B13D9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485" y="1894"/>
              <a:ext cx="1209" cy="435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9" name="Text Box 22">
              <a:extLst>
                <a:ext uri="{FF2B5EF4-FFF2-40B4-BE49-F238E27FC236}">
                  <a16:creationId xmlns:a16="http://schemas.microsoft.com/office/drawing/2014/main" id="{B54A8A7A-6CDA-4DC5-955A-DFE433D36D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8" y="2345"/>
              <a:ext cx="188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Configurable Logic Block</a:t>
              </a:r>
            </a:p>
          </p:txBody>
        </p:sp>
      </p:grpSp>
      <p:pic>
        <p:nvPicPr>
          <p:cNvPr id="15382" name="Picture 23" descr="BU_AND">
            <a:extLst>
              <a:ext uri="{FF2B5EF4-FFF2-40B4-BE49-F238E27FC236}">
                <a16:creationId xmlns:a16="http://schemas.microsoft.com/office/drawing/2014/main" id="{7601EA5E-0457-41F2-B33E-0003DD1B6A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7195" y="1932013"/>
            <a:ext cx="1219200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83" name="Line 31">
            <a:extLst>
              <a:ext uri="{FF2B5EF4-FFF2-40B4-BE49-F238E27FC236}">
                <a16:creationId xmlns:a16="http://schemas.microsoft.com/office/drawing/2014/main" id="{4C7B7812-B9D3-4A0C-9C68-DA3D5836849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79395" y="2178075"/>
            <a:ext cx="163512" cy="131763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84" name="Line 32">
            <a:extLst>
              <a:ext uri="{FF2B5EF4-FFF2-40B4-BE49-F238E27FC236}">
                <a16:creationId xmlns:a16="http://schemas.microsoft.com/office/drawing/2014/main" id="{E5027CDB-DA59-4198-9553-8CAF71AE3FD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23832" y="2463825"/>
            <a:ext cx="201613" cy="787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85" name="Line 33">
            <a:extLst>
              <a:ext uri="{FF2B5EF4-FFF2-40B4-BE49-F238E27FC236}">
                <a16:creationId xmlns:a16="http://schemas.microsoft.com/office/drawing/2014/main" id="{B8ED2F26-09CB-4FA4-96CA-A9182919887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023832" y="3241700"/>
            <a:ext cx="115888" cy="84613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86" name="Line 34">
            <a:extLst>
              <a:ext uri="{FF2B5EF4-FFF2-40B4-BE49-F238E27FC236}">
                <a16:creationId xmlns:a16="http://schemas.microsoft.com/office/drawing/2014/main" id="{CEFD2B35-6DAA-460E-ADE4-86657BCD9F8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176357" y="2308250"/>
            <a:ext cx="85725" cy="8064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87" name="Line 35">
            <a:extLst>
              <a:ext uri="{FF2B5EF4-FFF2-40B4-BE49-F238E27FC236}">
                <a16:creationId xmlns:a16="http://schemas.microsoft.com/office/drawing/2014/main" id="{613BDAB3-EA4F-4587-857A-DAF1E6B7AAF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46195" y="3392513"/>
            <a:ext cx="119062" cy="8318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88" name="Line 36">
            <a:extLst>
              <a:ext uri="{FF2B5EF4-FFF2-40B4-BE49-F238E27FC236}">
                <a16:creationId xmlns:a16="http://schemas.microsoft.com/office/drawing/2014/main" id="{9A490E32-BCAC-4D55-BE44-9A105FD3300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70145" y="3252813"/>
            <a:ext cx="19367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89" name="Line 38">
            <a:extLst>
              <a:ext uri="{FF2B5EF4-FFF2-40B4-BE49-F238E27FC236}">
                <a16:creationId xmlns:a16="http://schemas.microsoft.com/office/drawing/2014/main" id="{3DBB6921-23AC-4983-BF3E-1FFD604E495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378095" y="3249638"/>
            <a:ext cx="0" cy="83502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90" name="Line 39">
            <a:extLst>
              <a:ext uri="{FF2B5EF4-FFF2-40B4-BE49-F238E27FC236}">
                <a16:creationId xmlns:a16="http://schemas.microsoft.com/office/drawing/2014/main" id="{EDA53DC5-8BEE-43EE-96D8-264828FCD58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244745" y="4195788"/>
            <a:ext cx="138112" cy="177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91" name="Line 40">
            <a:extLst>
              <a:ext uri="{FF2B5EF4-FFF2-40B4-BE49-F238E27FC236}">
                <a16:creationId xmlns:a16="http://schemas.microsoft.com/office/drawing/2014/main" id="{9F8860E3-CF30-4C4A-9E4F-11A25F73112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26820" y="2155850"/>
            <a:ext cx="614362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92" name="Line 41">
            <a:extLst>
              <a:ext uri="{FF2B5EF4-FFF2-40B4-BE49-F238E27FC236}">
                <a16:creationId xmlns:a16="http://schemas.microsoft.com/office/drawing/2014/main" id="{2CA49175-B1B9-459C-9D24-B083EC944EB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26820" y="2452713"/>
            <a:ext cx="614362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93" name="Line 42">
            <a:extLst>
              <a:ext uri="{FF2B5EF4-FFF2-40B4-BE49-F238E27FC236}">
                <a16:creationId xmlns:a16="http://schemas.microsoft.com/office/drawing/2014/main" id="{46781D3A-2470-431E-A8BB-AE0E7CCEED3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64920" y="3252813"/>
            <a:ext cx="614362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94" name="Line 43">
            <a:extLst>
              <a:ext uri="{FF2B5EF4-FFF2-40B4-BE49-F238E27FC236}">
                <a16:creationId xmlns:a16="http://schemas.microsoft.com/office/drawing/2014/main" id="{E0BA1E12-6DD1-48BF-826D-9F0159528AD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27420" y="3262338"/>
            <a:ext cx="614362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95" name="Line 44">
            <a:extLst>
              <a:ext uri="{FF2B5EF4-FFF2-40B4-BE49-F238E27FC236}">
                <a16:creationId xmlns:a16="http://schemas.microsoft.com/office/drawing/2014/main" id="{A2BAC952-5211-4BEE-98F9-52D0DFEB1A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27420" y="4224363"/>
            <a:ext cx="614362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96" name="Line 45">
            <a:extLst>
              <a:ext uri="{FF2B5EF4-FFF2-40B4-BE49-F238E27FC236}">
                <a16:creationId xmlns:a16="http://schemas.microsoft.com/office/drawing/2014/main" id="{43E1A01A-E0B6-494C-B43C-F24183C2C59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01770" y="3255988"/>
            <a:ext cx="1077912" cy="798512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97" name="Line 46">
            <a:extLst>
              <a:ext uri="{FF2B5EF4-FFF2-40B4-BE49-F238E27FC236}">
                <a16:creationId xmlns:a16="http://schemas.microsoft.com/office/drawing/2014/main" id="{B45ED5C6-20E5-426A-8C01-41B519CDB63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131907" y="4216425"/>
            <a:ext cx="180975" cy="1397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Slide Number Placeholder 15">
            <a:extLst>
              <a:ext uri="{FF2B5EF4-FFF2-40B4-BE49-F238E27FC236}">
                <a16:creationId xmlns:a16="http://schemas.microsoft.com/office/drawing/2014/main" id="{14997AA9-DAF6-4906-8711-0B3ED4B46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7958"/>
            <a:ext cx="1905000" cy="35719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4706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Title 2">
            <a:extLst>
              <a:ext uri="{FF2B5EF4-FFF2-40B4-BE49-F238E27FC236}">
                <a16:creationId xmlns:a16="http://schemas.microsoft.com/office/drawing/2014/main" id="{76D57BBB-6841-4792-B174-39E86FF8189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1350" y="40483"/>
            <a:ext cx="7772400" cy="1143000"/>
          </a:xfrm>
        </p:spPr>
        <p:txBody>
          <a:bodyPr lIns="274320" tIns="45720" rIns="274320" bIns="45720"/>
          <a:lstStyle/>
          <a:p>
            <a:r>
              <a:rPr lang="en-US" altLang="en-US" sz="3200" b="1" kern="1200" dirty="0">
                <a:solidFill>
                  <a:srgbClr val="CC0066"/>
                </a:solidFill>
                <a:latin typeface="+mn-lt"/>
                <a:ea typeface="+mn-ea"/>
                <a:cs typeface="+mn-cs"/>
              </a:rPr>
              <a:t>Computational Fabric - LUT</a:t>
            </a:r>
          </a:p>
        </p:txBody>
      </p:sp>
      <p:sp>
        <p:nvSpPr>
          <p:cNvPr id="16389" name="Rectangle 8">
            <a:extLst>
              <a:ext uri="{FF2B5EF4-FFF2-40B4-BE49-F238E27FC236}">
                <a16:creationId xmlns:a16="http://schemas.microsoft.com/office/drawing/2014/main" id="{045CDA7A-9387-47EC-B92D-1A8C8AAD7B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8350" y="1294211"/>
            <a:ext cx="768350" cy="1036637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4-LUT</a:t>
            </a:r>
          </a:p>
        </p:txBody>
      </p:sp>
      <p:sp>
        <p:nvSpPr>
          <p:cNvPr id="16390" name="Line 17">
            <a:extLst>
              <a:ext uri="{FF2B5EF4-FFF2-40B4-BE49-F238E27FC236}">
                <a16:creationId xmlns:a16="http://schemas.microsoft.com/office/drawing/2014/main" id="{62CBEE04-D29C-4A00-91C8-A30B307C7A9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79875" y="1470423"/>
            <a:ext cx="838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1" name="Text Box 18">
            <a:extLst>
              <a:ext uri="{FF2B5EF4-FFF2-40B4-BE49-F238E27FC236}">
                <a16:creationId xmlns:a16="http://schemas.microsoft.com/office/drawing/2014/main" id="{EAF9818D-D6B5-4A17-8BFF-5ACCECCF1D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1650" y="1111648"/>
            <a:ext cx="339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Z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BFDFCDB-4DA7-449A-A0C2-B798203C2F48}"/>
              </a:ext>
            </a:extLst>
          </p:cNvPr>
          <p:cNvSpPr/>
          <p:nvPr/>
        </p:nvSpPr>
        <p:spPr>
          <a:xfrm>
            <a:off x="5578475" y="1111648"/>
            <a:ext cx="2819400" cy="6858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000" dirty="0">
                <a:solidFill>
                  <a:schemeClr val="accent2"/>
                </a:solidFill>
              </a:rPr>
              <a:t>LUT = Look up Table</a:t>
            </a:r>
          </a:p>
        </p:txBody>
      </p:sp>
      <p:grpSp>
        <p:nvGrpSpPr>
          <p:cNvPr id="16393" name="Group 46">
            <a:extLst>
              <a:ext uri="{FF2B5EF4-FFF2-40B4-BE49-F238E27FC236}">
                <a16:creationId xmlns:a16="http://schemas.microsoft.com/office/drawing/2014/main" id="{E0E885CC-A5DF-4B3C-95DC-F7B18B3627F4}"/>
              </a:ext>
            </a:extLst>
          </p:cNvPr>
          <p:cNvGrpSpPr>
            <a:grpSpLocks/>
          </p:cNvGrpSpPr>
          <p:nvPr/>
        </p:nvGrpSpPr>
        <p:grpSpPr bwMode="auto">
          <a:xfrm>
            <a:off x="460375" y="2737248"/>
            <a:ext cx="1354138" cy="1944688"/>
            <a:chOff x="2487" y="2846"/>
            <a:chExt cx="853" cy="1225"/>
          </a:xfrm>
        </p:grpSpPr>
        <p:sp>
          <p:nvSpPr>
            <p:cNvPr id="16458" name="Rectangle 25">
              <a:extLst>
                <a:ext uri="{FF2B5EF4-FFF2-40B4-BE49-F238E27FC236}">
                  <a16:creationId xmlns:a16="http://schemas.microsoft.com/office/drawing/2014/main" id="{044E3AB0-9B41-47F9-A1A5-078C911159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7" y="3104"/>
              <a:ext cx="823" cy="96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0000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0001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endParaRPr lang="en-US" altLang="en-US" sz="2000"/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1110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1111</a:t>
              </a:r>
            </a:p>
          </p:txBody>
        </p:sp>
        <p:sp>
          <p:nvSpPr>
            <p:cNvPr id="16459" name="Oval 26">
              <a:extLst>
                <a:ext uri="{FF2B5EF4-FFF2-40B4-BE49-F238E27FC236}">
                  <a16:creationId xmlns:a16="http://schemas.microsoft.com/office/drawing/2014/main" id="{6DB8A073-2259-4DF4-87FA-DE06BBD786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5" y="3466"/>
              <a:ext cx="73" cy="7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endParaRPr lang="en-US" altLang="en-US" sz="2000"/>
            </a:p>
          </p:txBody>
        </p:sp>
        <p:sp>
          <p:nvSpPr>
            <p:cNvPr id="16460" name="Oval 27">
              <a:extLst>
                <a:ext uri="{FF2B5EF4-FFF2-40B4-BE49-F238E27FC236}">
                  <a16:creationId xmlns:a16="http://schemas.microsoft.com/office/drawing/2014/main" id="{496B5AEB-920B-4828-B6FB-698E082904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5" y="3563"/>
              <a:ext cx="73" cy="7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endParaRPr lang="en-US" altLang="en-US" sz="2000"/>
            </a:p>
          </p:txBody>
        </p:sp>
        <p:sp>
          <p:nvSpPr>
            <p:cNvPr id="16461" name="Oval 28">
              <a:extLst>
                <a:ext uri="{FF2B5EF4-FFF2-40B4-BE49-F238E27FC236}">
                  <a16:creationId xmlns:a16="http://schemas.microsoft.com/office/drawing/2014/main" id="{50F27697-FE5F-4203-B8E1-7E290BAFEF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5" y="3660"/>
              <a:ext cx="73" cy="7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endParaRPr lang="en-US" altLang="en-US" sz="2000"/>
            </a:p>
          </p:txBody>
        </p:sp>
        <p:sp>
          <p:nvSpPr>
            <p:cNvPr id="16462" name="Text Box 29">
              <a:extLst>
                <a:ext uri="{FF2B5EF4-FFF2-40B4-BE49-F238E27FC236}">
                  <a16:creationId xmlns:a16="http://schemas.microsoft.com/office/drawing/2014/main" id="{4783E73C-A075-4105-B996-50D2CEF0C7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7" y="2846"/>
              <a:ext cx="79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ABCD   Z</a:t>
              </a:r>
            </a:p>
          </p:txBody>
        </p:sp>
        <p:sp>
          <p:nvSpPr>
            <p:cNvPr id="16463" name="Rectangle 30">
              <a:extLst>
                <a:ext uri="{FF2B5EF4-FFF2-40B4-BE49-F238E27FC236}">
                  <a16:creationId xmlns:a16="http://schemas.microsoft.com/office/drawing/2014/main" id="{A04DF5FA-52C5-49CC-BA96-7B7DDF4378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3" y="3104"/>
              <a:ext cx="267" cy="96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endParaRPr lang="en-US" altLang="en-US" sz="2000"/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endParaRPr lang="en-US" altLang="en-US" sz="2000"/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endParaRPr lang="en-US" altLang="en-US" sz="2000"/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endParaRPr lang="en-US" altLang="en-US" sz="2000"/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endParaRPr lang="en-US" altLang="en-US" sz="2000"/>
            </a:p>
          </p:txBody>
        </p:sp>
      </p:grpSp>
      <p:sp>
        <p:nvSpPr>
          <p:cNvPr id="16394" name="Line 9">
            <a:extLst>
              <a:ext uri="{FF2B5EF4-FFF2-40B4-BE49-F238E27FC236}">
                <a16:creationId xmlns:a16="http://schemas.microsoft.com/office/drawing/2014/main" id="{C21196BB-F1E7-4F3F-89B6-0F3FE2518D05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1470423"/>
            <a:ext cx="4222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5" name="Line 10">
            <a:extLst>
              <a:ext uri="{FF2B5EF4-FFF2-40B4-BE49-F238E27FC236}">
                <a16:creationId xmlns:a16="http://schemas.microsoft.com/office/drawing/2014/main" id="{55F6E98A-BEFB-4A69-B326-1A67C3C4E623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1702198"/>
            <a:ext cx="4222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6" name="Line 11">
            <a:extLst>
              <a:ext uri="{FF2B5EF4-FFF2-40B4-BE49-F238E27FC236}">
                <a16:creationId xmlns:a16="http://schemas.microsoft.com/office/drawing/2014/main" id="{32F1F289-0A76-4EF2-B654-1BBBF0E98A5D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1932386"/>
            <a:ext cx="4222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7" name="Line 12">
            <a:extLst>
              <a:ext uri="{FF2B5EF4-FFF2-40B4-BE49-F238E27FC236}">
                <a16:creationId xmlns:a16="http://schemas.microsoft.com/office/drawing/2014/main" id="{85E43A81-6482-41E9-9C57-80E00E200816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2187973"/>
            <a:ext cx="4222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8" name="Text Box 14">
            <a:extLst>
              <a:ext uri="{FF2B5EF4-FFF2-40B4-BE49-F238E27FC236}">
                <a16:creationId xmlns:a16="http://schemas.microsoft.com/office/drawing/2014/main" id="{A8E57698-D33D-4745-8856-D3F8576E2F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7625" y="1495823"/>
            <a:ext cx="354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B</a:t>
            </a:r>
          </a:p>
        </p:txBody>
      </p:sp>
      <p:sp>
        <p:nvSpPr>
          <p:cNvPr id="16399" name="Text Box 15">
            <a:extLst>
              <a:ext uri="{FF2B5EF4-FFF2-40B4-BE49-F238E27FC236}">
                <a16:creationId xmlns:a16="http://schemas.microsoft.com/office/drawing/2014/main" id="{87DE8BDF-D37D-4308-A8F2-B10975F89F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5400" y="1740298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C</a:t>
            </a:r>
          </a:p>
        </p:txBody>
      </p:sp>
      <p:sp>
        <p:nvSpPr>
          <p:cNvPr id="16400" name="Text Box 16">
            <a:extLst>
              <a:ext uri="{FF2B5EF4-FFF2-40B4-BE49-F238E27FC236}">
                <a16:creationId xmlns:a16="http://schemas.microsoft.com/office/drawing/2014/main" id="{1C7ACAFE-F5C0-4420-B173-A115304126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7625" y="1995886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D</a:t>
            </a:r>
          </a:p>
        </p:txBody>
      </p:sp>
      <p:sp>
        <p:nvSpPr>
          <p:cNvPr id="16401" name="Text Box 14">
            <a:extLst>
              <a:ext uri="{FF2B5EF4-FFF2-40B4-BE49-F238E27FC236}">
                <a16:creationId xmlns:a16="http://schemas.microsoft.com/office/drawing/2014/main" id="{002288CE-5E15-4874-94C0-8DF7B0F26A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2863" y="1264048"/>
            <a:ext cx="355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A</a:t>
            </a:r>
          </a:p>
        </p:txBody>
      </p:sp>
      <p:grpSp>
        <p:nvGrpSpPr>
          <p:cNvPr id="3" name="Group 101">
            <a:extLst>
              <a:ext uri="{FF2B5EF4-FFF2-40B4-BE49-F238E27FC236}">
                <a16:creationId xmlns:a16="http://schemas.microsoft.com/office/drawing/2014/main" id="{7B9BB3EB-2E60-4F81-B704-C5340DA71660}"/>
              </a:ext>
            </a:extLst>
          </p:cNvPr>
          <p:cNvGrpSpPr>
            <a:grpSpLocks/>
          </p:cNvGrpSpPr>
          <p:nvPr/>
        </p:nvGrpSpPr>
        <p:grpSpPr bwMode="auto">
          <a:xfrm>
            <a:off x="2289175" y="2737248"/>
            <a:ext cx="1354138" cy="1944688"/>
            <a:chOff x="2171700" y="2895600"/>
            <a:chExt cx="1354137" cy="1944688"/>
          </a:xfrm>
        </p:grpSpPr>
        <p:sp>
          <p:nvSpPr>
            <p:cNvPr id="16452" name="Rectangle 22">
              <a:extLst>
                <a:ext uri="{FF2B5EF4-FFF2-40B4-BE49-F238E27FC236}">
                  <a16:creationId xmlns:a16="http://schemas.microsoft.com/office/drawing/2014/main" id="{4E740441-8B27-43A7-8DF7-5BD7A8B948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9325" y="3305175"/>
              <a:ext cx="1306512" cy="1535113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0000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0001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endParaRPr lang="en-US" altLang="en-US" sz="2000"/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1110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1111</a:t>
              </a:r>
            </a:p>
          </p:txBody>
        </p:sp>
        <p:sp>
          <p:nvSpPr>
            <p:cNvPr id="16453" name="Oval 23">
              <a:extLst>
                <a:ext uri="{FF2B5EF4-FFF2-40B4-BE49-F238E27FC236}">
                  <a16:creationId xmlns:a16="http://schemas.microsoft.com/office/drawing/2014/main" id="{F3C8B8A1-FABA-43B8-AA77-0017795D91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5400" y="3879850"/>
              <a:ext cx="115887" cy="11588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endParaRPr lang="en-US" altLang="en-US" sz="2000"/>
            </a:p>
          </p:txBody>
        </p:sp>
        <p:sp>
          <p:nvSpPr>
            <p:cNvPr id="16454" name="Oval 24">
              <a:extLst>
                <a:ext uri="{FF2B5EF4-FFF2-40B4-BE49-F238E27FC236}">
                  <a16:creationId xmlns:a16="http://schemas.microsoft.com/office/drawing/2014/main" id="{77BB2208-2B43-407B-BEC2-75CF045DD1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5400" y="4033838"/>
              <a:ext cx="115887" cy="115887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endParaRPr lang="en-US" altLang="en-US" sz="2000"/>
            </a:p>
          </p:txBody>
        </p:sp>
        <p:sp>
          <p:nvSpPr>
            <p:cNvPr id="16455" name="Oval 25">
              <a:extLst>
                <a:ext uri="{FF2B5EF4-FFF2-40B4-BE49-F238E27FC236}">
                  <a16:creationId xmlns:a16="http://schemas.microsoft.com/office/drawing/2014/main" id="{954BF6DF-668B-4F1F-9900-0564549407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5400" y="4187825"/>
              <a:ext cx="115887" cy="11588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endParaRPr lang="en-US" altLang="en-US" sz="2000"/>
            </a:p>
          </p:txBody>
        </p:sp>
        <p:sp>
          <p:nvSpPr>
            <p:cNvPr id="16456" name="Text Box 26">
              <a:extLst>
                <a:ext uri="{FF2B5EF4-FFF2-40B4-BE49-F238E27FC236}">
                  <a16:creationId xmlns:a16="http://schemas.microsoft.com/office/drawing/2014/main" id="{6D87A269-D1F9-4F6E-B3B5-7ECEA46680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71700" y="2895600"/>
              <a:ext cx="12573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ABCD   Z</a:t>
              </a:r>
            </a:p>
          </p:txBody>
        </p:sp>
        <p:sp>
          <p:nvSpPr>
            <p:cNvPr id="16457" name="Rectangle 27">
              <a:extLst>
                <a:ext uri="{FF2B5EF4-FFF2-40B4-BE49-F238E27FC236}">
                  <a16:creationId xmlns:a16="http://schemas.microsoft.com/office/drawing/2014/main" id="{B3CF9010-E333-4D5F-88C6-8BAEC26E8F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1975" y="3305175"/>
              <a:ext cx="423862" cy="1535113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0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0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endParaRPr lang="en-US" altLang="en-US" sz="2000"/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0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1</a:t>
              </a:r>
            </a:p>
          </p:txBody>
        </p:sp>
      </p:grpSp>
      <p:grpSp>
        <p:nvGrpSpPr>
          <p:cNvPr id="4" name="Group 102">
            <a:extLst>
              <a:ext uri="{FF2B5EF4-FFF2-40B4-BE49-F238E27FC236}">
                <a16:creationId xmlns:a16="http://schemas.microsoft.com/office/drawing/2014/main" id="{3D352A5B-DA64-4A64-B6B5-57B9D596E78F}"/>
              </a:ext>
            </a:extLst>
          </p:cNvPr>
          <p:cNvGrpSpPr>
            <a:grpSpLocks/>
          </p:cNvGrpSpPr>
          <p:nvPr/>
        </p:nvGrpSpPr>
        <p:grpSpPr bwMode="auto">
          <a:xfrm>
            <a:off x="2149475" y="5251848"/>
            <a:ext cx="1828800" cy="1127125"/>
            <a:chOff x="1981200" y="5349875"/>
            <a:chExt cx="1828800" cy="1127125"/>
          </a:xfrm>
        </p:grpSpPr>
        <p:sp>
          <p:nvSpPr>
            <p:cNvPr id="16441" name="Rectangle 28">
              <a:extLst>
                <a:ext uri="{FF2B5EF4-FFF2-40B4-BE49-F238E27FC236}">
                  <a16:creationId xmlns:a16="http://schemas.microsoft.com/office/drawing/2014/main" id="{11BD2913-3030-4D87-9083-FF8EA1F61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3675" y="5541963"/>
              <a:ext cx="730250" cy="73025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AND</a:t>
              </a:r>
            </a:p>
          </p:txBody>
        </p:sp>
        <p:sp>
          <p:nvSpPr>
            <p:cNvPr id="16442" name="Line 29">
              <a:extLst>
                <a:ext uri="{FF2B5EF4-FFF2-40B4-BE49-F238E27FC236}">
                  <a16:creationId xmlns:a16="http://schemas.microsoft.com/office/drawing/2014/main" id="{536A065C-AFC1-4E52-B49B-CFE377F734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67100" y="5867400"/>
              <a:ext cx="3429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43" name="Text Box 30">
              <a:extLst>
                <a:ext uri="{FF2B5EF4-FFF2-40B4-BE49-F238E27FC236}">
                  <a16:creationId xmlns:a16="http://schemas.microsoft.com/office/drawing/2014/main" id="{920AB302-AD55-4096-A673-B6BBCD9159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5825" y="5491163"/>
              <a:ext cx="33972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Z</a:t>
              </a:r>
            </a:p>
          </p:txBody>
        </p:sp>
        <p:sp>
          <p:nvSpPr>
            <p:cNvPr id="16444" name="Line 31">
              <a:extLst>
                <a:ext uri="{FF2B5EF4-FFF2-40B4-BE49-F238E27FC236}">
                  <a16:creationId xmlns:a16="http://schemas.microsoft.com/office/drawing/2014/main" id="{0794D2C5-C061-4084-B4DC-278BA0C060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1400" y="5554663"/>
              <a:ext cx="42227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45" name="Line 32">
              <a:extLst>
                <a:ext uri="{FF2B5EF4-FFF2-40B4-BE49-F238E27FC236}">
                  <a16:creationId xmlns:a16="http://schemas.microsoft.com/office/drawing/2014/main" id="{3F813D9D-17CE-452F-822D-8D8EC1EBB2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1400" y="5786438"/>
              <a:ext cx="42227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46" name="Line 33">
              <a:extLst>
                <a:ext uri="{FF2B5EF4-FFF2-40B4-BE49-F238E27FC236}">
                  <a16:creationId xmlns:a16="http://schemas.microsoft.com/office/drawing/2014/main" id="{6980A877-E83C-4F50-A39D-1F7376E5EB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1400" y="6016625"/>
              <a:ext cx="42227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47" name="Line 34">
              <a:extLst>
                <a:ext uri="{FF2B5EF4-FFF2-40B4-BE49-F238E27FC236}">
                  <a16:creationId xmlns:a16="http://schemas.microsoft.com/office/drawing/2014/main" id="{A5D1C47C-168E-46FC-BF11-A3CEBF4C85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1400" y="6272213"/>
              <a:ext cx="42227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48" name="Text Box 35">
              <a:extLst>
                <a:ext uri="{FF2B5EF4-FFF2-40B4-BE49-F238E27FC236}">
                  <a16:creationId xmlns:a16="http://schemas.microsoft.com/office/drawing/2014/main" id="{5F46AEDF-DFFC-4F9F-B1BB-C422724161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3425" y="5349875"/>
              <a:ext cx="354012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A</a:t>
              </a:r>
            </a:p>
          </p:txBody>
        </p:sp>
        <p:sp>
          <p:nvSpPr>
            <p:cNvPr id="16449" name="Text Box 36">
              <a:extLst>
                <a:ext uri="{FF2B5EF4-FFF2-40B4-BE49-F238E27FC236}">
                  <a16:creationId xmlns:a16="http://schemas.microsoft.com/office/drawing/2014/main" id="{5394EC5F-9408-4905-8C4B-328AD853B3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3425" y="5580063"/>
              <a:ext cx="354012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B</a:t>
              </a:r>
            </a:p>
          </p:txBody>
        </p:sp>
        <p:sp>
          <p:nvSpPr>
            <p:cNvPr id="16450" name="Text Box 37">
              <a:extLst>
                <a:ext uri="{FF2B5EF4-FFF2-40B4-BE49-F238E27FC236}">
                  <a16:creationId xmlns:a16="http://schemas.microsoft.com/office/drawing/2014/main" id="{B3A913D8-AECA-419A-9BA6-13176E4E0F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1200" y="5824538"/>
              <a:ext cx="3683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C</a:t>
              </a:r>
            </a:p>
          </p:txBody>
        </p:sp>
        <p:sp>
          <p:nvSpPr>
            <p:cNvPr id="16451" name="Text Box 38">
              <a:extLst>
                <a:ext uri="{FF2B5EF4-FFF2-40B4-BE49-F238E27FC236}">
                  <a16:creationId xmlns:a16="http://schemas.microsoft.com/office/drawing/2014/main" id="{9F79724A-6BF7-4D2D-8652-73D7AEDE85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3425" y="6080125"/>
              <a:ext cx="3683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D</a:t>
              </a:r>
            </a:p>
          </p:txBody>
        </p:sp>
      </p:grpSp>
      <p:grpSp>
        <p:nvGrpSpPr>
          <p:cNvPr id="5" name="Group 103">
            <a:extLst>
              <a:ext uri="{FF2B5EF4-FFF2-40B4-BE49-F238E27FC236}">
                <a16:creationId xmlns:a16="http://schemas.microsoft.com/office/drawing/2014/main" id="{B0813A27-53EB-4802-8680-43895C4418FC}"/>
              </a:ext>
            </a:extLst>
          </p:cNvPr>
          <p:cNvGrpSpPr>
            <a:grpSpLocks/>
          </p:cNvGrpSpPr>
          <p:nvPr/>
        </p:nvGrpSpPr>
        <p:grpSpPr bwMode="auto">
          <a:xfrm>
            <a:off x="4541838" y="2737248"/>
            <a:ext cx="1354137" cy="1944688"/>
            <a:chOff x="4208463" y="2895600"/>
            <a:chExt cx="1354137" cy="1944688"/>
          </a:xfrm>
        </p:grpSpPr>
        <p:sp>
          <p:nvSpPr>
            <p:cNvPr id="16435" name="Rectangle 22">
              <a:extLst>
                <a:ext uri="{FF2B5EF4-FFF2-40B4-BE49-F238E27FC236}">
                  <a16:creationId xmlns:a16="http://schemas.microsoft.com/office/drawing/2014/main" id="{EB04E286-09FE-42A8-BB40-8C39824D60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6088" y="3305175"/>
              <a:ext cx="1306512" cy="1535113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0000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0001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endParaRPr lang="en-US" altLang="en-US" sz="2000"/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1110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1111</a:t>
              </a:r>
            </a:p>
          </p:txBody>
        </p:sp>
        <p:sp>
          <p:nvSpPr>
            <p:cNvPr id="16436" name="Oval 23">
              <a:extLst>
                <a:ext uri="{FF2B5EF4-FFF2-40B4-BE49-F238E27FC236}">
                  <a16:creationId xmlns:a16="http://schemas.microsoft.com/office/drawing/2014/main" id="{00864A91-5661-45AD-8B1F-5FAA81476A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2163" y="3879850"/>
              <a:ext cx="115887" cy="11588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endParaRPr lang="en-US" altLang="en-US" sz="2000"/>
            </a:p>
          </p:txBody>
        </p:sp>
        <p:sp>
          <p:nvSpPr>
            <p:cNvPr id="16437" name="Oval 24">
              <a:extLst>
                <a:ext uri="{FF2B5EF4-FFF2-40B4-BE49-F238E27FC236}">
                  <a16:creationId xmlns:a16="http://schemas.microsoft.com/office/drawing/2014/main" id="{5625857B-06DB-4858-9538-3EB3C71DDA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2163" y="4033838"/>
              <a:ext cx="115887" cy="115887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endParaRPr lang="en-US" altLang="en-US" sz="2000"/>
            </a:p>
          </p:txBody>
        </p:sp>
        <p:sp>
          <p:nvSpPr>
            <p:cNvPr id="16438" name="Oval 25">
              <a:extLst>
                <a:ext uri="{FF2B5EF4-FFF2-40B4-BE49-F238E27FC236}">
                  <a16:creationId xmlns:a16="http://schemas.microsoft.com/office/drawing/2014/main" id="{7DA326B5-84DD-4F74-9166-1D33A77005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2163" y="4187825"/>
              <a:ext cx="115887" cy="11588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endParaRPr lang="en-US" altLang="en-US" sz="2000"/>
            </a:p>
          </p:txBody>
        </p:sp>
        <p:sp>
          <p:nvSpPr>
            <p:cNvPr id="16439" name="Text Box 26">
              <a:extLst>
                <a:ext uri="{FF2B5EF4-FFF2-40B4-BE49-F238E27FC236}">
                  <a16:creationId xmlns:a16="http://schemas.microsoft.com/office/drawing/2014/main" id="{C4DBED40-F7CF-4B1E-8D6B-537DFF93BA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8463" y="2895600"/>
              <a:ext cx="12573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ABCD   Z</a:t>
              </a:r>
            </a:p>
          </p:txBody>
        </p:sp>
        <p:sp>
          <p:nvSpPr>
            <p:cNvPr id="16440" name="Rectangle 27">
              <a:extLst>
                <a:ext uri="{FF2B5EF4-FFF2-40B4-BE49-F238E27FC236}">
                  <a16:creationId xmlns:a16="http://schemas.microsoft.com/office/drawing/2014/main" id="{36A80345-F935-4E28-A8CF-F855835A0C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8738" y="3305175"/>
              <a:ext cx="423862" cy="1535113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0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1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endParaRPr lang="en-US" altLang="en-US" sz="2000"/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1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1</a:t>
              </a:r>
            </a:p>
          </p:txBody>
        </p:sp>
      </p:grpSp>
      <p:grpSp>
        <p:nvGrpSpPr>
          <p:cNvPr id="6" name="Group 104">
            <a:extLst>
              <a:ext uri="{FF2B5EF4-FFF2-40B4-BE49-F238E27FC236}">
                <a16:creationId xmlns:a16="http://schemas.microsoft.com/office/drawing/2014/main" id="{3E0455B5-2683-4C40-A103-9A6C7574D05E}"/>
              </a:ext>
            </a:extLst>
          </p:cNvPr>
          <p:cNvGrpSpPr>
            <a:grpSpLocks/>
          </p:cNvGrpSpPr>
          <p:nvPr/>
        </p:nvGrpSpPr>
        <p:grpSpPr bwMode="auto">
          <a:xfrm>
            <a:off x="4422775" y="5251848"/>
            <a:ext cx="1822450" cy="1127125"/>
            <a:chOff x="4038600" y="5349875"/>
            <a:chExt cx="1822450" cy="1127125"/>
          </a:xfrm>
        </p:grpSpPr>
        <p:sp>
          <p:nvSpPr>
            <p:cNvPr id="16424" name="Rectangle 28">
              <a:extLst>
                <a:ext uri="{FF2B5EF4-FFF2-40B4-BE49-F238E27FC236}">
                  <a16:creationId xmlns:a16="http://schemas.microsoft.com/office/drawing/2014/main" id="{D2F20ADF-6625-4EAE-984E-2AEB181445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1075" y="5541963"/>
              <a:ext cx="730250" cy="73025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OR</a:t>
              </a:r>
            </a:p>
          </p:txBody>
        </p:sp>
        <p:sp>
          <p:nvSpPr>
            <p:cNvPr id="16425" name="Line 35">
              <a:extLst>
                <a:ext uri="{FF2B5EF4-FFF2-40B4-BE49-F238E27FC236}">
                  <a16:creationId xmlns:a16="http://schemas.microsoft.com/office/drawing/2014/main" id="{03BA2C03-7CFA-4FCE-845B-203B333382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24500" y="5867400"/>
              <a:ext cx="3048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26" name="Text Box 36">
              <a:extLst>
                <a:ext uri="{FF2B5EF4-FFF2-40B4-BE49-F238E27FC236}">
                  <a16:creationId xmlns:a16="http://schemas.microsoft.com/office/drawing/2014/main" id="{6D08B449-C67E-4183-A80A-E29D724C84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21325" y="5491163"/>
              <a:ext cx="33972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Z</a:t>
              </a:r>
            </a:p>
          </p:txBody>
        </p:sp>
        <p:sp>
          <p:nvSpPr>
            <p:cNvPr id="16427" name="Line 37">
              <a:extLst>
                <a:ext uri="{FF2B5EF4-FFF2-40B4-BE49-F238E27FC236}">
                  <a16:creationId xmlns:a16="http://schemas.microsoft.com/office/drawing/2014/main" id="{B5F7A65E-AB50-44E3-B1D0-C0BD5F9FEA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800" y="5554663"/>
              <a:ext cx="42227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28" name="Line 38">
              <a:extLst>
                <a:ext uri="{FF2B5EF4-FFF2-40B4-BE49-F238E27FC236}">
                  <a16:creationId xmlns:a16="http://schemas.microsoft.com/office/drawing/2014/main" id="{89382E0E-1E49-404C-96FB-9C32C32E22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800" y="5786438"/>
              <a:ext cx="42227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29" name="Line 39">
              <a:extLst>
                <a:ext uri="{FF2B5EF4-FFF2-40B4-BE49-F238E27FC236}">
                  <a16:creationId xmlns:a16="http://schemas.microsoft.com/office/drawing/2014/main" id="{B60B5977-1839-4B11-B174-7A405EE719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800" y="6016625"/>
              <a:ext cx="42227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30" name="Line 40">
              <a:extLst>
                <a:ext uri="{FF2B5EF4-FFF2-40B4-BE49-F238E27FC236}">
                  <a16:creationId xmlns:a16="http://schemas.microsoft.com/office/drawing/2014/main" id="{A3DCF999-3096-4CA0-B12C-7A8AA35A90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800" y="6272213"/>
              <a:ext cx="42227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31" name="Text Box 41">
              <a:extLst>
                <a:ext uri="{FF2B5EF4-FFF2-40B4-BE49-F238E27FC236}">
                  <a16:creationId xmlns:a16="http://schemas.microsoft.com/office/drawing/2014/main" id="{0F40A573-0F99-4973-B663-AEFFD5F22B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0825" y="5349875"/>
              <a:ext cx="354012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A</a:t>
              </a:r>
            </a:p>
          </p:txBody>
        </p:sp>
        <p:sp>
          <p:nvSpPr>
            <p:cNvPr id="16432" name="Text Box 42">
              <a:extLst>
                <a:ext uri="{FF2B5EF4-FFF2-40B4-BE49-F238E27FC236}">
                  <a16:creationId xmlns:a16="http://schemas.microsoft.com/office/drawing/2014/main" id="{F2655F27-43A7-4A81-807E-25DF6C541A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0825" y="5580063"/>
              <a:ext cx="354012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B</a:t>
              </a:r>
            </a:p>
          </p:txBody>
        </p:sp>
        <p:sp>
          <p:nvSpPr>
            <p:cNvPr id="16433" name="Text Box 43">
              <a:extLst>
                <a:ext uri="{FF2B5EF4-FFF2-40B4-BE49-F238E27FC236}">
                  <a16:creationId xmlns:a16="http://schemas.microsoft.com/office/drawing/2014/main" id="{B5159594-9B6C-4BEC-9E02-57D04BE9CC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8600" y="5824538"/>
              <a:ext cx="3683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C</a:t>
              </a:r>
            </a:p>
          </p:txBody>
        </p:sp>
        <p:sp>
          <p:nvSpPr>
            <p:cNvPr id="16434" name="Text Box 44">
              <a:extLst>
                <a:ext uri="{FF2B5EF4-FFF2-40B4-BE49-F238E27FC236}">
                  <a16:creationId xmlns:a16="http://schemas.microsoft.com/office/drawing/2014/main" id="{CBDD5F84-5A4C-485A-86D3-24248FC7FF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0825" y="6080125"/>
              <a:ext cx="3683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D</a:t>
              </a:r>
            </a:p>
          </p:txBody>
        </p:sp>
      </p:grpSp>
      <p:grpSp>
        <p:nvGrpSpPr>
          <p:cNvPr id="7" name="Group 107">
            <a:extLst>
              <a:ext uri="{FF2B5EF4-FFF2-40B4-BE49-F238E27FC236}">
                <a16:creationId xmlns:a16="http://schemas.microsoft.com/office/drawing/2014/main" id="{2D030247-2342-4A17-BA00-F9E21E5557D2}"/>
              </a:ext>
            </a:extLst>
          </p:cNvPr>
          <p:cNvGrpSpPr>
            <a:grpSpLocks/>
          </p:cNvGrpSpPr>
          <p:nvPr/>
        </p:nvGrpSpPr>
        <p:grpSpPr bwMode="auto">
          <a:xfrm>
            <a:off x="6916738" y="2202261"/>
            <a:ext cx="1354137" cy="2479675"/>
            <a:chOff x="7104063" y="2398711"/>
            <a:chExt cx="1354137" cy="2479677"/>
          </a:xfrm>
        </p:grpSpPr>
        <p:sp>
          <p:nvSpPr>
            <p:cNvPr id="16418" name="Rectangle 22">
              <a:extLst>
                <a:ext uri="{FF2B5EF4-FFF2-40B4-BE49-F238E27FC236}">
                  <a16:creationId xmlns:a16="http://schemas.microsoft.com/office/drawing/2014/main" id="{8D2ED81A-5DA8-4A78-82E7-9CD8011C20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51688" y="2741612"/>
              <a:ext cx="1306512" cy="213518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X000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X001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X010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endParaRPr lang="en-US" altLang="en-US" sz="2000"/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X101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X110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X111</a:t>
              </a:r>
            </a:p>
          </p:txBody>
        </p:sp>
        <p:sp>
          <p:nvSpPr>
            <p:cNvPr id="16419" name="Text Box 26">
              <a:extLst>
                <a:ext uri="{FF2B5EF4-FFF2-40B4-BE49-F238E27FC236}">
                  <a16:creationId xmlns:a16="http://schemas.microsoft.com/office/drawing/2014/main" id="{E069D94E-CE7B-48C1-BECC-9E40619580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04063" y="2398711"/>
              <a:ext cx="12573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ABCD   Z</a:t>
              </a:r>
            </a:p>
          </p:txBody>
        </p:sp>
        <p:sp>
          <p:nvSpPr>
            <p:cNvPr id="16420" name="Rectangle 27">
              <a:extLst>
                <a:ext uri="{FF2B5EF4-FFF2-40B4-BE49-F238E27FC236}">
                  <a16:creationId xmlns:a16="http://schemas.microsoft.com/office/drawing/2014/main" id="{FE1BAA22-D548-4380-9FB4-1500F25ACC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34338" y="2743200"/>
              <a:ext cx="423862" cy="213518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t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0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1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0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endParaRPr lang="en-US" altLang="en-US" sz="2000"/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0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1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1</a:t>
              </a:r>
            </a:p>
          </p:txBody>
        </p:sp>
        <p:sp>
          <p:nvSpPr>
            <p:cNvPr id="16421" name="Oval 24">
              <a:extLst>
                <a:ext uri="{FF2B5EF4-FFF2-40B4-BE49-F238E27FC236}">
                  <a16:creationId xmlns:a16="http://schemas.microsoft.com/office/drawing/2014/main" id="{DFA7FBE9-52DA-4201-84FD-6963C549E8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04113" y="3617911"/>
              <a:ext cx="115887" cy="115887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endParaRPr lang="en-US" altLang="en-US" sz="2000"/>
            </a:p>
          </p:txBody>
        </p:sp>
        <p:sp>
          <p:nvSpPr>
            <p:cNvPr id="16422" name="Oval 24">
              <a:extLst>
                <a:ext uri="{FF2B5EF4-FFF2-40B4-BE49-F238E27FC236}">
                  <a16:creationId xmlns:a16="http://schemas.microsoft.com/office/drawing/2014/main" id="{7B0742F9-BBAC-410C-8193-642A46C368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05700" y="3770311"/>
              <a:ext cx="115887" cy="115887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endParaRPr lang="en-US" altLang="en-US" sz="2000"/>
            </a:p>
          </p:txBody>
        </p:sp>
        <p:sp>
          <p:nvSpPr>
            <p:cNvPr id="16423" name="Oval 24">
              <a:extLst>
                <a:ext uri="{FF2B5EF4-FFF2-40B4-BE49-F238E27FC236}">
                  <a16:creationId xmlns:a16="http://schemas.microsoft.com/office/drawing/2014/main" id="{955FDC43-D381-461F-BD97-BDF9AD5AE8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05700" y="3922711"/>
              <a:ext cx="115887" cy="115887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endParaRPr lang="en-US" altLang="en-US" sz="2000"/>
            </a:p>
          </p:txBody>
        </p:sp>
      </p:grpSp>
      <p:grpSp>
        <p:nvGrpSpPr>
          <p:cNvPr id="8" name="Group 108">
            <a:extLst>
              <a:ext uri="{FF2B5EF4-FFF2-40B4-BE49-F238E27FC236}">
                <a16:creationId xmlns:a16="http://schemas.microsoft.com/office/drawing/2014/main" id="{31EAF416-0967-4E77-AC81-73196B80965C}"/>
              </a:ext>
            </a:extLst>
          </p:cNvPr>
          <p:cNvGrpSpPr>
            <a:grpSpLocks/>
          </p:cNvGrpSpPr>
          <p:nvPr/>
        </p:nvGrpSpPr>
        <p:grpSpPr bwMode="auto">
          <a:xfrm>
            <a:off x="6861175" y="4854973"/>
            <a:ext cx="1828800" cy="1311275"/>
            <a:chOff x="6743700" y="5013325"/>
            <a:chExt cx="1828800" cy="1311275"/>
          </a:xfrm>
        </p:grpSpPr>
        <p:sp>
          <p:nvSpPr>
            <p:cNvPr id="16408" name="Text Box 34">
              <a:extLst>
                <a:ext uri="{FF2B5EF4-FFF2-40B4-BE49-F238E27FC236}">
                  <a16:creationId xmlns:a16="http://schemas.microsoft.com/office/drawing/2014/main" id="{0E428DC0-19A0-4E1A-AC83-620B0B5E89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66037" y="5013325"/>
              <a:ext cx="354013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B</a:t>
              </a:r>
            </a:p>
          </p:txBody>
        </p:sp>
        <p:sp>
          <p:nvSpPr>
            <p:cNvPr id="16409" name="Rectangle 28">
              <a:extLst>
                <a:ext uri="{FF2B5EF4-FFF2-40B4-BE49-F238E27FC236}">
                  <a16:creationId xmlns:a16="http://schemas.microsoft.com/office/drawing/2014/main" id="{093B6C03-63E2-4A90-B54C-5AC408D0B5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96175" y="5594350"/>
              <a:ext cx="730250" cy="73025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2:1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Mux</a:t>
              </a:r>
            </a:p>
          </p:txBody>
        </p:sp>
        <p:sp>
          <p:nvSpPr>
            <p:cNvPr id="16410" name="Line 29">
              <a:extLst>
                <a:ext uri="{FF2B5EF4-FFF2-40B4-BE49-F238E27FC236}">
                  <a16:creationId xmlns:a16="http://schemas.microsoft.com/office/drawing/2014/main" id="{698FB69C-3C28-4DC2-A332-5AC6FF0BA4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42250" y="5326062"/>
              <a:ext cx="0" cy="268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1" name="Line 30">
              <a:extLst>
                <a:ext uri="{FF2B5EF4-FFF2-40B4-BE49-F238E27FC236}">
                  <a16:creationId xmlns:a16="http://schemas.microsoft.com/office/drawing/2014/main" id="{755A25CF-44EE-4361-98BE-1EFFDFCCAC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73900" y="5838825"/>
              <a:ext cx="42227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2" name="Line 31">
              <a:extLst>
                <a:ext uri="{FF2B5EF4-FFF2-40B4-BE49-F238E27FC236}">
                  <a16:creationId xmlns:a16="http://schemas.microsoft.com/office/drawing/2014/main" id="{A968EC6A-4137-4159-8627-B1B4A19932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73900" y="6094412"/>
              <a:ext cx="42227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3" name="Text Box 32">
              <a:extLst>
                <a:ext uri="{FF2B5EF4-FFF2-40B4-BE49-F238E27FC236}">
                  <a16:creationId xmlns:a16="http://schemas.microsoft.com/office/drawing/2014/main" id="{644FC94C-B205-4F00-8274-BA5C9C00CB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43700" y="5646737"/>
              <a:ext cx="3683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C</a:t>
              </a:r>
            </a:p>
          </p:txBody>
        </p:sp>
        <p:sp>
          <p:nvSpPr>
            <p:cNvPr id="16414" name="Text Box 33">
              <a:extLst>
                <a:ext uri="{FF2B5EF4-FFF2-40B4-BE49-F238E27FC236}">
                  <a16:creationId xmlns:a16="http://schemas.microsoft.com/office/drawing/2014/main" id="{0E7DA0E7-D5FD-4642-B412-0983854DC6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7512" y="5902325"/>
              <a:ext cx="3683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D</a:t>
              </a:r>
            </a:p>
          </p:txBody>
        </p:sp>
        <p:sp>
          <p:nvSpPr>
            <p:cNvPr id="16415" name="Line 35">
              <a:extLst>
                <a:ext uri="{FF2B5EF4-FFF2-40B4-BE49-F238E27FC236}">
                  <a16:creationId xmlns:a16="http://schemas.microsoft.com/office/drawing/2014/main" id="{9A744452-294B-49DE-99BF-BB3EFCBEF8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29600" y="5905499"/>
              <a:ext cx="342900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6" name="Text Box 36">
              <a:extLst>
                <a:ext uri="{FF2B5EF4-FFF2-40B4-BE49-F238E27FC236}">
                  <a16:creationId xmlns:a16="http://schemas.microsoft.com/office/drawing/2014/main" id="{60076FEC-F356-428C-9A5E-3C75A175F1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26425" y="5543550"/>
              <a:ext cx="33972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Z</a:t>
              </a:r>
            </a:p>
          </p:txBody>
        </p:sp>
        <p:sp>
          <p:nvSpPr>
            <p:cNvPr id="16417" name="TextBox 95">
              <a:extLst>
                <a:ext uri="{FF2B5EF4-FFF2-40B4-BE49-F238E27FC236}">
                  <a16:creationId xmlns:a16="http://schemas.microsoft.com/office/drawing/2014/main" id="{0AB15C1F-6179-45ED-B566-56FB8B8E23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19975" y="5692775"/>
              <a:ext cx="296863" cy="581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600"/>
                <a:t>1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600"/>
                <a:t>0</a:t>
              </a:r>
            </a:p>
          </p:txBody>
        </p:sp>
      </p:grpSp>
      <p:sp>
        <p:nvSpPr>
          <p:cNvPr id="80" name="Slide Number Placeholder 15">
            <a:extLst>
              <a:ext uri="{FF2B5EF4-FFF2-40B4-BE49-F238E27FC236}">
                <a16:creationId xmlns:a16="http://schemas.microsoft.com/office/drawing/2014/main" id="{E7091520-6CBF-4217-A838-89755DF1F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7958"/>
            <a:ext cx="1905000" cy="35719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643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Title 2">
            <a:extLst>
              <a:ext uri="{FF2B5EF4-FFF2-40B4-BE49-F238E27FC236}">
                <a16:creationId xmlns:a16="http://schemas.microsoft.com/office/drawing/2014/main" id="{243298D1-74E4-42D0-B315-D57E9E411F1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85800" y="47169"/>
            <a:ext cx="7772400" cy="1143000"/>
          </a:xfrm>
        </p:spPr>
        <p:txBody>
          <a:bodyPr lIns="274320" tIns="45720" rIns="274320" bIns="45720"/>
          <a:lstStyle/>
          <a:p>
            <a:r>
              <a:rPr lang="en-US" altLang="en-US" sz="3200" b="1" kern="1200" dirty="0">
                <a:solidFill>
                  <a:srgbClr val="CC0066"/>
                </a:solidFill>
                <a:latin typeface="+mn-lt"/>
                <a:ea typeface="+mn-ea"/>
                <a:cs typeface="+mn-cs"/>
              </a:rPr>
              <a:t>Computational Fabric - LUT</a:t>
            </a:r>
          </a:p>
        </p:txBody>
      </p:sp>
      <p:sp>
        <p:nvSpPr>
          <p:cNvPr id="17413" name="Rectangle 8">
            <a:extLst>
              <a:ext uri="{FF2B5EF4-FFF2-40B4-BE49-F238E27FC236}">
                <a16:creationId xmlns:a16="http://schemas.microsoft.com/office/drawing/2014/main" id="{92051066-3DF7-4AF4-82C6-2CCF4A1A6E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5013" y="1197943"/>
            <a:ext cx="768350" cy="1036637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4-LUT</a:t>
            </a:r>
          </a:p>
        </p:txBody>
      </p:sp>
      <p:sp>
        <p:nvSpPr>
          <p:cNvPr id="17414" name="Line 17">
            <a:extLst>
              <a:ext uri="{FF2B5EF4-FFF2-40B4-BE49-F238E27FC236}">
                <a16:creationId xmlns:a16="http://schemas.microsoft.com/office/drawing/2014/main" id="{790B7455-B816-44A5-B6AB-FBC60671776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98638" y="4330080"/>
            <a:ext cx="10287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15" name="Text Box 18">
            <a:extLst>
              <a:ext uri="{FF2B5EF4-FFF2-40B4-BE49-F238E27FC236}">
                <a16:creationId xmlns:a16="http://schemas.microsoft.com/office/drawing/2014/main" id="{1D0FCF27-04F5-4415-8781-64EEA4A2AF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8313" y="1015380"/>
            <a:ext cx="339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Z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5017E4F-F6CE-4F81-9BBF-8C95E7891F63}"/>
              </a:ext>
            </a:extLst>
          </p:cNvPr>
          <p:cNvSpPr/>
          <p:nvPr/>
        </p:nvSpPr>
        <p:spPr>
          <a:xfrm>
            <a:off x="5799138" y="1045852"/>
            <a:ext cx="2819400" cy="6858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000" dirty="0">
                <a:solidFill>
                  <a:schemeClr val="accent2"/>
                </a:solidFill>
              </a:rPr>
              <a:t>LUT = Look up Table</a:t>
            </a:r>
          </a:p>
        </p:txBody>
      </p:sp>
      <p:sp>
        <p:nvSpPr>
          <p:cNvPr id="17417" name="Line 9">
            <a:extLst>
              <a:ext uri="{FF2B5EF4-FFF2-40B4-BE49-F238E27FC236}">
                <a16:creationId xmlns:a16="http://schemas.microsoft.com/office/drawing/2014/main" id="{5DBDB3A8-BEFB-464F-B2C9-C37440C6590E}"/>
              </a:ext>
            </a:extLst>
          </p:cNvPr>
          <p:cNvSpPr>
            <a:spLocks noChangeShapeType="1"/>
          </p:cNvSpPr>
          <p:nvPr/>
        </p:nvSpPr>
        <p:spPr bwMode="auto">
          <a:xfrm>
            <a:off x="2862263" y="1374155"/>
            <a:ext cx="4222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18" name="Line 10">
            <a:extLst>
              <a:ext uri="{FF2B5EF4-FFF2-40B4-BE49-F238E27FC236}">
                <a16:creationId xmlns:a16="http://schemas.microsoft.com/office/drawing/2014/main" id="{B606EE0B-A1F1-43BF-9332-816529B9A0C5}"/>
              </a:ext>
            </a:extLst>
          </p:cNvPr>
          <p:cNvSpPr>
            <a:spLocks noChangeShapeType="1"/>
          </p:cNvSpPr>
          <p:nvPr/>
        </p:nvSpPr>
        <p:spPr bwMode="auto">
          <a:xfrm>
            <a:off x="2862263" y="1605930"/>
            <a:ext cx="4222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19" name="Line 11">
            <a:extLst>
              <a:ext uri="{FF2B5EF4-FFF2-40B4-BE49-F238E27FC236}">
                <a16:creationId xmlns:a16="http://schemas.microsoft.com/office/drawing/2014/main" id="{0D162BF8-8BDA-4527-BB6C-4B6EFEC49158}"/>
              </a:ext>
            </a:extLst>
          </p:cNvPr>
          <p:cNvSpPr>
            <a:spLocks noChangeShapeType="1"/>
          </p:cNvSpPr>
          <p:nvPr/>
        </p:nvSpPr>
        <p:spPr bwMode="auto">
          <a:xfrm>
            <a:off x="2862263" y="1836118"/>
            <a:ext cx="4222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20" name="Line 12">
            <a:extLst>
              <a:ext uri="{FF2B5EF4-FFF2-40B4-BE49-F238E27FC236}">
                <a16:creationId xmlns:a16="http://schemas.microsoft.com/office/drawing/2014/main" id="{20B0DEA8-321D-45A2-8CCB-7CF323CC3275}"/>
              </a:ext>
            </a:extLst>
          </p:cNvPr>
          <p:cNvSpPr>
            <a:spLocks noChangeShapeType="1"/>
          </p:cNvSpPr>
          <p:nvPr/>
        </p:nvSpPr>
        <p:spPr bwMode="auto">
          <a:xfrm>
            <a:off x="2862263" y="2091705"/>
            <a:ext cx="4222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21" name="Text Box 14">
            <a:extLst>
              <a:ext uri="{FF2B5EF4-FFF2-40B4-BE49-F238E27FC236}">
                <a16:creationId xmlns:a16="http://schemas.microsoft.com/office/drawing/2014/main" id="{C9138AF3-B1FD-4606-8FB1-CB83A18EB0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4288" y="1399555"/>
            <a:ext cx="354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B</a:t>
            </a:r>
          </a:p>
        </p:txBody>
      </p:sp>
      <p:sp>
        <p:nvSpPr>
          <p:cNvPr id="17422" name="Text Box 15">
            <a:extLst>
              <a:ext uri="{FF2B5EF4-FFF2-40B4-BE49-F238E27FC236}">
                <a16:creationId xmlns:a16="http://schemas.microsoft.com/office/drawing/2014/main" id="{CB2BDBA4-26AE-4F15-8736-2BDB506397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2063" y="1644030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C</a:t>
            </a:r>
          </a:p>
        </p:txBody>
      </p:sp>
      <p:sp>
        <p:nvSpPr>
          <p:cNvPr id="17423" name="Text Box 16">
            <a:extLst>
              <a:ext uri="{FF2B5EF4-FFF2-40B4-BE49-F238E27FC236}">
                <a16:creationId xmlns:a16="http://schemas.microsoft.com/office/drawing/2014/main" id="{DB0EACD3-97CD-40F0-A5EC-9639BF869B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4288" y="1899618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D</a:t>
            </a:r>
          </a:p>
        </p:txBody>
      </p:sp>
      <p:sp>
        <p:nvSpPr>
          <p:cNvPr id="17424" name="Text Box 14">
            <a:extLst>
              <a:ext uri="{FF2B5EF4-FFF2-40B4-BE49-F238E27FC236}">
                <a16:creationId xmlns:a16="http://schemas.microsoft.com/office/drawing/2014/main" id="{163D9B8A-425C-4AE4-A1BB-EA4B9CBD44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9526" y="1167780"/>
            <a:ext cx="355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A</a:t>
            </a:r>
          </a:p>
        </p:txBody>
      </p:sp>
      <p:sp>
        <p:nvSpPr>
          <p:cNvPr id="17425" name="Rectangle 8">
            <a:extLst>
              <a:ext uri="{FF2B5EF4-FFF2-40B4-BE49-F238E27FC236}">
                <a16:creationId xmlns:a16="http://schemas.microsoft.com/office/drawing/2014/main" id="{88F760FF-3672-4715-BADD-CE730D1C18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6838" y="2348880"/>
            <a:ext cx="3657600" cy="3924300"/>
          </a:xfrm>
          <a:prstGeom prst="rect">
            <a:avLst/>
          </a:prstGeom>
          <a:noFill/>
          <a:ln w="476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How many 4-LUTs needed 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to OR 32-bits</a:t>
            </a:r>
          </a:p>
        </p:txBody>
      </p:sp>
      <p:sp>
        <p:nvSpPr>
          <p:cNvPr id="17426" name="Line 17">
            <a:extLst>
              <a:ext uri="{FF2B5EF4-FFF2-40B4-BE49-F238E27FC236}">
                <a16:creationId xmlns:a16="http://schemas.microsoft.com/office/drawing/2014/main" id="{EBC2F2CC-1AB6-4124-B913-507A53A3F65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46538" y="1374155"/>
            <a:ext cx="838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1B802003-C6F9-423F-BAD6-058F07B460F3}"/>
              </a:ext>
            </a:extLst>
          </p:cNvPr>
          <p:cNvCxnSpPr/>
          <p:nvPr/>
        </p:nvCxnSpPr>
        <p:spPr>
          <a:xfrm rot="5400000">
            <a:off x="2046288" y="4215780"/>
            <a:ext cx="266700" cy="152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28" name="TextBox 98">
            <a:extLst>
              <a:ext uri="{FF2B5EF4-FFF2-40B4-BE49-F238E27FC236}">
                <a16:creationId xmlns:a16="http://schemas.microsoft.com/office/drawing/2014/main" id="{8A49174F-500F-41E7-9A5C-0866D0F0FF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2638" y="3872880"/>
            <a:ext cx="4699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32</a:t>
            </a:r>
          </a:p>
        </p:txBody>
      </p:sp>
      <p:sp>
        <p:nvSpPr>
          <p:cNvPr id="17429" name="Line 17">
            <a:extLst>
              <a:ext uri="{FF2B5EF4-FFF2-40B4-BE49-F238E27FC236}">
                <a16:creationId xmlns:a16="http://schemas.microsoft.com/office/drawing/2014/main" id="{90E86888-DD6D-4F37-B1AD-1C3241B98E3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94438" y="4825380"/>
            <a:ext cx="838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2A089BC7-95C2-4973-9A97-880A704FA014}"/>
              </a:ext>
            </a:extLst>
          </p:cNvPr>
          <p:cNvCxnSpPr/>
          <p:nvPr/>
        </p:nvCxnSpPr>
        <p:spPr>
          <a:xfrm rot="5400000">
            <a:off x="6580188" y="4749180"/>
            <a:ext cx="266700" cy="152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31" name="TextBox 101">
            <a:extLst>
              <a:ext uri="{FF2B5EF4-FFF2-40B4-BE49-F238E27FC236}">
                <a16:creationId xmlns:a16="http://schemas.microsoft.com/office/drawing/2014/main" id="{E431189B-4EFF-4FAB-AFE8-4DFE139919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6538" y="4406280"/>
            <a:ext cx="3270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1</a:t>
            </a:r>
          </a:p>
        </p:txBody>
      </p:sp>
      <p:sp>
        <p:nvSpPr>
          <p:cNvPr id="17432" name="Rectangle 8">
            <a:extLst>
              <a:ext uri="{FF2B5EF4-FFF2-40B4-BE49-F238E27FC236}">
                <a16:creationId xmlns:a16="http://schemas.microsoft.com/office/drawing/2014/main" id="{6F7B55F4-A509-42AD-AC11-3EBC13A642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4363" y="3529980"/>
            <a:ext cx="539750" cy="990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4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LUT</a:t>
            </a:r>
          </a:p>
        </p:txBody>
      </p:sp>
      <p:sp>
        <p:nvSpPr>
          <p:cNvPr id="17433" name="Line 9">
            <a:extLst>
              <a:ext uri="{FF2B5EF4-FFF2-40B4-BE49-F238E27FC236}">
                <a16:creationId xmlns:a16="http://schemas.microsoft.com/office/drawing/2014/main" id="{BDCC4A51-7D64-404C-89FB-06BF62FDB415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1613" y="3568080"/>
            <a:ext cx="4222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34" name="Rectangle 8">
            <a:extLst>
              <a:ext uri="{FF2B5EF4-FFF2-40B4-BE49-F238E27FC236}">
                <a16:creationId xmlns:a16="http://schemas.microsoft.com/office/drawing/2014/main" id="{5358AF68-5539-440F-8247-82A3063925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4363" y="5053980"/>
            <a:ext cx="539750" cy="9525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4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LUT</a:t>
            </a:r>
          </a:p>
        </p:txBody>
      </p:sp>
      <p:sp>
        <p:nvSpPr>
          <p:cNvPr id="17435" name="Rectangle 8">
            <a:extLst>
              <a:ext uri="{FF2B5EF4-FFF2-40B4-BE49-F238E27FC236}">
                <a16:creationId xmlns:a16="http://schemas.microsoft.com/office/drawing/2014/main" id="{9B67467E-0C1F-4062-B926-0AFF1456D4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9263" y="4177680"/>
            <a:ext cx="539750" cy="1219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4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LUT</a:t>
            </a:r>
          </a:p>
        </p:txBody>
      </p:sp>
      <p:sp>
        <p:nvSpPr>
          <p:cNvPr id="17436" name="Line 9">
            <a:extLst>
              <a:ext uri="{FF2B5EF4-FFF2-40B4-BE49-F238E27FC236}">
                <a16:creationId xmlns:a16="http://schemas.microsoft.com/office/drawing/2014/main" id="{0396C305-A96E-4E8B-9626-DFA910E1FEEC}"/>
              </a:ext>
            </a:extLst>
          </p:cNvPr>
          <p:cNvSpPr>
            <a:spLocks noChangeShapeType="1"/>
          </p:cNvSpPr>
          <p:nvPr/>
        </p:nvSpPr>
        <p:spPr bwMode="auto">
          <a:xfrm>
            <a:off x="6069013" y="4825380"/>
            <a:ext cx="228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37" name="Line 10">
            <a:extLst>
              <a:ext uri="{FF2B5EF4-FFF2-40B4-BE49-F238E27FC236}">
                <a16:creationId xmlns:a16="http://schemas.microsoft.com/office/drawing/2014/main" id="{C8D7D3FD-9DA0-49CF-B96E-EAEBFB1DE388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4113" y="4291980"/>
            <a:ext cx="5746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38" name="Line 11">
            <a:extLst>
              <a:ext uri="{FF2B5EF4-FFF2-40B4-BE49-F238E27FC236}">
                <a16:creationId xmlns:a16="http://schemas.microsoft.com/office/drawing/2014/main" id="{0FAA7692-11B5-4EEB-B2AF-A2C4522CD076}"/>
              </a:ext>
            </a:extLst>
          </p:cNvPr>
          <p:cNvSpPr>
            <a:spLocks noChangeShapeType="1"/>
          </p:cNvSpPr>
          <p:nvPr/>
        </p:nvSpPr>
        <p:spPr bwMode="auto">
          <a:xfrm>
            <a:off x="5116513" y="4672980"/>
            <a:ext cx="4222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39" name="Line 12">
            <a:extLst>
              <a:ext uri="{FF2B5EF4-FFF2-40B4-BE49-F238E27FC236}">
                <a16:creationId xmlns:a16="http://schemas.microsoft.com/office/drawing/2014/main" id="{40AA1D6C-206E-46C2-8A51-BB235281D630}"/>
              </a:ext>
            </a:extLst>
          </p:cNvPr>
          <p:cNvSpPr>
            <a:spLocks noChangeShapeType="1"/>
          </p:cNvSpPr>
          <p:nvPr/>
        </p:nvSpPr>
        <p:spPr bwMode="auto">
          <a:xfrm>
            <a:off x="5116513" y="4901580"/>
            <a:ext cx="4222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40" name="Line 12">
            <a:extLst>
              <a:ext uri="{FF2B5EF4-FFF2-40B4-BE49-F238E27FC236}">
                <a16:creationId xmlns:a16="http://schemas.microsoft.com/office/drawing/2014/main" id="{41420D4F-3667-41B0-AD73-AB49EC2DF4F5}"/>
              </a:ext>
            </a:extLst>
          </p:cNvPr>
          <p:cNvSpPr>
            <a:spLocks noChangeShapeType="1"/>
          </p:cNvSpPr>
          <p:nvPr/>
        </p:nvSpPr>
        <p:spPr bwMode="auto">
          <a:xfrm>
            <a:off x="4964113" y="5320680"/>
            <a:ext cx="5715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41" name="Rectangle 8">
            <a:extLst>
              <a:ext uri="{FF2B5EF4-FFF2-40B4-BE49-F238E27FC236}">
                <a16:creationId xmlns:a16="http://schemas.microsoft.com/office/drawing/2014/main" id="{5F4D8172-C6CC-41DA-B6B1-C455AD332D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2913" y="3415680"/>
            <a:ext cx="1028700" cy="2667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4 LUT</a:t>
            </a:r>
          </a:p>
        </p:txBody>
      </p:sp>
      <p:sp>
        <p:nvSpPr>
          <p:cNvPr id="17442" name="Line 9">
            <a:extLst>
              <a:ext uri="{FF2B5EF4-FFF2-40B4-BE49-F238E27FC236}">
                <a16:creationId xmlns:a16="http://schemas.microsoft.com/office/drawing/2014/main" id="{6D288F7D-98CB-4476-8EAB-EF30A2D85A9D}"/>
              </a:ext>
            </a:extLst>
          </p:cNvPr>
          <p:cNvSpPr>
            <a:spLocks noChangeShapeType="1"/>
          </p:cNvSpPr>
          <p:nvPr/>
        </p:nvSpPr>
        <p:spPr bwMode="auto">
          <a:xfrm>
            <a:off x="4008438" y="3872880"/>
            <a:ext cx="4222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43" name="Rectangle 8">
            <a:extLst>
              <a:ext uri="{FF2B5EF4-FFF2-40B4-BE49-F238E27FC236}">
                <a16:creationId xmlns:a16="http://schemas.microsoft.com/office/drawing/2014/main" id="{0FB942C8-950E-4F48-9A26-32010C87F0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3720480"/>
            <a:ext cx="1028700" cy="2667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4 LUT</a:t>
            </a:r>
          </a:p>
        </p:txBody>
      </p:sp>
      <p:sp>
        <p:nvSpPr>
          <p:cNvPr id="17444" name="Line 9">
            <a:extLst>
              <a:ext uri="{FF2B5EF4-FFF2-40B4-BE49-F238E27FC236}">
                <a16:creationId xmlns:a16="http://schemas.microsoft.com/office/drawing/2014/main" id="{C58FDB5C-288C-4184-8329-3E1C5EA32DE2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1613" y="4177680"/>
            <a:ext cx="4222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45" name="Rectangle 8">
            <a:extLst>
              <a:ext uri="{FF2B5EF4-FFF2-40B4-BE49-F238E27FC236}">
                <a16:creationId xmlns:a16="http://schemas.microsoft.com/office/drawing/2014/main" id="{B72BB8CB-508C-4378-9659-D3ED130E55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2913" y="4025280"/>
            <a:ext cx="1028700" cy="2667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4 LUT</a:t>
            </a:r>
          </a:p>
        </p:txBody>
      </p:sp>
      <p:sp>
        <p:nvSpPr>
          <p:cNvPr id="17446" name="Line 9">
            <a:extLst>
              <a:ext uri="{FF2B5EF4-FFF2-40B4-BE49-F238E27FC236}">
                <a16:creationId xmlns:a16="http://schemas.microsoft.com/office/drawing/2014/main" id="{AE8D64C3-2401-4A2D-8E25-0DE945681C09}"/>
              </a:ext>
            </a:extLst>
          </p:cNvPr>
          <p:cNvSpPr>
            <a:spLocks noChangeShapeType="1"/>
          </p:cNvSpPr>
          <p:nvPr/>
        </p:nvSpPr>
        <p:spPr bwMode="auto">
          <a:xfrm>
            <a:off x="4008438" y="4482480"/>
            <a:ext cx="4222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47" name="Rectangle 8">
            <a:extLst>
              <a:ext uri="{FF2B5EF4-FFF2-40B4-BE49-F238E27FC236}">
                <a16:creationId xmlns:a16="http://schemas.microsoft.com/office/drawing/2014/main" id="{86F9E4BB-85B9-4848-AE2B-3EC8B5BA24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738" y="4330080"/>
            <a:ext cx="1028700" cy="2667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4 LUT</a:t>
            </a:r>
          </a:p>
        </p:txBody>
      </p:sp>
      <p:sp>
        <p:nvSpPr>
          <p:cNvPr id="17448" name="Line 9">
            <a:extLst>
              <a:ext uri="{FF2B5EF4-FFF2-40B4-BE49-F238E27FC236}">
                <a16:creationId xmlns:a16="http://schemas.microsoft.com/office/drawing/2014/main" id="{65A1780F-B127-4DAD-B87A-1C813637EC63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4788" y="5092080"/>
            <a:ext cx="4222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49" name="Rectangle 8">
            <a:extLst>
              <a:ext uri="{FF2B5EF4-FFF2-40B4-BE49-F238E27FC236}">
                <a16:creationId xmlns:a16="http://schemas.microsoft.com/office/drawing/2014/main" id="{13F99AE1-A37C-421E-A6E8-53133D902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6088" y="4939680"/>
            <a:ext cx="1028700" cy="2667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4 LUT</a:t>
            </a:r>
          </a:p>
        </p:txBody>
      </p:sp>
      <p:sp>
        <p:nvSpPr>
          <p:cNvPr id="17450" name="Line 9">
            <a:extLst>
              <a:ext uri="{FF2B5EF4-FFF2-40B4-BE49-F238E27FC236}">
                <a16:creationId xmlns:a16="http://schemas.microsoft.com/office/drawing/2014/main" id="{C5C7EC69-ED91-4134-9D46-D61AD2771258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1613" y="5396880"/>
            <a:ext cx="4222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51" name="Rectangle 8">
            <a:extLst>
              <a:ext uri="{FF2B5EF4-FFF2-40B4-BE49-F238E27FC236}">
                <a16:creationId xmlns:a16="http://schemas.microsoft.com/office/drawing/2014/main" id="{F6BAC71A-BBBA-41F3-8C70-77C11BD912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2913" y="5244480"/>
            <a:ext cx="1028700" cy="2667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4 LUT</a:t>
            </a:r>
          </a:p>
        </p:txBody>
      </p:sp>
      <p:sp>
        <p:nvSpPr>
          <p:cNvPr id="17452" name="Line 9">
            <a:extLst>
              <a:ext uri="{FF2B5EF4-FFF2-40B4-BE49-F238E27FC236}">
                <a16:creationId xmlns:a16="http://schemas.microsoft.com/office/drawing/2014/main" id="{B2CAE5BF-1AC5-4FF0-A186-9DA783B2C82E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4788" y="5701680"/>
            <a:ext cx="4222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53" name="Rectangle 8">
            <a:extLst>
              <a:ext uri="{FF2B5EF4-FFF2-40B4-BE49-F238E27FC236}">
                <a16:creationId xmlns:a16="http://schemas.microsoft.com/office/drawing/2014/main" id="{A7A177D4-FC12-44FC-945F-778C6B77E3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6088" y="5549280"/>
            <a:ext cx="1028700" cy="2667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4 LUT</a:t>
            </a:r>
          </a:p>
        </p:txBody>
      </p:sp>
      <p:sp>
        <p:nvSpPr>
          <p:cNvPr id="17454" name="Line 9">
            <a:extLst>
              <a:ext uri="{FF2B5EF4-FFF2-40B4-BE49-F238E27FC236}">
                <a16:creationId xmlns:a16="http://schemas.microsoft.com/office/drawing/2014/main" id="{C564A60B-325E-4BB2-BA47-F2554498AEDF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1613" y="6006480"/>
            <a:ext cx="4222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55" name="Rectangle 8">
            <a:extLst>
              <a:ext uri="{FF2B5EF4-FFF2-40B4-BE49-F238E27FC236}">
                <a16:creationId xmlns:a16="http://schemas.microsoft.com/office/drawing/2014/main" id="{412AF500-9D32-4416-A6DD-9F770E7808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2913" y="5854080"/>
            <a:ext cx="1028700" cy="2667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4 LUT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1402DEBF-82C2-47D5-AE07-0681C2CB4326}"/>
              </a:ext>
            </a:extLst>
          </p:cNvPr>
          <p:cNvCxnSpPr/>
          <p:nvPr/>
        </p:nvCxnSpPr>
        <p:spPr>
          <a:xfrm rot="5400000">
            <a:off x="1417638" y="4749180"/>
            <a:ext cx="27432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39C7D8C9-0890-41D4-8422-0A70CACA4EC6}"/>
              </a:ext>
            </a:extLst>
          </p:cNvPr>
          <p:cNvCxnSpPr/>
          <p:nvPr/>
        </p:nvCxnSpPr>
        <p:spPr>
          <a:xfrm>
            <a:off x="2789238" y="3415680"/>
            <a:ext cx="190500" cy="1588"/>
          </a:xfrm>
          <a:prstGeom prst="straightConnector1">
            <a:avLst/>
          </a:prstGeom>
          <a:ln w="19050" cmpd="sng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4C80EAA2-5801-4C8F-9AF7-1E2F4CD174C7}"/>
              </a:ext>
            </a:extLst>
          </p:cNvPr>
          <p:cNvCxnSpPr/>
          <p:nvPr/>
        </p:nvCxnSpPr>
        <p:spPr>
          <a:xfrm>
            <a:off x="2789238" y="3491880"/>
            <a:ext cx="190500" cy="1588"/>
          </a:xfrm>
          <a:prstGeom prst="straightConnector1">
            <a:avLst/>
          </a:prstGeom>
          <a:ln w="19050" cmpd="sng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FF6E5B0C-4297-407E-AF56-F254CCD84E88}"/>
              </a:ext>
            </a:extLst>
          </p:cNvPr>
          <p:cNvCxnSpPr/>
          <p:nvPr/>
        </p:nvCxnSpPr>
        <p:spPr>
          <a:xfrm>
            <a:off x="2789238" y="3566493"/>
            <a:ext cx="190500" cy="1587"/>
          </a:xfrm>
          <a:prstGeom prst="straightConnector1">
            <a:avLst/>
          </a:prstGeom>
          <a:ln w="19050" cmpd="sng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740D4A3B-E9A7-4457-A66E-E39BB4EAB580}"/>
              </a:ext>
            </a:extLst>
          </p:cNvPr>
          <p:cNvCxnSpPr/>
          <p:nvPr/>
        </p:nvCxnSpPr>
        <p:spPr>
          <a:xfrm>
            <a:off x="2789238" y="3642693"/>
            <a:ext cx="190500" cy="1587"/>
          </a:xfrm>
          <a:prstGeom prst="straightConnector1">
            <a:avLst/>
          </a:prstGeom>
          <a:ln w="19050" cmpd="sng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0B6E00E7-C623-41DC-8A11-0700F62320CF}"/>
              </a:ext>
            </a:extLst>
          </p:cNvPr>
          <p:cNvCxnSpPr/>
          <p:nvPr/>
        </p:nvCxnSpPr>
        <p:spPr>
          <a:xfrm>
            <a:off x="2789238" y="3720480"/>
            <a:ext cx="190500" cy="1588"/>
          </a:xfrm>
          <a:prstGeom prst="straightConnector1">
            <a:avLst/>
          </a:prstGeom>
          <a:ln w="19050" cmpd="sng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60C0ACEA-2861-4BBD-AEEE-32284141ABD1}"/>
              </a:ext>
            </a:extLst>
          </p:cNvPr>
          <p:cNvCxnSpPr/>
          <p:nvPr/>
        </p:nvCxnSpPr>
        <p:spPr>
          <a:xfrm>
            <a:off x="2789238" y="3796680"/>
            <a:ext cx="190500" cy="1588"/>
          </a:xfrm>
          <a:prstGeom prst="straightConnector1">
            <a:avLst/>
          </a:prstGeom>
          <a:ln w="19050" cmpd="sng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C6630DDC-F2E4-4558-BA1F-6DA432645807}"/>
              </a:ext>
            </a:extLst>
          </p:cNvPr>
          <p:cNvCxnSpPr/>
          <p:nvPr/>
        </p:nvCxnSpPr>
        <p:spPr>
          <a:xfrm>
            <a:off x="2789238" y="3871293"/>
            <a:ext cx="190500" cy="1587"/>
          </a:xfrm>
          <a:prstGeom prst="straightConnector1">
            <a:avLst/>
          </a:prstGeom>
          <a:ln w="19050" cmpd="sng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DA86906B-7260-4A4E-84A1-0A7228023A06}"/>
              </a:ext>
            </a:extLst>
          </p:cNvPr>
          <p:cNvCxnSpPr/>
          <p:nvPr/>
        </p:nvCxnSpPr>
        <p:spPr>
          <a:xfrm>
            <a:off x="2789238" y="3947493"/>
            <a:ext cx="190500" cy="1587"/>
          </a:xfrm>
          <a:prstGeom prst="straightConnector1">
            <a:avLst/>
          </a:prstGeom>
          <a:ln w="19050" cmpd="sng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A702F4EB-BA46-4F9C-BD16-03D4DA096552}"/>
              </a:ext>
            </a:extLst>
          </p:cNvPr>
          <p:cNvCxnSpPr/>
          <p:nvPr/>
        </p:nvCxnSpPr>
        <p:spPr>
          <a:xfrm>
            <a:off x="2789238" y="4063380"/>
            <a:ext cx="190500" cy="1588"/>
          </a:xfrm>
          <a:prstGeom prst="straightConnector1">
            <a:avLst/>
          </a:prstGeom>
          <a:ln w="19050" cmpd="sng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6BA5A732-B4FC-4ED2-B1D6-67AA419CE416}"/>
              </a:ext>
            </a:extLst>
          </p:cNvPr>
          <p:cNvCxnSpPr/>
          <p:nvPr/>
        </p:nvCxnSpPr>
        <p:spPr>
          <a:xfrm>
            <a:off x="2789238" y="4139580"/>
            <a:ext cx="190500" cy="1588"/>
          </a:xfrm>
          <a:prstGeom prst="straightConnector1">
            <a:avLst/>
          </a:prstGeom>
          <a:ln w="19050" cmpd="sng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E11B952E-BEC9-4BC5-8F1D-09C2253A811A}"/>
              </a:ext>
            </a:extLst>
          </p:cNvPr>
          <p:cNvCxnSpPr/>
          <p:nvPr/>
        </p:nvCxnSpPr>
        <p:spPr>
          <a:xfrm>
            <a:off x="2789238" y="4214193"/>
            <a:ext cx="190500" cy="1587"/>
          </a:xfrm>
          <a:prstGeom prst="straightConnector1">
            <a:avLst/>
          </a:prstGeom>
          <a:ln w="19050" cmpd="sng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194DB978-8E50-4AB5-A9DE-7E97FFA80E1B}"/>
              </a:ext>
            </a:extLst>
          </p:cNvPr>
          <p:cNvCxnSpPr/>
          <p:nvPr/>
        </p:nvCxnSpPr>
        <p:spPr>
          <a:xfrm>
            <a:off x="2789238" y="4290393"/>
            <a:ext cx="190500" cy="1587"/>
          </a:xfrm>
          <a:prstGeom prst="straightConnector1">
            <a:avLst/>
          </a:prstGeom>
          <a:ln w="19050" cmpd="sng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0466AF86-6129-4D84-9C56-B4BE4EAAAA0F}"/>
              </a:ext>
            </a:extLst>
          </p:cNvPr>
          <p:cNvCxnSpPr/>
          <p:nvPr/>
        </p:nvCxnSpPr>
        <p:spPr>
          <a:xfrm>
            <a:off x="2789238" y="4368180"/>
            <a:ext cx="190500" cy="1588"/>
          </a:xfrm>
          <a:prstGeom prst="straightConnector1">
            <a:avLst/>
          </a:prstGeom>
          <a:ln w="19050" cmpd="sng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20E11B67-EFAD-40AF-B884-D7915E5B65BB}"/>
              </a:ext>
            </a:extLst>
          </p:cNvPr>
          <p:cNvCxnSpPr/>
          <p:nvPr/>
        </p:nvCxnSpPr>
        <p:spPr>
          <a:xfrm>
            <a:off x="2789238" y="4444380"/>
            <a:ext cx="190500" cy="1588"/>
          </a:xfrm>
          <a:prstGeom prst="straightConnector1">
            <a:avLst/>
          </a:prstGeom>
          <a:ln w="19050" cmpd="sng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0041767C-85FF-4D16-8A45-904513840183}"/>
              </a:ext>
            </a:extLst>
          </p:cNvPr>
          <p:cNvCxnSpPr/>
          <p:nvPr/>
        </p:nvCxnSpPr>
        <p:spPr>
          <a:xfrm>
            <a:off x="2789238" y="4518993"/>
            <a:ext cx="190500" cy="1587"/>
          </a:xfrm>
          <a:prstGeom prst="straightConnector1">
            <a:avLst/>
          </a:prstGeom>
          <a:ln w="19050" cmpd="sng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1A52D388-D44C-4D94-945E-7FA4481428CD}"/>
              </a:ext>
            </a:extLst>
          </p:cNvPr>
          <p:cNvCxnSpPr/>
          <p:nvPr/>
        </p:nvCxnSpPr>
        <p:spPr>
          <a:xfrm>
            <a:off x="2789238" y="4939680"/>
            <a:ext cx="190500" cy="1588"/>
          </a:xfrm>
          <a:prstGeom prst="straightConnector1">
            <a:avLst/>
          </a:prstGeom>
          <a:ln w="19050" cmpd="sng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FC7DFF35-5528-4ED9-B9BB-BAC89C4D5AF0}"/>
              </a:ext>
            </a:extLst>
          </p:cNvPr>
          <p:cNvCxnSpPr/>
          <p:nvPr/>
        </p:nvCxnSpPr>
        <p:spPr>
          <a:xfrm>
            <a:off x="2789238" y="5014293"/>
            <a:ext cx="190500" cy="1587"/>
          </a:xfrm>
          <a:prstGeom prst="straightConnector1">
            <a:avLst/>
          </a:prstGeom>
          <a:ln w="19050" cmpd="sng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BCC0421F-E595-498C-9ED7-1EAF7F14F9F4}"/>
              </a:ext>
            </a:extLst>
          </p:cNvPr>
          <p:cNvCxnSpPr/>
          <p:nvPr/>
        </p:nvCxnSpPr>
        <p:spPr>
          <a:xfrm>
            <a:off x="2789238" y="5090493"/>
            <a:ext cx="190500" cy="1587"/>
          </a:xfrm>
          <a:prstGeom prst="straightConnector1">
            <a:avLst/>
          </a:prstGeom>
          <a:ln w="19050" cmpd="sng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D2ECDA77-4211-47B9-B23E-B202AB8F3397}"/>
              </a:ext>
            </a:extLst>
          </p:cNvPr>
          <p:cNvCxnSpPr/>
          <p:nvPr/>
        </p:nvCxnSpPr>
        <p:spPr>
          <a:xfrm>
            <a:off x="2789238" y="5166693"/>
            <a:ext cx="190500" cy="1587"/>
          </a:xfrm>
          <a:prstGeom prst="straightConnector1">
            <a:avLst/>
          </a:prstGeom>
          <a:ln w="19050" cmpd="sng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BC08AEBF-4ED1-4F6F-9315-51D939255461}"/>
              </a:ext>
            </a:extLst>
          </p:cNvPr>
          <p:cNvCxnSpPr/>
          <p:nvPr/>
        </p:nvCxnSpPr>
        <p:spPr>
          <a:xfrm>
            <a:off x="2789238" y="5282580"/>
            <a:ext cx="190500" cy="1588"/>
          </a:xfrm>
          <a:prstGeom prst="straightConnector1">
            <a:avLst/>
          </a:prstGeom>
          <a:ln w="19050" cmpd="sng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112BAB9B-1371-41CB-8DEF-EF87C4B93248}"/>
              </a:ext>
            </a:extLst>
          </p:cNvPr>
          <p:cNvCxnSpPr/>
          <p:nvPr/>
        </p:nvCxnSpPr>
        <p:spPr>
          <a:xfrm>
            <a:off x="2789238" y="5357193"/>
            <a:ext cx="190500" cy="1587"/>
          </a:xfrm>
          <a:prstGeom prst="straightConnector1">
            <a:avLst/>
          </a:prstGeom>
          <a:ln w="19050" cmpd="sng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31B59226-C12E-40D6-8643-F6D421F33896}"/>
              </a:ext>
            </a:extLst>
          </p:cNvPr>
          <p:cNvCxnSpPr/>
          <p:nvPr/>
        </p:nvCxnSpPr>
        <p:spPr>
          <a:xfrm>
            <a:off x="2789238" y="5433393"/>
            <a:ext cx="190500" cy="1587"/>
          </a:xfrm>
          <a:prstGeom prst="straightConnector1">
            <a:avLst/>
          </a:prstGeom>
          <a:ln w="19050" cmpd="sng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C69733E7-C90F-4EAC-8BE2-E3B15DD40638}"/>
              </a:ext>
            </a:extLst>
          </p:cNvPr>
          <p:cNvCxnSpPr/>
          <p:nvPr/>
        </p:nvCxnSpPr>
        <p:spPr>
          <a:xfrm>
            <a:off x="2789238" y="5509593"/>
            <a:ext cx="190500" cy="1587"/>
          </a:xfrm>
          <a:prstGeom prst="straightConnector1">
            <a:avLst/>
          </a:prstGeom>
          <a:ln w="19050" cmpd="sng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B5ABC6FA-1496-45CB-817F-08896CF2E466}"/>
              </a:ext>
            </a:extLst>
          </p:cNvPr>
          <p:cNvCxnSpPr/>
          <p:nvPr/>
        </p:nvCxnSpPr>
        <p:spPr>
          <a:xfrm>
            <a:off x="2789238" y="5587380"/>
            <a:ext cx="190500" cy="1588"/>
          </a:xfrm>
          <a:prstGeom prst="straightConnector1">
            <a:avLst/>
          </a:prstGeom>
          <a:ln w="19050" cmpd="sng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D95E7FE9-6F08-4A5C-8E79-33FBED8A4918}"/>
              </a:ext>
            </a:extLst>
          </p:cNvPr>
          <p:cNvCxnSpPr/>
          <p:nvPr/>
        </p:nvCxnSpPr>
        <p:spPr>
          <a:xfrm>
            <a:off x="2789238" y="5661993"/>
            <a:ext cx="190500" cy="1587"/>
          </a:xfrm>
          <a:prstGeom prst="straightConnector1">
            <a:avLst/>
          </a:prstGeom>
          <a:ln w="19050" cmpd="sng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B175BC3A-A8C7-4106-A4A9-59B6DC6132C1}"/>
              </a:ext>
            </a:extLst>
          </p:cNvPr>
          <p:cNvCxnSpPr/>
          <p:nvPr/>
        </p:nvCxnSpPr>
        <p:spPr>
          <a:xfrm>
            <a:off x="2789238" y="5738193"/>
            <a:ext cx="190500" cy="1587"/>
          </a:xfrm>
          <a:prstGeom prst="straightConnector1">
            <a:avLst/>
          </a:prstGeom>
          <a:ln w="19050" cmpd="sng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5F83E240-055F-4E41-B953-954EDCAC9CE1}"/>
              </a:ext>
            </a:extLst>
          </p:cNvPr>
          <p:cNvCxnSpPr/>
          <p:nvPr/>
        </p:nvCxnSpPr>
        <p:spPr>
          <a:xfrm>
            <a:off x="2789238" y="5814393"/>
            <a:ext cx="190500" cy="1587"/>
          </a:xfrm>
          <a:prstGeom prst="straightConnector1">
            <a:avLst/>
          </a:prstGeom>
          <a:ln w="19050" cmpd="sng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48F2C890-E41C-4091-852F-A1A3DDD216F7}"/>
              </a:ext>
            </a:extLst>
          </p:cNvPr>
          <p:cNvCxnSpPr/>
          <p:nvPr/>
        </p:nvCxnSpPr>
        <p:spPr>
          <a:xfrm>
            <a:off x="2789238" y="5892180"/>
            <a:ext cx="190500" cy="1588"/>
          </a:xfrm>
          <a:prstGeom prst="straightConnector1">
            <a:avLst/>
          </a:prstGeom>
          <a:ln w="19050" cmpd="sng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3E9704E2-254B-4B39-8E85-1183F3BCF438}"/>
              </a:ext>
            </a:extLst>
          </p:cNvPr>
          <p:cNvCxnSpPr/>
          <p:nvPr/>
        </p:nvCxnSpPr>
        <p:spPr>
          <a:xfrm>
            <a:off x="2789238" y="5966793"/>
            <a:ext cx="190500" cy="1587"/>
          </a:xfrm>
          <a:prstGeom prst="straightConnector1">
            <a:avLst/>
          </a:prstGeom>
          <a:ln w="19050" cmpd="sng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61580C72-00D7-4CE9-B980-5CC659BE77C2}"/>
              </a:ext>
            </a:extLst>
          </p:cNvPr>
          <p:cNvCxnSpPr/>
          <p:nvPr/>
        </p:nvCxnSpPr>
        <p:spPr>
          <a:xfrm>
            <a:off x="2789238" y="6042993"/>
            <a:ext cx="190500" cy="1587"/>
          </a:xfrm>
          <a:prstGeom prst="straightConnector1">
            <a:avLst/>
          </a:prstGeom>
          <a:ln w="19050" cmpd="sng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D873373B-621B-4FE1-A8B9-8407B7DAF3B6}"/>
              </a:ext>
            </a:extLst>
          </p:cNvPr>
          <p:cNvCxnSpPr/>
          <p:nvPr/>
        </p:nvCxnSpPr>
        <p:spPr>
          <a:xfrm>
            <a:off x="2789238" y="6119193"/>
            <a:ext cx="190500" cy="1587"/>
          </a:xfrm>
          <a:prstGeom prst="straightConnector1">
            <a:avLst/>
          </a:prstGeom>
          <a:ln w="19050" cmpd="sng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Slide Number Placeholder 15">
            <a:extLst>
              <a:ext uri="{FF2B5EF4-FFF2-40B4-BE49-F238E27FC236}">
                <a16:creationId xmlns:a16="http://schemas.microsoft.com/office/drawing/2014/main" id="{EC58A7C8-5BAE-4DCB-A9E8-108F8977C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7958"/>
            <a:ext cx="1905000" cy="35719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3809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Title 2">
            <a:extLst>
              <a:ext uri="{FF2B5EF4-FFF2-40B4-BE49-F238E27FC236}">
                <a16:creationId xmlns:a16="http://schemas.microsoft.com/office/drawing/2014/main" id="{31F9166D-2BDA-4AD7-BE10-CA318E024E2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18770" y="130219"/>
            <a:ext cx="7772400" cy="1143000"/>
          </a:xfrm>
        </p:spPr>
        <p:txBody>
          <a:bodyPr lIns="274320" tIns="45720" rIns="274320" bIns="45720"/>
          <a:lstStyle/>
          <a:p>
            <a:r>
              <a:rPr lang="en-US" altLang="en-US" sz="3200" b="1" kern="1200" dirty="0">
                <a:solidFill>
                  <a:srgbClr val="CC0066"/>
                </a:solidFill>
                <a:latin typeface="+mn-lt"/>
                <a:ea typeface="+mn-ea"/>
                <a:cs typeface="+mn-cs"/>
              </a:rPr>
              <a:t>Computational Fabric - LUT</a:t>
            </a:r>
          </a:p>
        </p:txBody>
      </p:sp>
      <p:sp>
        <p:nvSpPr>
          <p:cNvPr id="18437" name="Rectangle 8">
            <a:extLst>
              <a:ext uri="{FF2B5EF4-FFF2-40B4-BE49-F238E27FC236}">
                <a16:creationId xmlns:a16="http://schemas.microsoft.com/office/drawing/2014/main" id="{4F10F1CC-B256-4D14-9706-3AC6F5FA3B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1498" y="1153750"/>
            <a:ext cx="768350" cy="1036637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4-LUT</a:t>
            </a:r>
          </a:p>
        </p:txBody>
      </p:sp>
      <p:sp>
        <p:nvSpPr>
          <p:cNvPr id="18438" name="Line 17">
            <a:extLst>
              <a:ext uri="{FF2B5EF4-FFF2-40B4-BE49-F238E27FC236}">
                <a16:creationId xmlns:a16="http://schemas.microsoft.com/office/drawing/2014/main" id="{BAAFB123-50CA-43DC-A8FF-5148D1E255C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15123" y="4285887"/>
            <a:ext cx="10287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39" name="Text Box 18">
            <a:extLst>
              <a:ext uri="{FF2B5EF4-FFF2-40B4-BE49-F238E27FC236}">
                <a16:creationId xmlns:a16="http://schemas.microsoft.com/office/drawing/2014/main" id="{BD74DA7D-28AE-476A-9486-6189881A79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4798" y="971187"/>
            <a:ext cx="339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Z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931E333-4810-46A9-A0F2-F4352C4295FD}"/>
              </a:ext>
            </a:extLst>
          </p:cNvPr>
          <p:cNvSpPr/>
          <p:nvPr/>
        </p:nvSpPr>
        <p:spPr>
          <a:xfrm>
            <a:off x="5698570" y="1169625"/>
            <a:ext cx="2819400" cy="6858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000" dirty="0">
                <a:solidFill>
                  <a:schemeClr val="accent2"/>
                </a:solidFill>
              </a:rPr>
              <a:t>LUT = Look up Table</a:t>
            </a:r>
          </a:p>
        </p:txBody>
      </p:sp>
      <p:sp>
        <p:nvSpPr>
          <p:cNvPr id="18441" name="Line 9">
            <a:extLst>
              <a:ext uri="{FF2B5EF4-FFF2-40B4-BE49-F238E27FC236}">
                <a16:creationId xmlns:a16="http://schemas.microsoft.com/office/drawing/2014/main" id="{2756D95A-0D02-4041-B11E-B43DCB46CD58}"/>
              </a:ext>
            </a:extLst>
          </p:cNvPr>
          <p:cNvSpPr>
            <a:spLocks noChangeShapeType="1"/>
          </p:cNvSpPr>
          <p:nvPr/>
        </p:nvSpPr>
        <p:spPr bwMode="auto">
          <a:xfrm>
            <a:off x="2878748" y="1329962"/>
            <a:ext cx="4222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42" name="Line 10">
            <a:extLst>
              <a:ext uri="{FF2B5EF4-FFF2-40B4-BE49-F238E27FC236}">
                <a16:creationId xmlns:a16="http://schemas.microsoft.com/office/drawing/2014/main" id="{1555944B-C597-4246-8A8B-90AC302057F5}"/>
              </a:ext>
            </a:extLst>
          </p:cNvPr>
          <p:cNvSpPr>
            <a:spLocks noChangeShapeType="1"/>
          </p:cNvSpPr>
          <p:nvPr/>
        </p:nvSpPr>
        <p:spPr bwMode="auto">
          <a:xfrm>
            <a:off x="2878748" y="1561737"/>
            <a:ext cx="4222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43" name="Line 11">
            <a:extLst>
              <a:ext uri="{FF2B5EF4-FFF2-40B4-BE49-F238E27FC236}">
                <a16:creationId xmlns:a16="http://schemas.microsoft.com/office/drawing/2014/main" id="{1E5F1081-743F-4F0E-8C95-396D681F7A7E}"/>
              </a:ext>
            </a:extLst>
          </p:cNvPr>
          <p:cNvSpPr>
            <a:spLocks noChangeShapeType="1"/>
          </p:cNvSpPr>
          <p:nvPr/>
        </p:nvSpPr>
        <p:spPr bwMode="auto">
          <a:xfrm>
            <a:off x="2878748" y="1791925"/>
            <a:ext cx="4222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44" name="Line 12">
            <a:extLst>
              <a:ext uri="{FF2B5EF4-FFF2-40B4-BE49-F238E27FC236}">
                <a16:creationId xmlns:a16="http://schemas.microsoft.com/office/drawing/2014/main" id="{5A0B7A85-BC7D-40E3-BC1D-D9C9BA8BFA38}"/>
              </a:ext>
            </a:extLst>
          </p:cNvPr>
          <p:cNvSpPr>
            <a:spLocks noChangeShapeType="1"/>
          </p:cNvSpPr>
          <p:nvPr/>
        </p:nvSpPr>
        <p:spPr bwMode="auto">
          <a:xfrm>
            <a:off x="2878748" y="2047512"/>
            <a:ext cx="4222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45" name="Text Box 14">
            <a:extLst>
              <a:ext uri="{FF2B5EF4-FFF2-40B4-BE49-F238E27FC236}">
                <a16:creationId xmlns:a16="http://schemas.microsoft.com/office/drawing/2014/main" id="{9D98AB42-81AD-46B7-AD31-B0E5357A67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0773" y="1355362"/>
            <a:ext cx="354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B</a:t>
            </a:r>
          </a:p>
        </p:txBody>
      </p:sp>
      <p:sp>
        <p:nvSpPr>
          <p:cNvPr id="18446" name="Text Box 15">
            <a:extLst>
              <a:ext uri="{FF2B5EF4-FFF2-40B4-BE49-F238E27FC236}">
                <a16:creationId xmlns:a16="http://schemas.microsoft.com/office/drawing/2014/main" id="{47EE1E61-0FD4-4382-8811-AF69D385F8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8548" y="1599837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C</a:t>
            </a:r>
          </a:p>
        </p:txBody>
      </p:sp>
      <p:sp>
        <p:nvSpPr>
          <p:cNvPr id="18447" name="Text Box 16">
            <a:extLst>
              <a:ext uri="{FF2B5EF4-FFF2-40B4-BE49-F238E27FC236}">
                <a16:creationId xmlns:a16="http://schemas.microsoft.com/office/drawing/2014/main" id="{A6B74AD4-EDB9-4F4B-A8B5-15BE78C1FD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0773" y="1855425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D</a:t>
            </a:r>
          </a:p>
        </p:txBody>
      </p:sp>
      <p:sp>
        <p:nvSpPr>
          <p:cNvPr id="18448" name="Text Box 14">
            <a:extLst>
              <a:ext uri="{FF2B5EF4-FFF2-40B4-BE49-F238E27FC236}">
                <a16:creationId xmlns:a16="http://schemas.microsoft.com/office/drawing/2014/main" id="{749F2CC4-9D73-4686-98D4-1855E27D4C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6011" y="1123587"/>
            <a:ext cx="355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A</a:t>
            </a:r>
          </a:p>
        </p:txBody>
      </p:sp>
      <p:sp>
        <p:nvSpPr>
          <p:cNvPr id="18449" name="Rectangle 8">
            <a:extLst>
              <a:ext uri="{FF2B5EF4-FFF2-40B4-BE49-F238E27FC236}">
                <a16:creationId xmlns:a16="http://schemas.microsoft.com/office/drawing/2014/main" id="{4C6F3ADD-8E8C-470D-B8D9-362E49C5D2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3323" y="2304687"/>
            <a:ext cx="3657600" cy="3924300"/>
          </a:xfrm>
          <a:prstGeom prst="rect">
            <a:avLst/>
          </a:prstGeom>
          <a:noFill/>
          <a:ln w="476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How many 4-LUTs needed 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to AND 2-bits with the 32-bit OR</a:t>
            </a:r>
          </a:p>
        </p:txBody>
      </p:sp>
      <p:sp>
        <p:nvSpPr>
          <p:cNvPr id="18450" name="Line 17">
            <a:extLst>
              <a:ext uri="{FF2B5EF4-FFF2-40B4-BE49-F238E27FC236}">
                <a16:creationId xmlns:a16="http://schemas.microsoft.com/office/drawing/2014/main" id="{CB296100-71D4-4CE8-AB0A-77F87DC1ED9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63023" y="1329962"/>
            <a:ext cx="838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EDCC1D58-6119-46A2-A01E-3BABB5BE2D0B}"/>
              </a:ext>
            </a:extLst>
          </p:cNvPr>
          <p:cNvCxnSpPr/>
          <p:nvPr/>
        </p:nvCxnSpPr>
        <p:spPr>
          <a:xfrm rot="5400000">
            <a:off x="2062773" y="4171587"/>
            <a:ext cx="266700" cy="152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52" name="TextBox 98">
            <a:extLst>
              <a:ext uri="{FF2B5EF4-FFF2-40B4-BE49-F238E27FC236}">
                <a16:creationId xmlns:a16="http://schemas.microsoft.com/office/drawing/2014/main" id="{FAB49FC1-AD6C-4011-948A-4728A0EB1C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9123" y="3828687"/>
            <a:ext cx="4699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32</a:t>
            </a:r>
          </a:p>
        </p:txBody>
      </p:sp>
      <p:sp>
        <p:nvSpPr>
          <p:cNvPr id="18453" name="Line 17">
            <a:extLst>
              <a:ext uri="{FF2B5EF4-FFF2-40B4-BE49-F238E27FC236}">
                <a16:creationId xmlns:a16="http://schemas.microsoft.com/office/drawing/2014/main" id="{083031EF-602A-4DF8-A348-F6F4E6168E7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10923" y="4781187"/>
            <a:ext cx="838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5A41368A-3829-4EAB-99B5-F0787882861F}"/>
              </a:ext>
            </a:extLst>
          </p:cNvPr>
          <p:cNvCxnSpPr/>
          <p:nvPr/>
        </p:nvCxnSpPr>
        <p:spPr>
          <a:xfrm rot="5400000">
            <a:off x="6596673" y="4704987"/>
            <a:ext cx="266700" cy="1524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55" name="TextBox 101">
            <a:extLst>
              <a:ext uri="{FF2B5EF4-FFF2-40B4-BE49-F238E27FC236}">
                <a16:creationId xmlns:a16="http://schemas.microsoft.com/office/drawing/2014/main" id="{F6DBC3B0-D13F-430C-9149-8E5A305BDA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3023" y="4362087"/>
            <a:ext cx="3270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1</a:t>
            </a:r>
          </a:p>
        </p:txBody>
      </p:sp>
      <p:sp>
        <p:nvSpPr>
          <p:cNvPr id="18456" name="Rectangle 8">
            <a:extLst>
              <a:ext uri="{FF2B5EF4-FFF2-40B4-BE49-F238E27FC236}">
                <a16:creationId xmlns:a16="http://schemas.microsoft.com/office/drawing/2014/main" id="{E40B516A-0556-4CF1-B33B-B319211E2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0848" y="3485787"/>
            <a:ext cx="539750" cy="990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4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LUT</a:t>
            </a:r>
          </a:p>
        </p:txBody>
      </p:sp>
      <p:sp>
        <p:nvSpPr>
          <p:cNvPr id="18457" name="Line 9">
            <a:extLst>
              <a:ext uri="{FF2B5EF4-FFF2-40B4-BE49-F238E27FC236}">
                <a16:creationId xmlns:a16="http://schemas.microsoft.com/office/drawing/2014/main" id="{579C09A0-BEB8-44BE-AD7C-D55098947BE8}"/>
              </a:ext>
            </a:extLst>
          </p:cNvPr>
          <p:cNvSpPr>
            <a:spLocks noChangeShapeType="1"/>
          </p:cNvSpPr>
          <p:nvPr/>
        </p:nvSpPr>
        <p:spPr bwMode="auto">
          <a:xfrm>
            <a:off x="4028098" y="3523887"/>
            <a:ext cx="4222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58" name="Rectangle 8">
            <a:extLst>
              <a:ext uri="{FF2B5EF4-FFF2-40B4-BE49-F238E27FC236}">
                <a16:creationId xmlns:a16="http://schemas.microsoft.com/office/drawing/2014/main" id="{98DBF021-E1C9-43ED-B9F4-50F52FE0EF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0848" y="5009787"/>
            <a:ext cx="539750" cy="9525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4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LUT</a:t>
            </a:r>
          </a:p>
        </p:txBody>
      </p:sp>
      <p:sp>
        <p:nvSpPr>
          <p:cNvPr id="18459" name="Rectangle 8">
            <a:extLst>
              <a:ext uri="{FF2B5EF4-FFF2-40B4-BE49-F238E27FC236}">
                <a16:creationId xmlns:a16="http://schemas.microsoft.com/office/drawing/2014/main" id="{4CB2079E-5077-474C-8469-6EBA9BEAB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5748" y="4133487"/>
            <a:ext cx="539750" cy="1219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4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LUT</a:t>
            </a:r>
          </a:p>
        </p:txBody>
      </p:sp>
      <p:sp>
        <p:nvSpPr>
          <p:cNvPr id="18460" name="Line 9">
            <a:extLst>
              <a:ext uri="{FF2B5EF4-FFF2-40B4-BE49-F238E27FC236}">
                <a16:creationId xmlns:a16="http://schemas.microsoft.com/office/drawing/2014/main" id="{8837D3DC-3A65-452C-AFB2-A6973CF3F8E9}"/>
              </a:ext>
            </a:extLst>
          </p:cNvPr>
          <p:cNvSpPr>
            <a:spLocks noChangeShapeType="1"/>
          </p:cNvSpPr>
          <p:nvPr/>
        </p:nvSpPr>
        <p:spPr bwMode="auto">
          <a:xfrm>
            <a:off x="6085498" y="4781187"/>
            <a:ext cx="228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61" name="Line 10">
            <a:extLst>
              <a:ext uri="{FF2B5EF4-FFF2-40B4-BE49-F238E27FC236}">
                <a16:creationId xmlns:a16="http://schemas.microsoft.com/office/drawing/2014/main" id="{42171D11-025B-467B-B53C-4E5D4452AB7B}"/>
              </a:ext>
            </a:extLst>
          </p:cNvPr>
          <p:cNvSpPr>
            <a:spLocks noChangeShapeType="1"/>
          </p:cNvSpPr>
          <p:nvPr/>
        </p:nvSpPr>
        <p:spPr bwMode="auto">
          <a:xfrm>
            <a:off x="4980598" y="4247787"/>
            <a:ext cx="5746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62" name="Line 11">
            <a:extLst>
              <a:ext uri="{FF2B5EF4-FFF2-40B4-BE49-F238E27FC236}">
                <a16:creationId xmlns:a16="http://schemas.microsoft.com/office/drawing/2014/main" id="{C1E9771A-7C5D-4C06-9531-655BEDB3287D}"/>
              </a:ext>
            </a:extLst>
          </p:cNvPr>
          <p:cNvSpPr>
            <a:spLocks noChangeShapeType="1"/>
          </p:cNvSpPr>
          <p:nvPr/>
        </p:nvSpPr>
        <p:spPr bwMode="auto">
          <a:xfrm>
            <a:off x="1815123" y="4628787"/>
            <a:ext cx="37401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63" name="Line 12">
            <a:extLst>
              <a:ext uri="{FF2B5EF4-FFF2-40B4-BE49-F238E27FC236}">
                <a16:creationId xmlns:a16="http://schemas.microsoft.com/office/drawing/2014/main" id="{37FB1259-B14B-4CFA-9B73-73EF4AC3B478}"/>
              </a:ext>
            </a:extLst>
          </p:cNvPr>
          <p:cNvSpPr>
            <a:spLocks noChangeShapeType="1"/>
          </p:cNvSpPr>
          <p:nvPr/>
        </p:nvSpPr>
        <p:spPr bwMode="auto">
          <a:xfrm>
            <a:off x="1815123" y="4857387"/>
            <a:ext cx="37401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64" name="Line 12">
            <a:extLst>
              <a:ext uri="{FF2B5EF4-FFF2-40B4-BE49-F238E27FC236}">
                <a16:creationId xmlns:a16="http://schemas.microsoft.com/office/drawing/2014/main" id="{76B1C06F-0B98-45C3-BF4D-7ACCC7B6A5EF}"/>
              </a:ext>
            </a:extLst>
          </p:cNvPr>
          <p:cNvSpPr>
            <a:spLocks noChangeShapeType="1"/>
          </p:cNvSpPr>
          <p:nvPr/>
        </p:nvSpPr>
        <p:spPr bwMode="auto">
          <a:xfrm>
            <a:off x="4980598" y="5276487"/>
            <a:ext cx="5715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65" name="Rectangle 8">
            <a:extLst>
              <a:ext uri="{FF2B5EF4-FFF2-40B4-BE49-F238E27FC236}">
                <a16:creationId xmlns:a16="http://schemas.microsoft.com/office/drawing/2014/main" id="{8FE54A27-C795-4FBD-8941-9FAB005683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9398" y="3371487"/>
            <a:ext cx="1028700" cy="2667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4 LUT</a:t>
            </a:r>
          </a:p>
        </p:txBody>
      </p:sp>
      <p:sp>
        <p:nvSpPr>
          <p:cNvPr id="18466" name="Line 9">
            <a:extLst>
              <a:ext uri="{FF2B5EF4-FFF2-40B4-BE49-F238E27FC236}">
                <a16:creationId xmlns:a16="http://schemas.microsoft.com/office/drawing/2014/main" id="{4A05A152-2FDB-4644-B65B-8E1B09FCBCAE}"/>
              </a:ext>
            </a:extLst>
          </p:cNvPr>
          <p:cNvSpPr>
            <a:spLocks noChangeShapeType="1"/>
          </p:cNvSpPr>
          <p:nvPr/>
        </p:nvSpPr>
        <p:spPr bwMode="auto">
          <a:xfrm>
            <a:off x="4024923" y="3828687"/>
            <a:ext cx="4222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67" name="Rectangle 8">
            <a:extLst>
              <a:ext uri="{FF2B5EF4-FFF2-40B4-BE49-F238E27FC236}">
                <a16:creationId xmlns:a16="http://schemas.microsoft.com/office/drawing/2014/main" id="{EB253168-5CC7-4097-B96B-DBC494E13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6223" y="3676287"/>
            <a:ext cx="1028700" cy="2667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4 LUT</a:t>
            </a:r>
          </a:p>
        </p:txBody>
      </p:sp>
      <p:sp>
        <p:nvSpPr>
          <p:cNvPr id="18468" name="Line 9">
            <a:extLst>
              <a:ext uri="{FF2B5EF4-FFF2-40B4-BE49-F238E27FC236}">
                <a16:creationId xmlns:a16="http://schemas.microsoft.com/office/drawing/2014/main" id="{AD2B6C88-1600-4DA6-9E52-DA37A1914A4A}"/>
              </a:ext>
            </a:extLst>
          </p:cNvPr>
          <p:cNvSpPr>
            <a:spLocks noChangeShapeType="1"/>
          </p:cNvSpPr>
          <p:nvPr/>
        </p:nvSpPr>
        <p:spPr bwMode="auto">
          <a:xfrm>
            <a:off x="4028098" y="4133487"/>
            <a:ext cx="4222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69" name="Rectangle 8">
            <a:extLst>
              <a:ext uri="{FF2B5EF4-FFF2-40B4-BE49-F238E27FC236}">
                <a16:creationId xmlns:a16="http://schemas.microsoft.com/office/drawing/2014/main" id="{5F0E7FBC-13FC-4D2F-A4EB-9132C8BDFA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9398" y="3981087"/>
            <a:ext cx="1028700" cy="2667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4 LUT</a:t>
            </a:r>
          </a:p>
        </p:txBody>
      </p:sp>
      <p:sp>
        <p:nvSpPr>
          <p:cNvPr id="18470" name="Line 9">
            <a:extLst>
              <a:ext uri="{FF2B5EF4-FFF2-40B4-BE49-F238E27FC236}">
                <a16:creationId xmlns:a16="http://schemas.microsoft.com/office/drawing/2014/main" id="{3C4DB52C-60D8-4577-AE37-04A17DF0BC72}"/>
              </a:ext>
            </a:extLst>
          </p:cNvPr>
          <p:cNvSpPr>
            <a:spLocks noChangeShapeType="1"/>
          </p:cNvSpPr>
          <p:nvPr/>
        </p:nvSpPr>
        <p:spPr bwMode="auto">
          <a:xfrm>
            <a:off x="4024923" y="4438287"/>
            <a:ext cx="4222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71" name="Rectangle 8">
            <a:extLst>
              <a:ext uri="{FF2B5EF4-FFF2-40B4-BE49-F238E27FC236}">
                <a16:creationId xmlns:a16="http://schemas.microsoft.com/office/drawing/2014/main" id="{806E273F-3940-44E6-BCDD-111CCAB73E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6223" y="4285887"/>
            <a:ext cx="1028700" cy="2667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4 LUT</a:t>
            </a:r>
          </a:p>
        </p:txBody>
      </p:sp>
      <p:sp>
        <p:nvSpPr>
          <p:cNvPr id="18472" name="Line 9">
            <a:extLst>
              <a:ext uri="{FF2B5EF4-FFF2-40B4-BE49-F238E27FC236}">
                <a16:creationId xmlns:a16="http://schemas.microsoft.com/office/drawing/2014/main" id="{6AD3DF9B-0BDA-45DE-B4D0-FA4797654EF2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1273" y="5047887"/>
            <a:ext cx="4222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73" name="Rectangle 8">
            <a:extLst>
              <a:ext uri="{FF2B5EF4-FFF2-40B4-BE49-F238E27FC236}">
                <a16:creationId xmlns:a16="http://schemas.microsoft.com/office/drawing/2014/main" id="{8B598F8B-041B-4F90-8148-ACD51A40ED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2573" y="4895487"/>
            <a:ext cx="1028700" cy="2667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4 LUT</a:t>
            </a:r>
          </a:p>
        </p:txBody>
      </p:sp>
      <p:sp>
        <p:nvSpPr>
          <p:cNvPr id="18474" name="Line 9">
            <a:extLst>
              <a:ext uri="{FF2B5EF4-FFF2-40B4-BE49-F238E27FC236}">
                <a16:creationId xmlns:a16="http://schemas.microsoft.com/office/drawing/2014/main" id="{46F10A5C-9654-46C6-8E3F-C47CCA66D1B3}"/>
              </a:ext>
            </a:extLst>
          </p:cNvPr>
          <p:cNvSpPr>
            <a:spLocks noChangeShapeType="1"/>
          </p:cNvSpPr>
          <p:nvPr/>
        </p:nvSpPr>
        <p:spPr bwMode="auto">
          <a:xfrm>
            <a:off x="4028098" y="5352687"/>
            <a:ext cx="4222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75" name="Rectangle 8">
            <a:extLst>
              <a:ext uri="{FF2B5EF4-FFF2-40B4-BE49-F238E27FC236}">
                <a16:creationId xmlns:a16="http://schemas.microsoft.com/office/drawing/2014/main" id="{4522B3F6-093B-41FC-BF50-545CDDE961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9398" y="5200287"/>
            <a:ext cx="1028700" cy="2667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4 LUT</a:t>
            </a:r>
          </a:p>
        </p:txBody>
      </p:sp>
      <p:sp>
        <p:nvSpPr>
          <p:cNvPr id="18476" name="Line 9">
            <a:extLst>
              <a:ext uri="{FF2B5EF4-FFF2-40B4-BE49-F238E27FC236}">
                <a16:creationId xmlns:a16="http://schemas.microsoft.com/office/drawing/2014/main" id="{371B1FE1-4812-4CDC-8B13-28550454C70A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1273" y="5657487"/>
            <a:ext cx="4222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77" name="Rectangle 8">
            <a:extLst>
              <a:ext uri="{FF2B5EF4-FFF2-40B4-BE49-F238E27FC236}">
                <a16:creationId xmlns:a16="http://schemas.microsoft.com/office/drawing/2014/main" id="{5FA4A798-9195-4585-ABA1-450309EF4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2573" y="5505087"/>
            <a:ext cx="1028700" cy="2667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4 LUT</a:t>
            </a:r>
          </a:p>
        </p:txBody>
      </p:sp>
      <p:sp>
        <p:nvSpPr>
          <p:cNvPr id="18478" name="Line 9">
            <a:extLst>
              <a:ext uri="{FF2B5EF4-FFF2-40B4-BE49-F238E27FC236}">
                <a16:creationId xmlns:a16="http://schemas.microsoft.com/office/drawing/2014/main" id="{788F1DA5-24B4-455F-A186-E9BCEFED5580}"/>
              </a:ext>
            </a:extLst>
          </p:cNvPr>
          <p:cNvSpPr>
            <a:spLocks noChangeShapeType="1"/>
          </p:cNvSpPr>
          <p:nvPr/>
        </p:nvSpPr>
        <p:spPr bwMode="auto">
          <a:xfrm>
            <a:off x="4028098" y="5962287"/>
            <a:ext cx="4222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79" name="Rectangle 8">
            <a:extLst>
              <a:ext uri="{FF2B5EF4-FFF2-40B4-BE49-F238E27FC236}">
                <a16:creationId xmlns:a16="http://schemas.microsoft.com/office/drawing/2014/main" id="{42C5E343-3578-4184-B334-169EDFA4A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9398" y="5809887"/>
            <a:ext cx="1028700" cy="2667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4 LUT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364243CF-6F20-46E4-999F-4DCDCFF9F0AE}"/>
              </a:ext>
            </a:extLst>
          </p:cNvPr>
          <p:cNvCxnSpPr/>
          <p:nvPr/>
        </p:nvCxnSpPr>
        <p:spPr>
          <a:xfrm rot="5400000">
            <a:off x="1434123" y="4704987"/>
            <a:ext cx="27432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A2FB7E5-68D3-4E1E-8049-1FE1731A1BF7}"/>
              </a:ext>
            </a:extLst>
          </p:cNvPr>
          <p:cNvCxnSpPr/>
          <p:nvPr/>
        </p:nvCxnSpPr>
        <p:spPr>
          <a:xfrm>
            <a:off x="2805723" y="3371487"/>
            <a:ext cx="190500" cy="1588"/>
          </a:xfrm>
          <a:prstGeom prst="straightConnector1">
            <a:avLst/>
          </a:prstGeom>
          <a:ln w="19050" cmpd="sng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0D297722-1424-4550-949C-A684F37DCA71}"/>
              </a:ext>
            </a:extLst>
          </p:cNvPr>
          <p:cNvCxnSpPr/>
          <p:nvPr/>
        </p:nvCxnSpPr>
        <p:spPr>
          <a:xfrm>
            <a:off x="2805723" y="3447687"/>
            <a:ext cx="190500" cy="1588"/>
          </a:xfrm>
          <a:prstGeom prst="straightConnector1">
            <a:avLst/>
          </a:prstGeom>
          <a:ln w="19050" cmpd="sng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58650DF4-09E8-4EBD-842D-810DBD8F8727}"/>
              </a:ext>
            </a:extLst>
          </p:cNvPr>
          <p:cNvCxnSpPr/>
          <p:nvPr/>
        </p:nvCxnSpPr>
        <p:spPr>
          <a:xfrm>
            <a:off x="2805723" y="3522300"/>
            <a:ext cx="190500" cy="1587"/>
          </a:xfrm>
          <a:prstGeom prst="straightConnector1">
            <a:avLst/>
          </a:prstGeom>
          <a:ln w="19050" cmpd="sng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E4BF9FB2-46C7-4932-82BE-3E0E28261594}"/>
              </a:ext>
            </a:extLst>
          </p:cNvPr>
          <p:cNvCxnSpPr/>
          <p:nvPr/>
        </p:nvCxnSpPr>
        <p:spPr>
          <a:xfrm>
            <a:off x="2805723" y="3598500"/>
            <a:ext cx="190500" cy="1587"/>
          </a:xfrm>
          <a:prstGeom prst="straightConnector1">
            <a:avLst/>
          </a:prstGeom>
          <a:ln w="19050" cmpd="sng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DC0C7741-DB75-42F0-A0A9-E7E4CE5BF40D}"/>
              </a:ext>
            </a:extLst>
          </p:cNvPr>
          <p:cNvCxnSpPr/>
          <p:nvPr/>
        </p:nvCxnSpPr>
        <p:spPr>
          <a:xfrm>
            <a:off x="2805723" y="3676287"/>
            <a:ext cx="190500" cy="1588"/>
          </a:xfrm>
          <a:prstGeom prst="straightConnector1">
            <a:avLst/>
          </a:prstGeom>
          <a:ln w="19050" cmpd="sng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25E328DE-4777-4622-AE2B-FD92071677E2}"/>
              </a:ext>
            </a:extLst>
          </p:cNvPr>
          <p:cNvCxnSpPr/>
          <p:nvPr/>
        </p:nvCxnSpPr>
        <p:spPr>
          <a:xfrm>
            <a:off x="2805723" y="3752487"/>
            <a:ext cx="190500" cy="1588"/>
          </a:xfrm>
          <a:prstGeom prst="straightConnector1">
            <a:avLst/>
          </a:prstGeom>
          <a:ln w="19050" cmpd="sng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924049DD-02CB-4918-9F2B-0BBE9BCFD49B}"/>
              </a:ext>
            </a:extLst>
          </p:cNvPr>
          <p:cNvCxnSpPr/>
          <p:nvPr/>
        </p:nvCxnSpPr>
        <p:spPr>
          <a:xfrm>
            <a:off x="2805723" y="3827100"/>
            <a:ext cx="190500" cy="1587"/>
          </a:xfrm>
          <a:prstGeom prst="straightConnector1">
            <a:avLst/>
          </a:prstGeom>
          <a:ln w="19050" cmpd="sng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48E067C8-9632-461B-96A8-AC1B6832BD3E}"/>
              </a:ext>
            </a:extLst>
          </p:cNvPr>
          <p:cNvCxnSpPr/>
          <p:nvPr/>
        </p:nvCxnSpPr>
        <p:spPr>
          <a:xfrm>
            <a:off x="2805723" y="3903300"/>
            <a:ext cx="190500" cy="1587"/>
          </a:xfrm>
          <a:prstGeom prst="straightConnector1">
            <a:avLst/>
          </a:prstGeom>
          <a:ln w="19050" cmpd="sng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28331A90-23AE-404A-9930-0D95BB51BB8C}"/>
              </a:ext>
            </a:extLst>
          </p:cNvPr>
          <p:cNvCxnSpPr/>
          <p:nvPr/>
        </p:nvCxnSpPr>
        <p:spPr>
          <a:xfrm>
            <a:off x="2805723" y="4019187"/>
            <a:ext cx="190500" cy="1588"/>
          </a:xfrm>
          <a:prstGeom prst="straightConnector1">
            <a:avLst/>
          </a:prstGeom>
          <a:ln w="19050" cmpd="sng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26A23869-B530-4609-8AA3-66DEE234AEC5}"/>
              </a:ext>
            </a:extLst>
          </p:cNvPr>
          <p:cNvCxnSpPr/>
          <p:nvPr/>
        </p:nvCxnSpPr>
        <p:spPr>
          <a:xfrm>
            <a:off x="2805723" y="4095387"/>
            <a:ext cx="190500" cy="1588"/>
          </a:xfrm>
          <a:prstGeom prst="straightConnector1">
            <a:avLst/>
          </a:prstGeom>
          <a:ln w="19050" cmpd="sng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7EE8ADD0-80C2-4F56-86AA-4314D29C47DB}"/>
              </a:ext>
            </a:extLst>
          </p:cNvPr>
          <p:cNvCxnSpPr/>
          <p:nvPr/>
        </p:nvCxnSpPr>
        <p:spPr>
          <a:xfrm>
            <a:off x="2805723" y="4170000"/>
            <a:ext cx="190500" cy="1587"/>
          </a:xfrm>
          <a:prstGeom prst="straightConnector1">
            <a:avLst/>
          </a:prstGeom>
          <a:ln w="19050" cmpd="sng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02BF5EF8-BEDB-46D4-80D3-6BD9ED303803}"/>
              </a:ext>
            </a:extLst>
          </p:cNvPr>
          <p:cNvCxnSpPr/>
          <p:nvPr/>
        </p:nvCxnSpPr>
        <p:spPr>
          <a:xfrm>
            <a:off x="2805723" y="4246200"/>
            <a:ext cx="190500" cy="1587"/>
          </a:xfrm>
          <a:prstGeom prst="straightConnector1">
            <a:avLst/>
          </a:prstGeom>
          <a:ln w="19050" cmpd="sng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6095C2A5-249C-4F47-8C64-E0C30B7DA9AB}"/>
              </a:ext>
            </a:extLst>
          </p:cNvPr>
          <p:cNvCxnSpPr/>
          <p:nvPr/>
        </p:nvCxnSpPr>
        <p:spPr>
          <a:xfrm>
            <a:off x="2805723" y="4323987"/>
            <a:ext cx="190500" cy="1588"/>
          </a:xfrm>
          <a:prstGeom prst="straightConnector1">
            <a:avLst/>
          </a:prstGeom>
          <a:ln w="19050" cmpd="sng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07765234-CD64-40E1-902B-E0125C9BE9B3}"/>
              </a:ext>
            </a:extLst>
          </p:cNvPr>
          <p:cNvCxnSpPr/>
          <p:nvPr/>
        </p:nvCxnSpPr>
        <p:spPr>
          <a:xfrm>
            <a:off x="2805723" y="4400187"/>
            <a:ext cx="190500" cy="1588"/>
          </a:xfrm>
          <a:prstGeom prst="straightConnector1">
            <a:avLst/>
          </a:prstGeom>
          <a:ln w="19050" cmpd="sng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8D96F6ED-5B1A-4BEB-AC34-3198D033213B}"/>
              </a:ext>
            </a:extLst>
          </p:cNvPr>
          <p:cNvCxnSpPr/>
          <p:nvPr/>
        </p:nvCxnSpPr>
        <p:spPr>
          <a:xfrm>
            <a:off x="2805723" y="4474800"/>
            <a:ext cx="190500" cy="1587"/>
          </a:xfrm>
          <a:prstGeom prst="straightConnector1">
            <a:avLst/>
          </a:prstGeom>
          <a:ln w="19050" cmpd="sng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A9C1F1E7-9CCB-4074-9A19-13A2D881BFEA}"/>
              </a:ext>
            </a:extLst>
          </p:cNvPr>
          <p:cNvCxnSpPr/>
          <p:nvPr/>
        </p:nvCxnSpPr>
        <p:spPr>
          <a:xfrm>
            <a:off x="2805723" y="4895487"/>
            <a:ext cx="190500" cy="1588"/>
          </a:xfrm>
          <a:prstGeom prst="straightConnector1">
            <a:avLst/>
          </a:prstGeom>
          <a:ln w="19050" cmpd="sng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6F7A4A2E-5867-4F56-BA09-6F715DE33C63}"/>
              </a:ext>
            </a:extLst>
          </p:cNvPr>
          <p:cNvCxnSpPr/>
          <p:nvPr/>
        </p:nvCxnSpPr>
        <p:spPr>
          <a:xfrm>
            <a:off x="2805723" y="4970100"/>
            <a:ext cx="190500" cy="1587"/>
          </a:xfrm>
          <a:prstGeom prst="straightConnector1">
            <a:avLst/>
          </a:prstGeom>
          <a:ln w="19050" cmpd="sng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195A1C0A-2AC7-49FE-A019-D9D83C832679}"/>
              </a:ext>
            </a:extLst>
          </p:cNvPr>
          <p:cNvCxnSpPr/>
          <p:nvPr/>
        </p:nvCxnSpPr>
        <p:spPr>
          <a:xfrm>
            <a:off x="2805723" y="5046300"/>
            <a:ext cx="190500" cy="1587"/>
          </a:xfrm>
          <a:prstGeom prst="straightConnector1">
            <a:avLst/>
          </a:prstGeom>
          <a:ln w="19050" cmpd="sng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5D681531-9F41-4499-991A-48C48732EC20}"/>
              </a:ext>
            </a:extLst>
          </p:cNvPr>
          <p:cNvCxnSpPr/>
          <p:nvPr/>
        </p:nvCxnSpPr>
        <p:spPr>
          <a:xfrm>
            <a:off x="2805723" y="5122500"/>
            <a:ext cx="190500" cy="1587"/>
          </a:xfrm>
          <a:prstGeom prst="straightConnector1">
            <a:avLst/>
          </a:prstGeom>
          <a:ln w="19050" cmpd="sng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C21D5AB0-A515-406E-921C-3B3BB77D2EA2}"/>
              </a:ext>
            </a:extLst>
          </p:cNvPr>
          <p:cNvCxnSpPr/>
          <p:nvPr/>
        </p:nvCxnSpPr>
        <p:spPr>
          <a:xfrm>
            <a:off x="2805723" y="5238387"/>
            <a:ext cx="190500" cy="1588"/>
          </a:xfrm>
          <a:prstGeom prst="straightConnector1">
            <a:avLst/>
          </a:prstGeom>
          <a:ln w="19050" cmpd="sng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0D68570D-EEC0-4E89-9CD4-5DBF806649C8}"/>
              </a:ext>
            </a:extLst>
          </p:cNvPr>
          <p:cNvCxnSpPr/>
          <p:nvPr/>
        </p:nvCxnSpPr>
        <p:spPr>
          <a:xfrm>
            <a:off x="2805723" y="5313000"/>
            <a:ext cx="190500" cy="1587"/>
          </a:xfrm>
          <a:prstGeom prst="straightConnector1">
            <a:avLst/>
          </a:prstGeom>
          <a:ln w="19050" cmpd="sng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1B2838E5-5552-4353-81E7-586C90800F9E}"/>
              </a:ext>
            </a:extLst>
          </p:cNvPr>
          <p:cNvCxnSpPr/>
          <p:nvPr/>
        </p:nvCxnSpPr>
        <p:spPr>
          <a:xfrm>
            <a:off x="2805723" y="5389200"/>
            <a:ext cx="190500" cy="1587"/>
          </a:xfrm>
          <a:prstGeom prst="straightConnector1">
            <a:avLst/>
          </a:prstGeom>
          <a:ln w="19050" cmpd="sng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86D7000C-2469-408D-BD53-047BA27EDB67}"/>
              </a:ext>
            </a:extLst>
          </p:cNvPr>
          <p:cNvCxnSpPr/>
          <p:nvPr/>
        </p:nvCxnSpPr>
        <p:spPr>
          <a:xfrm>
            <a:off x="2805723" y="5465400"/>
            <a:ext cx="190500" cy="1587"/>
          </a:xfrm>
          <a:prstGeom prst="straightConnector1">
            <a:avLst/>
          </a:prstGeom>
          <a:ln w="19050" cmpd="sng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BE826A4A-22B3-48E8-9E6F-A795AAD251BF}"/>
              </a:ext>
            </a:extLst>
          </p:cNvPr>
          <p:cNvCxnSpPr/>
          <p:nvPr/>
        </p:nvCxnSpPr>
        <p:spPr>
          <a:xfrm>
            <a:off x="2805723" y="5543187"/>
            <a:ext cx="190500" cy="1588"/>
          </a:xfrm>
          <a:prstGeom prst="straightConnector1">
            <a:avLst/>
          </a:prstGeom>
          <a:ln w="19050" cmpd="sng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155D2BA8-61F7-40F3-A445-368E21160044}"/>
              </a:ext>
            </a:extLst>
          </p:cNvPr>
          <p:cNvCxnSpPr/>
          <p:nvPr/>
        </p:nvCxnSpPr>
        <p:spPr>
          <a:xfrm>
            <a:off x="2805723" y="5617800"/>
            <a:ext cx="190500" cy="1587"/>
          </a:xfrm>
          <a:prstGeom prst="straightConnector1">
            <a:avLst/>
          </a:prstGeom>
          <a:ln w="19050" cmpd="sng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E38EE847-5F92-4603-92BB-9A05D477DF81}"/>
              </a:ext>
            </a:extLst>
          </p:cNvPr>
          <p:cNvCxnSpPr/>
          <p:nvPr/>
        </p:nvCxnSpPr>
        <p:spPr>
          <a:xfrm>
            <a:off x="2805723" y="5694000"/>
            <a:ext cx="190500" cy="1587"/>
          </a:xfrm>
          <a:prstGeom prst="straightConnector1">
            <a:avLst/>
          </a:prstGeom>
          <a:ln w="19050" cmpd="sng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3DEB529B-65EA-45A4-9A56-462A4E7A0F73}"/>
              </a:ext>
            </a:extLst>
          </p:cNvPr>
          <p:cNvCxnSpPr/>
          <p:nvPr/>
        </p:nvCxnSpPr>
        <p:spPr>
          <a:xfrm>
            <a:off x="2805723" y="5770200"/>
            <a:ext cx="190500" cy="1587"/>
          </a:xfrm>
          <a:prstGeom prst="straightConnector1">
            <a:avLst/>
          </a:prstGeom>
          <a:ln w="19050" cmpd="sng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31CAC63B-6C9E-42E4-9B0F-DB3ED7A2945E}"/>
              </a:ext>
            </a:extLst>
          </p:cNvPr>
          <p:cNvCxnSpPr/>
          <p:nvPr/>
        </p:nvCxnSpPr>
        <p:spPr>
          <a:xfrm>
            <a:off x="2805723" y="5847987"/>
            <a:ext cx="190500" cy="1588"/>
          </a:xfrm>
          <a:prstGeom prst="straightConnector1">
            <a:avLst/>
          </a:prstGeom>
          <a:ln w="19050" cmpd="sng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2B6B363D-24D3-4972-8C77-D467D729E848}"/>
              </a:ext>
            </a:extLst>
          </p:cNvPr>
          <p:cNvCxnSpPr/>
          <p:nvPr/>
        </p:nvCxnSpPr>
        <p:spPr>
          <a:xfrm>
            <a:off x="2805723" y="5922600"/>
            <a:ext cx="190500" cy="1587"/>
          </a:xfrm>
          <a:prstGeom prst="straightConnector1">
            <a:avLst/>
          </a:prstGeom>
          <a:ln w="19050" cmpd="sng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01DD594D-3305-426A-BFA6-A6F6984A9EA8}"/>
              </a:ext>
            </a:extLst>
          </p:cNvPr>
          <p:cNvCxnSpPr/>
          <p:nvPr/>
        </p:nvCxnSpPr>
        <p:spPr>
          <a:xfrm>
            <a:off x="2805723" y="5998800"/>
            <a:ext cx="190500" cy="1587"/>
          </a:xfrm>
          <a:prstGeom prst="straightConnector1">
            <a:avLst/>
          </a:prstGeom>
          <a:ln w="19050" cmpd="sng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8A9C0B45-DBDD-44C5-9820-9196EE1E15B2}"/>
              </a:ext>
            </a:extLst>
          </p:cNvPr>
          <p:cNvCxnSpPr/>
          <p:nvPr/>
        </p:nvCxnSpPr>
        <p:spPr>
          <a:xfrm>
            <a:off x="2805723" y="6075000"/>
            <a:ext cx="190500" cy="1587"/>
          </a:xfrm>
          <a:prstGeom prst="straightConnector1">
            <a:avLst/>
          </a:prstGeom>
          <a:ln w="19050" cmpd="sng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Slide Number Placeholder 15">
            <a:extLst>
              <a:ext uri="{FF2B5EF4-FFF2-40B4-BE49-F238E27FC236}">
                <a16:creationId xmlns:a16="http://schemas.microsoft.com/office/drawing/2014/main" id="{80EBEC9E-1E14-40BC-8D72-F012DFD96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7958"/>
            <a:ext cx="1905000" cy="35719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68587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Title 2">
            <a:extLst>
              <a:ext uri="{FF2B5EF4-FFF2-40B4-BE49-F238E27FC236}">
                <a16:creationId xmlns:a16="http://schemas.microsoft.com/office/drawing/2014/main" id="{DCE1E73D-65DA-49DB-A968-50B4803D26D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39552" y="-1017"/>
            <a:ext cx="7772400" cy="1143000"/>
          </a:xfrm>
        </p:spPr>
        <p:txBody>
          <a:bodyPr lIns="274320" tIns="45720" rIns="274320" bIns="45720"/>
          <a:lstStyle/>
          <a:p>
            <a:pPr eaLnBrk="1" hangingPunct="1"/>
            <a:r>
              <a:rPr lang="en-US" altLang="en-US" sz="3200" b="1" kern="1200" dirty="0">
                <a:solidFill>
                  <a:srgbClr val="CC0066"/>
                </a:solidFill>
                <a:latin typeface="+mn-lt"/>
                <a:ea typeface="+mn-ea"/>
                <a:cs typeface="+mn-cs"/>
              </a:rPr>
              <a:t>Computational Fabric - LUT</a:t>
            </a:r>
          </a:p>
        </p:txBody>
      </p:sp>
      <p:sp>
        <p:nvSpPr>
          <p:cNvPr id="19461" name="Rectangle 8">
            <a:extLst>
              <a:ext uri="{FF2B5EF4-FFF2-40B4-BE49-F238E27FC236}">
                <a16:creationId xmlns:a16="http://schemas.microsoft.com/office/drawing/2014/main" id="{8AA7B7E2-50EA-4EAB-ACFF-00B71695A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9935" y="1253555"/>
            <a:ext cx="768350" cy="1036637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4-LUT</a:t>
            </a:r>
          </a:p>
        </p:txBody>
      </p:sp>
      <p:sp>
        <p:nvSpPr>
          <p:cNvPr id="19462" name="Text Box 18">
            <a:extLst>
              <a:ext uri="{FF2B5EF4-FFF2-40B4-BE49-F238E27FC236}">
                <a16:creationId xmlns:a16="http://schemas.microsoft.com/office/drawing/2014/main" id="{0A42D826-7AF7-4089-B7DB-D4A833E1E5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3235" y="1070992"/>
            <a:ext cx="339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Z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A5276F5-6830-42A4-8613-15C951901F6A}"/>
              </a:ext>
            </a:extLst>
          </p:cNvPr>
          <p:cNvSpPr/>
          <p:nvPr/>
        </p:nvSpPr>
        <p:spPr>
          <a:xfrm>
            <a:off x="5675908" y="1096889"/>
            <a:ext cx="2819400" cy="6858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000" dirty="0">
                <a:solidFill>
                  <a:schemeClr val="accent2"/>
                </a:solidFill>
              </a:rPr>
              <a:t>LUT = Look up Table</a:t>
            </a:r>
          </a:p>
        </p:txBody>
      </p:sp>
      <p:sp>
        <p:nvSpPr>
          <p:cNvPr id="19464" name="Line 9">
            <a:extLst>
              <a:ext uri="{FF2B5EF4-FFF2-40B4-BE49-F238E27FC236}">
                <a16:creationId xmlns:a16="http://schemas.microsoft.com/office/drawing/2014/main" id="{323CF1DB-D4EE-4A09-8DC9-7FD59D9D61EA}"/>
              </a:ext>
            </a:extLst>
          </p:cNvPr>
          <p:cNvSpPr>
            <a:spLocks noChangeShapeType="1"/>
          </p:cNvSpPr>
          <p:nvPr/>
        </p:nvSpPr>
        <p:spPr bwMode="auto">
          <a:xfrm>
            <a:off x="2637185" y="1429767"/>
            <a:ext cx="4222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5" name="Line 10">
            <a:extLst>
              <a:ext uri="{FF2B5EF4-FFF2-40B4-BE49-F238E27FC236}">
                <a16:creationId xmlns:a16="http://schemas.microsoft.com/office/drawing/2014/main" id="{7684D197-B65E-46CA-B1E3-CEE4DCE3AF9B}"/>
              </a:ext>
            </a:extLst>
          </p:cNvPr>
          <p:cNvSpPr>
            <a:spLocks noChangeShapeType="1"/>
          </p:cNvSpPr>
          <p:nvPr/>
        </p:nvSpPr>
        <p:spPr bwMode="auto">
          <a:xfrm>
            <a:off x="2637185" y="1661542"/>
            <a:ext cx="4222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6" name="Line 11">
            <a:extLst>
              <a:ext uri="{FF2B5EF4-FFF2-40B4-BE49-F238E27FC236}">
                <a16:creationId xmlns:a16="http://schemas.microsoft.com/office/drawing/2014/main" id="{06B7A3B4-416A-4652-92DA-FB69BED5664C}"/>
              </a:ext>
            </a:extLst>
          </p:cNvPr>
          <p:cNvSpPr>
            <a:spLocks noChangeShapeType="1"/>
          </p:cNvSpPr>
          <p:nvPr/>
        </p:nvSpPr>
        <p:spPr bwMode="auto">
          <a:xfrm>
            <a:off x="2637185" y="1891730"/>
            <a:ext cx="4222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7" name="Line 12">
            <a:extLst>
              <a:ext uri="{FF2B5EF4-FFF2-40B4-BE49-F238E27FC236}">
                <a16:creationId xmlns:a16="http://schemas.microsoft.com/office/drawing/2014/main" id="{1BF8C903-300A-4CBD-8847-3E23CAD8A4C0}"/>
              </a:ext>
            </a:extLst>
          </p:cNvPr>
          <p:cNvSpPr>
            <a:spLocks noChangeShapeType="1"/>
          </p:cNvSpPr>
          <p:nvPr/>
        </p:nvSpPr>
        <p:spPr bwMode="auto">
          <a:xfrm>
            <a:off x="2637185" y="2147317"/>
            <a:ext cx="4222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8" name="Text Box 14">
            <a:extLst>
              <a:ext uri="{FF2B5EF4-FFF2-40B4-BE49-F238E27FC236}">
                <a16:creationId xmlns:a16="http://schemas.microsoft.com/office/drawing/2014/main" id="{90AB88EE-8F76-4549-983D-29A0D38E9A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9210" y="1455167"/>
            <a:ext cx="354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B</a:t>
            </a:r>
          </a:p>
        </p:txBody>
      </p:sp>
      <p:sp>
        <p:nvSpPr>
          <p:cNvPr id="19469" name="Text Box 15">
            <a:extLst>
              <a:ext uri="{FF2B5EF4-FFF2-40B4-BE49-F238E27FC236}">
                <a16:creationId xmlns:a16="http://schemas.microsoft.com/office/drawing/2014/main" id="{719F1314-3645-4944-B3B5-6604C89F1E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6985" y="1699642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C</a:t>
            </a:r>
          </a:p>
        </p:txBody>
      </p:sp>
      <p:sp>
        <p:nvSpPr>
          <p:cNvPr id="19470" name="Text Box 16">
            <a:extLst>
              <a:ext uri="{FF2B5EF4-FFF2-40B4-BE49-F238E27FC236}">
                <a16:creationId xmlns:a16="http://schemas.microsoft.com/office/drawing/2014/main" id="{7B9CA3DB-4166-4B49-8D5A-777A271AF9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9210" y="1955230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D</a:t>
            </a:r>
          </a:p>
        </p:txBody>
      </p:sp>
      <p:sp>
        <p:nvSpPr>
          <p:cNvPr id="19471" name="Text Box 14">
            <a:extLst>
              <a:ext uri="{FF2B5EF4-FFF2-40B4-BE49-F238E27FC236}">
                <a16:creationId xmlns:a16="http://schemas.microsoft.com/office/drawing/2014/main" id="{C71F365B-C6C3-46C5-B5E9-C78BFC8039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4448" y="1223392"/>
            <a:ext cx="355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A</a:t>
            </a:r>
          </a:p>
        </p:txBody>
      </p:sp>
      <p:sp>
        <p:nvSpPr>
          <p:cNvPr id="19472" name="Rectangle 8">
            <a:extLst>
              <a:ext uri="{FF2B5EF4-FFF2-40B4-BE49-F238E27FC236}">
                <a16:creationId xmlns:a16="http://schemas.microsoft.com/office/drawing/2014/main" id="{9DDFBCBC-A172-4EFE-920A-22BE25F8A8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760" y="3356992"/>
            <a:ext cx="3657600" cy="2895600"/>
          </a:xfrm>
          <a:prstGeom prst="rect">
            <a:avLst/>
          </a:prstGeom>
          <a:noFill/>
          <a:ln w="476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endParaRPr lang="en-US" altLang="en-US" sz="2000"/>
          </a:p>
        </p:txBody>
      </p:sp>
      <p:sp>
        <p:nvSpPr>
          <p:cNvPr id="19473" name="Line 17">
            <a:extLst>
              <a:ext uri="{FF2B5EF4-FFF2-40B4-BE49-F238E27FC236}">
                <a16:creationId xmlns:a16="http://schemas.microsoft.com/office/drawing/2014/main" id="{EB550694-E6E1-47D7-BB50-D892797784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21460" y="1429767"/>
            <a:ext cx="838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74" name="TextBox 96">
            <a:extLst>
              <a:ext uri="{FF2B5EF4-FFF2-40B4-BE49-F238E27FC236}">
                <a16:creationId xmlns:a16="http://schemas.microsoft.com/office/drawing/2014/main" id="{DB5B2940-5FB9-41CA-949C-457445F4B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7960" y="2404492"/>
            <a:ext cx="36353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How could one build a 4-LUT?</a:t>
            </a: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88D858A0-AD5B-4981-95BB-22E7B177203B}"/>
              </a:ext>
            </a:extLst>
          </p:cNvPr>
          <p:cNvCxnSpPr/>
          <p:nvPr/>
        </p:nvCxnSpPr>
        <p:spPr>
          <a:xfrm rot="5400000">
            <a:off x="4565204" y="3033936"/>
            <a:ext cx="647700" cy="15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Rectangle 109">
            <a:extLst>
              <a:ext uri="{FF2B5EF4-FFF2-40B4-BE49-F238E27FC236}">
                <a16:creationId xmlns:a16="http://schemas.microsoft.com/office/drawing/2014/main" id="{0F88CC98-6F30-4E40-AAB9-1AF24A705A11}"/>
              </a:ext>
            </a:extLst>
          </p:cNvPr>
          <p:cNvSpPr/>
          <p:nvPr/>
        </p:nvSpPr>
        <p:spPr>
          <a:xfrm>
            <a:off x="2983260" y="3966592"/>
            <a:ext cx="533400" cy="2209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r>
              <a:rPr lang="en-US" altLang="en-US" sz="2000"/>
              <a:t>0</a:t>
            </a:r>
          </a:p>
          <a:p>
            <a:pPr algn="ctr" eaLnBrk="1" hangingPunct="1">
              <a:lnSpc>
                <a:spcPct val="100000"/>
              </a:lnSpc>
              <a:defRPr/>
            </a:pPr>
            <a:r>
              <a:rPr lang="en-US" altLang="en-US" sz="2000"/>
              <a:t>0</a:t>
            </a:r>
          </a:p>
          <a:p>
            <a:pPr algn="ctr" eaLnBrk="1" hangingPunct="1">
              <a:lnSpc>
                <a:spcPct val="100000"/>
              </a:lnSpc>
              <a:defRPr/>
            </a:pPr>
            <a:r>
              <a:rPr lang="en-US" altLang="en-US" sz="2000"/>
              <a:t>0</a:t>
            </a:r>
          </a:p>
          <a:p>
            <a:pPr algn="ctr" eaLnBrk="1" hangingPunct="1">
              <a:lnSpc>
                <a:spcPct val="100000"/>
              </a:lnSpc>
              <a:defRPr/>
            </a:pPr>
            <a:endParaRPr lang="en-US" altLang="en-US" sz="2000"/>
          </a:p>
          <a:p>
            <a:pPr algn="ctr" eaLnBrk="1" hangingPunct="1">
              <a:lnSpc>
                <a:spcPct val="100000"/>
              </a:lnSpc>
              <a:defRPr/>
            </a:pPr>
            <a:r>
              <a:rPr lang="en-US" altLang="en-US" sz="2000"/>
              <a:t>0</a:t>
            </a:r>
          </a:p>
          <a:p>
            <a:pPr algn="ctr" eaLnBrk="1" hangingPunct="1">
              <a:lnSpc>
                <a:spcPct val="100000"/>
              </a:lnSpc>
              <a:defRPr/>
            </a:pPr>
            <a:r>
              <a:rPr lang="en-US" altLang="en-US" sz="2000"/>
              <a:t>0</a:t>
            </a:r>
          </a:p>
          <a:p>
            <a:pPr algn="ctr" eaLnBrk="1" hangingPunct="1">
              <a:lnSpc>
                <a:spcPct val="100000"/>
              </a:lnSpc>
              <a:defRPr/>
            </a:pPr>
            <a:r>
              <a:rPr lang="en-US" altLang="en-US" sz="2000"/>
              <a:t>1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BDC7D65D-DB63-4D8D-A5C6-152019AA78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5935" y="3358580"/>
            <a:ext cx="101758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1800"/>
              <a:t>1x16 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1800"/>
              <a:t>Memory</a:t>
            </a:r>
          </a:p>
        </p:txBody>
      </p:sp>
      <p:sp>
        <p:nvSpPr>
          <p:cNvPr id="143" name="Oval 24">
            <a:extLst>
              <a:ext uri="{FF2B5EF4-FFF2-40B4-BE49-F238E27FC236}">
                <a16:creationId xmlns:a16="http://schemas.microsoft.com/office/drawing/2014/main" id="{EB5271D7-4230-49E1-9883-8E762C3D1C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1860" y="4919092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endParaRPr lang="en-US" altLang="en-US" sz="2000"/>
          </a:p>
        </p:txBody>
      </p:sp>
      <p:sp>
        <p:nvSpPr>
          <p:cNvPr id="146" name="Oval 24">
            <a:extLst>
              <a:ext uri="{FF2B5EF4-FFF2-40B4-BE49-F238E27FC236}">
                <a16:creationId xmlns:a16="http://schemas.microsoft.com/office/drawing/2014/main" id="{7478EC28-DBF3-47F3-984C-14E1A4D4D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1860" y="5033392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endParaRPr lang="en-US" altLang="en-US" sz="2000"/>
          </a:p>
        </p:txBody>
      </p:sp>
      <p:sp>
        <p:nvSpPr>
          <p:cNvPr id="147" name="Oval 24">
            <a:extLst>
              <a:ext uri="{FF2B5EF4-FFF2-40B4-BE49-F238E27FC236}">
                <a16:creationId xmlns:a16="http://schemas.microsoft.com/office/drawing/2014/main" id="{6A76D7EA-3BA1-4843-91F3-0624BFF768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1860" y="5147692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endParaRPr lang="en-US" altLang="en-US" sz="2000"/>
          </a:p>
        </p:txBody>
      </p:sp>
      <p:sp>
        <p:nvSpPr>
          <p:cNvPr id="148" name="Oval 24">
            <a:extLst>
              <a:ext uri="{FF2B5EF4-FFF2-40B4-BE49-F238E27FC236}">
                <a16:creationId xmlns:a16="http://schemas.microsoft.com/office/drawing/2014/main" id="{19555390-19DD-41D2-93AC-9B59BD40AD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3860" y="4919092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endParaRPr lang="en-US" altLang="en-US" sz="2000"/>
          </a:p>
        </p:txBody>
      </p:sp>
      <p:sp>
        <p:nvSpPr>
          <p:cNvPr id="149" name="Oval 24">
            <a:extLst>
              <a:ext uri="{FF2B5EF4-FFF2-40B4-BE49-F238E27FC236}">
                <a16:creationId xmlns:a16="http://schemas.microsoft.com/office/drawing/2014/main" id="{047349CB-75EE-47D6-9F12-0CCC65B267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3860" y="5033392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endParaRPr lang="en-US" altLang="en-US" sz="2000"/>
          </a:p>
        </p:txBody>
      </p:sp>
      <p:sp>
        <p:nvSpPr>
          <p:cNvPr id="150" name="Oval 24">
            <a:extLst>
              <a:ext uri="{FF2B5EF4-FFF2-40B4-BE49-F238E27FC236}">
                <a16:creationId xmlns:a16="http://schemas.microsoft.com/office/drawing/2014/main" id="{A2D4F859-5171-4DE3-AE00-8812F90BD8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3860" y="5147692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endParaRPr lang="en-US" altLang="en-US" sz="2000"/>
          </a:p>
        </p:txBody>
      </p:sp>
      <p:sp>
        <p:nvSpPr>
          <p:cNvPr id="151" name="Line 9">
            <a:extLst>
              <a:ext uri="{FF2B5EF4-FFF2-40B4-BE49-F238E27FC236}">
                <a16:creationId xmlns:a16="http://schemas.microsoft.com/office/drawing/2014/main" id="{47343D50-05EA-40F7-B8D5-A8E00D6CD4C7}"/>
              </a:ext>
            </a:extLst>
          </p:cNvPr>
          <p:cNvSpPr>
            <a:spLocks noChangeShapeType="1"/>
          </p:cNvSpPr>
          <p:nvPr/>
        </p:nvSpPr>
        <p:spPr bwMode="auto">
          <a:xfrm>
            <a:off x="3513485" y="4157092"/>
            <a:ext cx="9937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" name="Line 9">
            <a:extLst>
              <a:ext uri="{FF2B5EF4-FFF2-40B4-BE49-F238E27FC236}">
                <a16:creationId xmlns:a16="http://schemas.microsoft.com/office/drawing/2014/main" id="{795A7792-D6A1-4723-977A-569469687AEC}"/>
              </a:ext>
            </a:extLst>
          </p:cNvPr>
          <p:cNvSpPr>
            <a:spLocks noChangeShapeType="1"/>
          </p:cNvSpPr>
          <p:nvPr/>
        </p:nvSpPr>
        <p:spPr bwMode="auto">
          <a:xfrm>
            <a:off x="3513485" y="4461892"/>
            <a:ext cx="9937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" name="Line 9">
            <a:extLst>
              <a:ext uri="{FF2B5EF4-FFF2-40B4-BE49-F238E27FC236}">
                <a16:creationId xmlns:a16="http://schemas.microsoft.com/office/drawing/2014/main" id="{B8FAB120-E9B4-49BC-8848-827241AC3CA5}"/>
              </a:ext>
            </a:extLst>
          </p:cNvPr>
          <p:cNvSpPr>
            <a:spLocks noChangeShapeType="1"/>
          </p:cNvSpPr>
          <p:nvPr/>
        </p:nvSpPr>
        <p:spPr bwMode="auto">
          <a:xfrm>
            <a:off x="3516660" y="4766692"/>
            <a:ext cx="9937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" name="Line 9">
            <a:extLst>
              <a:ext uri="{FF2B5EF4-FFF2-40B4-BE49-F238E27FC236}">
                <a16:creationId xmlns:a16="http://schemas.microsoft.com/office/drawing/2014/main" id="{3941AD6A-429A-4B09-84E9-EFAD1BA93744}"/>
              </a:ext>
            </a:extLst>
          </p:cNvPr>
          <p:cNvSpPr>
            <a:spLocks noChangeShapeType="1"/>
          </p:cNvSpPr>
          <p:nvPr/>
        </p:nvSpPr>
        <p:spPr bwMode="auto">
          <a:xfrm>
            <a:off x="3516660" y="5338192"/>
            <a:ext cx="9937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5" name="Line 9">
            <a:extLst>
              <a:ext uri="{FF2B5EF4-FFF2-40B4-BE49-F238E27FC236}">
                <a16:creationId xmlns:a16="http://schemas.microsoft.com/office/drawing/2014/main" id="{AB4DC29D-F6DE-4894-BD0E-BE0441492873}"/>
              </a:ext>
            </a:extLst>
          </p:cNvPr>
          <p:cNvSpPr>
            <a:spLocks noChangeShapeType="1"/>
          </p:cNvSpPr>
          <p:nvPr/>
        </p:nvSpPr>
        <p:spPr bwMode="auto">
          <a:xfrm>
            <a:off x="3516660" y="5681092"/>
            <a:ext cx="9937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6" name="Line 9">
            <a:extLst>
              <a:ext uri="{FF2B5EF4-FFF2-40B4-BE49-F238E27FC236}">
                <a16:creationId xmlns:a16="http://schemas.microsoft.com/office/drawing/2014/main" id="{D8A9493B-C8D0-418F-9C8B-16F3EE26F9BE}"/>
              </a:ext>
            </a:extLst>
          </p:cNvPr>
          <p:cNvSpPr>
            <a:spLocks noChangeShapeType="1"/>
          </p:cNvSpPr>
          <p:nvPr/>
        </p:nvSpPr>
        <p:spPr bwMode="auto">
          <a:xfrm>
            <a:off x="3516660" y="5985892"/>
            <a:ext cx="9937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176">
            <a:extLst>
              <a:ext uri="{FF2B5EF4-FFF2-40B4-BE49-F238E27FC236}">
                <a16:creationId xmlns:a16="http://schemas.microsoft.com/office/drawing/2014/main" id="{B1EE205B-3802-4D7F-BCFE-42DA6D6C326C}"/>
              </a:ext>
            </a:extLst>
          </p:cNvPr>
          <p:cNvGrpSpPr>
            <a:grpSpLocks/>
          </p:cNvGrpSpPr>
          <p:nvPr/>
        </p:nvGrpSpPr>
        <p:grpSpPr bwMode="auto">
          <a:xfrm>
            <a:off x="4469160" y="3928492"/>
            <a:ext cx="682625" cy="2209800"/>
            <a:chOff x="5181600" y="4114800"/>
            <a:chExt cx="683200" cy="2209800"/>
          </a:xfrm>
        </p:grpSpPr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F1462218-E05F-4A48-A664-1CE84DAAD4A8}"/>
                </a:ext>
              </a:extLst>
            </p:cNvPr>
            <p:cNvCxnSpPr/>
            <p:nvPr/>
          </p:nvCxnSpPr>
          <p:spPr>
            <a:xfrm rot="5400000">
              <a:off x="4114832" y="5219700"/>
              <a:ext cx="2209800" cy="0"/>
            </a:xfrm>
            <a:prstGeom prst="line">
              <a:avLst/>
            </a:prstGeom>
            <a:ln w="349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0424CF7-0DBF-482B-BE71-6F340B1FFC30}"/>
                </a:ext>
              </a:extLst>
            </p:cNvPr>
            <p:cNvCxnSpPr/>
            <p:nvPr/>
          </p:nvCxnSpPr>
          <p:spPr>
            <a:xfrm rot="5400000">
              <a:off x="5563146" y="5143500"/>
              <a:ext cx="533400" cy="0"/>
            </a:xfrm>
            <a:prstGeom prst="line">
              <a:avLst/>
            </a:prstGeom>
            <a:ln w="349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19CF487C-D00E-4DFD-A6E6-C28E5BD3BB91}"/>
                </a:ext>
              </a:extLst>
            </p:cNvPr>
            <p:cNvCxnSpPr/>
            <p:nvPr/>
          </p:nvCxnSpPr>
          <p:spPr>
            <a:xfrm rot="16200000" flipH="1">
              <a:off x="5143789" y="4190743"/>
              <a:ext cx="762000" cy="610113"/>
            </a:xfrm>
            <a:prstGeom prst="line">
              <a:avLst/>
            </a:prstGeom>
            <a:ln w="349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496F8C78-6D45-4F57-8A36-0EA15672E7CC}"/>
                </a:ext>
              </a:extLst>
            </p:cNvPr>
            <p:cNvCxnSpPr/>
            <p:nvPr/>
          </p:nvCxnSpPr>
          <p:spPr>
            <a:xfrm rot="5400000" flipH="1" flipV="1">
              <a:off x="5067589" y="5562343"/>
              <a:ext cx="914400" cy="610113"/>
            </a:xfrm>
            <a:prstGeom prst="line">
              <a:avLst/>
            </a:prstGeom>
            <a:ln w="349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502" name="TextBox 157">
              <a:extLst>
                <a:ext uri="{FF2B5EF4-FFF2-40B4-BE49-F238E27FC236}">
                  <a16:creationId xmlns:a16="http://schemas.microsoft.com/office/drawing/2014/main" id="{ECB7EE20-5B2B-461E-9FF1-5ADFDF3B14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1600" y="4800600"/>
              <a:ext cx="683200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16:1</a:t>
              </a:r>
            </a:p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Mux</a:t>
              </a:r>
            </a:p>
          </p:txBody>
        </p:sp>
      </p:grp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C4BF899C-0CD2-4017-A9BE-814C98A7BD7B}"/>
              </a:ext>
            </a:extLst>
          </p:cNvPr>
          <p:cNvCxnSpPr/>
          <p:nvPr/>
        </p:nvCxnSpPr>
        <p:spPr>
          <a:xfrm>
            <a:off x="4773960" y="2937892"/>
            <a:ext cx="228600" cy="190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92" name="TextBox 160">
            <a:extLst>
              <a:ext uri="{FF2B5EF4-FFF2-40B4-BE49-F238E27FC236}">
                <a16:creationId xmlns:a16="http://schemas.microsoft.com/office/drawing/2014/main" id="{66865B41-E93D-449D-9448-AB499AD4C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0160" y="2785492"/>
            <a:ext cx="3270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4</a:t>
            </a:r>
          </a:p>
        </p:txBody>
      </p:sp>
      <p:sp>
        <p:nvSpPr>
          <p:cNvPr id="19493" name="Line 9">
            <a:extLst>
              <a:ext uri="{FF2B5EF4-FFF2-40B4-BE49-F238E27FC236}">
                <a16:creationId xmlns:a16="http://schemas.microsoft.com/office/drawing/2014/main" id="{1F6EDA94-D507-4C3E-9E0D-176C36C60CE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69360" y="4957192"/>
            <a:ext cx="5715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E1F393D7-B3C0-4032-B1A1-AAA15929EA69}"/>
              </a:ext>
            </a:extLst>
          </p:cNvPr>
          <p:cNvCxnSpPr/>
          <p:nvPr/>
        </p:nvCxnSpPr>
        <p:spPr>
          <a:xfrm rot="5400000">
            <a:off x="4354860" y="3852292"/>
            <a:ext cx="10668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E5349315-501B-476D-B216-66728802A446}"/>
              </a:ext>
            </a:extLst>
          </p:cNvPr>
          <p:cNvCxnSpPr/>
          <p:nvPr/>
        </p:nvCxnSpPr>
        <p:spPr>
          <a:xfrm>
            <a:off x="5116860" y="4957192"/>
            <a:ext cx="9906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96" name="TextBox 174">
            <a:extLst>
              <a:ext uri="{FF2B5EF4-FFF2-40B4-BE49-F238E27FC236}">
                <a16:creationId xmlns:a16="http://schemas.microsoft.com/office/drawing/2014/main" id="{5C80608E-76B7-4EF8-B55E-77C39705A9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6248" y="2880742"/>
            <a:ext cx="9001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ABCD</a:t>
            </a:r>
          </a:p>
        </p:txBody>
      </p:sp>
      <p:sp>
        <p:nvSpPr>
          <p:cNvPr id="19497" name="TextBox 175">
            <a:extLst>
              <a:ext uri="{FF2B5EF4-FFF2-40B4-BE49-F238E27FC236}">
                <a16:creationId xmlns:a16="http://schemas.microsoft.com/office/drawing/2014/main" id="{1F71CDB0-D32B-48FA-AB16-D2A1AF32E5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2760" y="4785742"/>
            <a:ext cx="3413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Z</a:t>
            </a:r>
          </a:p>
        </p:txBody>
      </p:sp>
      <p:sp>
        <p:nvSpPr>
          <p:cNvPr id="47" name="Slide Number Placeholder 15">
            <a:extLst>
              <a:ext uri="{FF2B5EF4-FFF2-40B4-BE49-F238E27FC236}">
                <a16:creationId xmlns:a16="http://schemas.microsoft.com/office/drawing/2014/main" id="{27D8B5FF-58EF-49A9-AB0D-71D78B8E3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23206" y="6344219"/>
            <a:ext cx="1905000" cy="35719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481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" grpId="0" animBg="1"/>
      <p:bldP spid="111" grpId="0"/>
      <p:bldP spid="143" grpId="0" animBg="1"/>
      <p:bldP spid="146" grpId="0" animBg="1"/>
      <p:bldP spid="147" grpId="0" animBg="1"/>
      <p:bldP spid="148" grpId="0" animBg="1"/>
      <p:bldP spid="149" grpId="0" animBg="1"/>
      <p:bldP spid="15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Title 2">
            <a:extLst>
              <a:ext uri="{FF2B5EF4-FFF2-40B4-BE49-F238E27FC236}">
                <a16:creationId xmlns:a16="http://schemas.microsoft.com/office/drawing/2014/main" id="{D5BE87B6-BC0A-4EA0-A740-2EFEFA88875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85800" y="24031"/>
            <a:ext cx="7772400" cy="1143000"/>
          </a:xfrm>
        </p:spPr>
        <p:txBody>
          <a:bodyPr lIns="274320" tIns="45720" rIns="274320" bIns="45720"/>
          <a:lstStyle/>
          <a:p>
            <a:r>
              <a:rPr lang="en-US" altLang="en-US" sz="3200" b="1" kern="1200" dirty="0">
                <a:solidFill>
                  <a:srgbClr val="CC0066"/>
                </a:solidFill>
                <a:latin typeface="+mn-lt"/>
                <a:ea typeface="+mn-ea"/>
                <a:cs typeface="+mn-cs"/>
              </a:rPr>
              <a:t>Computational Fabric - LUT</a:t>
            </a:r>
          </a:p>
        </p:txBody>
      </p:sp>
      <p:sp>
        <p:nvSpPr>
          <p:cNvPr id="20485" name="Rectangle 8">
            <a:extLst>
              <a:ext uri="{FF2B5EF4-FFF2-40B4-BE49-F238E27FC236}">
                <a16:creationId xmlns:a16="http://schemas.microsoft.com/office/drawing/2014/main" id="{C1A3A4E0-CED9-43E3-AE52-5F4DE666B6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832" y="1167031"/>
            <a:ext cx="768350" cy="1036637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4-LUT</a:t>
            </a:r>
          </a:p>
        </p:txBody>
      </p:sp>
      <p:sp>
        <p:nvSpPr>
          <p:cNvPr id="20486" name="Text Box 18">
            <a:extLst>
              <a:ext uri="{FF2B5EF4-FFF2-40B4-BE49-F238E27FC236}">
                <a16:creationId xmlns:a16="http://schemas.microsoft.com/office/drawing/2014/main" id="{405D937A-C486-4D86-AA94-F9E6EAAE16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3132" y="984468"/>
            <a:ext cx="339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Z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44E40E0-F224-4403-AD48-E419E282F341}"/>
              </a:ext>
            </a:extLst>
          </p:cNvPr>
          <p:cNvSpPr/>
          <p:nvPr/>
        </p:nvSpPr>
        <p:spPr>
          <a:xfrm>
            <a:off x="5544270" y="1181463"/>
            <a:ext cx="2819400" cy="6858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000" dirty="0">
                <a:solidFill>
                  <a:schemeClr val="accent2"/>
                </a:solidFill>
              </a:rPr>
              <a:t>LUT = Look up Table</a:t>
            </a:r>
          </a:p>
        </p:txBody>
      </p:sp>
      <p:sp>
        <p:nvSpPr>
          <p:cNvPr id="20488" name="Line 9">
            <a:extLst>
              <a:ext uri="{FF2B5EF4-FFF2-40B4-BE49-F238E27FC236}">
                <a16:creationId xmlns:a16="http://schemas.microsoft.com/office/drawing/2014/main" id="{068ADDF6-7EF6-4EA8-8C1A-8ECCE512D9B1}"/>
              </a:ext>
            </a:extLst>
          </p:cNvPr>
          <p:cNvSpPr>
            <a:spLocks noChangeShapeType="1"/>
          </p:cNvSpPr>
          <p:nvPr/>
        </p:nvSpPr>
        <p:spPr bwMode="auto">
          <a:xfrm>
            <a:off x="2647082" y="1343243"/>
            <a:ext cx="4222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9" name="Line 10">
            <a:extLst>
              <a:ext uri="{FF2B5EF4-FFF2-40B4-BE49-F238E27FC236}">
                <a16:creationId xmlns:a16="http://schemas.microsoft.com/office/drawing/2014/main" id="{62986D9F-48EA-45C4-A3A9-81A0D4D453D5}"/>
              </a:ext>
            </a:extLst>
          </p:cNvPr>
          <p:cNvSpPr>
            <a:spLocks noChangeShapeType="1"/>
          </p:cNvSpPr>
          <p:nvPr/>
        </p:nvSpPr>
        <p:spPr bwMode="auto">
          <a:xfrm>
            <a:off x="2647082" y="1575018"/>
            <a:ext cx="4222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0" name="Line 11">
            <a:extLst>
              <a:ext uri="{FF2B5EF4-FFF2-40B4-BE49-F238E27FC236}">
                <a16:creationId xmlns:a16="http://schemas.microsoft.com/office/drawing/2014/main" id="{F6D9F099-E263-4D09-94C7-EBEBCFD02FDB}"/>
              </a:ext>
            </a:extLst>
          </p:cNvPr>
          <p:cNvSpPr>
            <a:spLocks noChangeShapeType="1"/>
          </p:cNvSpPr>
          <p:nvPr/>
        </p:nvSpPr>
        <p:spPr bwMode="auto">
          <a:xfrm>
            <a:off x="2647082" y="1805206"/>
            <a:ext cx="4222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1" name="Line 12">
            <a:extLst>
              <a:ext uri="{FF2B5EF4-FFF2-40B4-BE49-F238E27FC236}">
                <a16:creationId xmlns:a16="http://schemas.microsoft.com/office/drawing/2014/main" id="{79855F05-19D1-4693-8393-AC57E24230A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47082" y="2060793"/>
            <a:ext cx="4222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2" name="Text Box 14">
            <a:extLst>
              <a:ext uri="{FF2B5EF4-FFF2-40B4-BE49-F238E27FC236}">
                <a16:creationId xmlns:a16="http://schemas.microsoft.com/office/drawing/2014/main" id="{2F0EC053-F2F1-4448-BC6D-190D590249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107" y="1368643"/>
            <a:ext cx="354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B</a:t>
            </a:r>
          </a:p>
        </p:txBody>
      </p:sp>
      <p:sp>
        <p:nvSpPr>
          <p:cNvPr id="20493" name="Text Box 15">
            <a:extLst>
              <a:ext uri="{FF2B5EF4-FFF2-40B4-BE49-F238E27FC236}">
                <a16:creationId xmlns:a16="http://schemas.microsoft.com/office/drawing/2014/main" id="{24BE24A9-B150-4B0C-8084-C2D54B0528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6882" y="1613118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C</a:t>
            </a:r>
          </a:p>
        </p:txBody>
      </p:sp>
      <p:sp>
        <p:nvSpPr>
          <p:cNvPr id="20494" name="Text Box 16">
            <a:extLst>
              <a:ext uri="{FF2B5EF4-FFF2-40B4-BE49-F238E27FC236}">
                <a16:creationId xmlns:a16="http://schemas.microsoft.com/office/drawing/2014/main" id="{1481C364-7FF4-428B-B5D4-E5A5EFA4B9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107" y="1868706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D</a:t>
            </a:r>
          </a:p>
        </p:txBody>
      </p:sp>
      <p:sp>
        <p:nvSpPr>
          <p:cNvPr id="20495" name="Text Box 14">
            <a:extLst>
              <a:ext uri="{FF2B5EF4-FFF2-40B4-BE49-F238E27FC236}">
                <a16:creationId xmlns:a16="http://schemas.microsoft.com/office/drawing/2014/main" id="{238276A1-18FD-4D61-8203-E3CE3CB177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4345" y="1136868"/>
            <a:ext cx="355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A</a:t>
            </a:r>
          </a:p>
        </p:txBody>
      </p:sp>
      <p:sp>
        <p:nvSpPr>
          <p:cNvPr id="20496" name="Line 17">
            <a:extLst>
              <a:ext uri="{FF2B5EF4-FFF2-40B4-BE49-F238E27FC236}">
                <a16:creationId xmlns:a16="http://schemas.microsoft.com/office/drawing/2014/main" id="{7036B478-EC3D-4EF6-8F70-AD4811AAA0E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31357" y="1343243"/>
            <a:ext cx="838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7" name="TextBox 96">
            <a:extLst>
              <a:ext uri="{FF2B5EF4-FFF2-40B4-BE49-F238E27FC236}">
                <a16:creationId xmlns:a16="http://schemas.microsoft.com/office/drawing/2014/main" id="{BD403968-68E9-48F1-A22E-74487CDFB7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057" y="2317968"/>
            <a:ext cx="71961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How many different 4 input functions can a 4-LUT implement?</a:t>
            </a:r>
          </a:p>
        </p:txBody>
      </p:sp>
      <p:grpSp>
        <p:nvGrpSpPr>
          <p:cNvPr id="2" name="Group 45">
            <a:extLst>
              <a:ext uri="{FF2B5EF4-FFF2-40B4-BE49-F238E27FC236}">
                <a16:creationId xmlns:a16="http://schemas.microsoft.com/office/drawing/2014/main" id="{D0535161-0560-42DF-93AE-26DE23B328C6}"/>
              </a:ext>
            </a:extLst>
          </p:cNvPr>
          <p:cNvGrpSpPr>
            <a:grpSpLocks/>
          </p:cNvGrpSpPr>
          <p:nvPr/>
        </p:nvGrpSpPr>
        <p:grpSpPr bwMode="auto">
          <a:xfrm>
            <a:off x="2421657" y="2698968"/>
            <a:ext cx="4532313" cy="3541713"/>
            <a:chOff x="3124200" y="2896394"/>
            <a:chExt cx="4532760" cy="3542506"/>
          </a:xfrm>
        </p:grpSpPr>
        <p:sp>
          <p:nvSpPr>
            <p:cNvPr id="20500" name="Rectangle 8">
              <a:extLst>
                <a:ext uri="{FF2B5EF4-FFF2-40B4-BE49-F238E27FC236}">
                  <a16:creationId xmlns:a16="http://schemas.microsoft.com/office/drawing/2014/main" id="{0187AC1F-22E8-4E19-8B85-A22627A233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3543300"/>
              <a:ext cx="3657600" cy="2895600"/>
            </a:xfrm>
            <a:prstGeom prst="rect">
              <a:avLst/>
            </a:prstGeom>
            <a:noFill/>
            <a:ln w="476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endParaRPr lang="en-US" altLang="en-US" sz="2000"/>
            </a:p>
          </p:txBody>
        </p: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713D3952-0713-4E30-9300-FD45959BD831}"/>
                </a:ext>
              </a:extLst>
            </p:cNvPr>
            <p:cNvCxnSpPr/>
            <p:nvPr/>
          </p:nvCxnSpPr>
          <p:spPr>
            <a:xfrm rot="5400000">
              <a:off x="5277816" y="3219522"/>
              <a:ext cx="647845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5BD0C653-CDC5-490F-8BA9-787B344632E7}"/>
                </a:ext>
              </a:extLst>
            </p:cNvPr>
            <p:cNvSpPr/>
            <p:nvPr/>
          </p:nvSpPr>
          <p:spPr>
            <a:xfrm>
              <a:off x="3695756" y="4152388"/>
              <a:ext cx="533453" cy="22102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defRPr/>
              </a:pPr>
              <a:r>
                <a:rPr lang="en-US" altLang="en-US" sz="2000"/>
                <a:t>0</a:t>
              </a:r>
            </a:p>
            <a:p>
              <a:pPr algn="ctr" eaLnBrk="1" hangingPunct="1">
                <a:lnSpc>
                  <a:spcPct val="100000"/>
                </a:lnSpc>
                <a:defRPr/>
              </a:pPr>
              <a:r>
                <a:rPr lang="en-US" altLang="en-US" sz="2000"/>
                <a:t>0</a:t>
              </a:r>
            </a:p>
            <a:p>
              <a:pPr algn="ctr" eaLnBrk="1" hangingPunct="1">
                <a:lnSpc>
                  <a:spcPct val="100000"/>
                </a:lnSpc>
                <a:defRPr/>
              </a:pPr>
              <a:r>
                <a:rPr lang="en-US" altLang="en-US" sz="2000"/>
                <a:t>0</a:t>
              </a:r>
            </a:p>
            <a:p>
              <a:pPr algn="ctr" eaLnBrk="1" hangingPunct="1">
                <a:lnSpc>
                  <a:spcPct val="100000"/>
                </a:lnSpc>
                <a:defRPr/>
              </a:pPr>
              <a:endParaRPr lang="en-US" altLang="en-US" sz="2000"/>
            </a:p>
            <a:p>
              <a:pPr algn="ctr" eaLnBrk="1" hangingPunct="1">
                <a:lnSpc>
                  <a:spcPct val="100000"/>
                </a:lnSpc>
                <a:defRPr/>
              </a:pPr>
              <a:r>
                <a:rPr lang="en-US" altLang="en-US" sz="2000"/>
                <a:t>0</a:t>
              </a:r>
            </a:p>
            <a:p>
              <a:pPr algn="ctr" eaLnBrk="1" hangingPunct="1">
                <a:lnSpc>
                  <a:spcPct val="100000"/>
                </a:lnSpc>
                <a:defRPr/>
              </a:pPr>
              <a:r>
                <a:rPr lang="en-US" altLang="en-US" sz="2000"/>
                <a:t>0</a:t>
              </a:r>
            </a:p>
            <a:p>
              <a:pPr algn="ctr" eaLnBrk="1" hangingPunct="1">
                <a:lnSpc>
                  <a:spcPct val="100000"/>
                </a:lnSpc>
                <a:defRPr/>
              </a:pPr>
              <a:r>
                <a:rPr lang="en-US" altLang="en-US" sz="2000"/>
                <a:t>1</a:t>
              </a:r>
            </a:p>
          </p:txBody>
        </p:sp>
        <p:sp>
          <p:nvSpPr>
            <p:cNvPr id="20503" name="TextBox 110">
              <a:extLst>
                <a:ext uri="{FF2B5EF4-FFF2-40B4-BE49-F238E27FC236}">
                  <a16:creationId xmlns:a16="http://schemas.microsoft.com/office/drawing/2014/main" id="{75B193AD-346D-4765-B954-CB275023D9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8087" y="3544669"/>
              <a:ext cx="1018227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800"/>
                <a:t>1x16 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800"/>
                <a:t>Memory</a:t>
              </a:r>
            </a:p>
          </p:txBody>
        </p:sp>
        <p:sp>
          <p:nvSpPr>
            <p:cNvPr id="20504" name="Oval 24">
              <a:extLst>
                <a:ext uri="{FF2B5EF4-FFF2-40B4-BE49-F238E27FC236}">
                  <a16:creationId xmlns:a16="http://schemas.microsoft.com/office/drawing/2014/main" id="{C07AE0BB-E67E-4D69-BE81-271A1DC353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4298" y="5105400"/>
              <a:ext cx="76201" cy="7620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endParaRPr lang="en-US" altLang="en-US" sz="2000"/>
            </a:p>
          </p:txBody>
        </p:sp>
        <p:sp>
          <p:nvSpPr>
            <p:cNvPr id="20505" name="Oval 24">
              <a:extLst>
                <a:ext uri="{FF2B5EF4-FFF2-40B4-BE49-F238E27FC236}">
                  <a16:creationId xmlns:a16="http://schemas.microsoft.com/office/drawing/2014/main" id="{F4AD97C6-DEB7-48C5-AE28-1BB5BAB29D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4299" y="5219700"/>
              <a:ext cx="76201" cy="7620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endParaRPr lang="en-US" altLang="en-US" sz="2000"/>
            </a:p>
          </p:txBody>
        </p:sp>
        <p:sp>
          <p:nvSpPr>
            <p:cNvPr id="20506" name="Oval 24">
              <a:extLst>
                <a:ext uri="{FF2B5EF4-FFF2-40B4-BE49-F238E27FC236}">
                  <a16:creationId xmlns:a16="http://schemas.microsoft.com/office/drawing/2014/main" id="{C71291D3-65C4-4BCB-96FC-ECB60144EB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4299" y="5333999"/>
              <a:ext cx="76201" cy="7620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endParaRPr lang="en-US" altLang="en-US" sz="2000"/>
            </a:p>
          </p:txBody>
        </p:sp>
        <p:sp>
          <p:nvSpPr>
            <p:cNvPr id="20507" name="Oval 24">
              <a:extLst>
                <a:ext uri="{FF2B5EF4-FFF2-40B4-BE49-F238E27FC236}">
                  <a16:creationId xmlns:a16="http://schemas.microsoft.com/office/drawing/2014/main" id="{7B145508-52B2-48D0-8FDC-3BB75AF654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6298" y="5105400"/>
              <a:ext cx="76201" cy="7620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endParaRPr lang="en-US" altLang="en-US" sz="2000"/>
            </a:p>
          </p:txBody>
        </p:sp>
        <p:sp>
          <p:nvSpPr>
            <p:cNvPr id="20508" name="Oval 24">
              <a:extLst>
                <a:ext uri="{FF2B5EF4-FFF2-40B4-BE49-F238E27FC236}">
                  <a16:creationId xmlns:a16="http://schemas.microsoft.com/office/drawing/2014/main" id="{1148FD85-8ABD-4DE0-9B04-A6FC355687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6299" y="5219700"/>
              <a:ext cx="76201" cy="7620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endParaRPr lang="en-US" altLang="en-US" sz="2000"/>
            </a:p>
          </p:txBody>
        </p:sp>
        <p:sp>
          <p:nvSpPr>
            <p:cNvPr id="20509" name="Oval 24">
              <a:extLst>
                <a:ext uri="{FF2B5EF4-FFF2-40B4-BE49-F238E27FC236}">
                  <a16:creationId xmlns:a16="http://schemas.microsoft.com/office/drawing/2014/main" id="{5817F486-98D4-4C38-8153-ED73F0A807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6299" y="5333999"/>
              <a:ext cx="76201" cy="7620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endParaRPr lang="en-US" altLang="en-US" sz="2000"/>
            </a:p>
          </p:txBody>
        </p:sp>
        <p:sp>
          <p:nvSpPr>
            <p:cNvPr id="20510" name="Line 9">
              <a:extLst>
                <a:ext uri="{FF2B5EF4-FFF2-40B4-BE49-F238E27FC236}">
                  <a16:creationId xmlns:a16="http://schemas.microsoft.com/office/drawing/2014/main" id="{7AFF87E4-0467-460D-AAE8-B72785E847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5925" y="4343400"/>
              <a:ext cx="99377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1" name="Line 9">
              <a:extLst>
                <a:ext uri="{FF2B5EF4-FFF2-40B4-BE49-F238E27FC236}">
                  <a16:creationId xmlns:a16="http://schemas.microsoft.com/office/drawing/2014/main" id="{B9D4211A-3577-44B0-B207-F090665B64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5925" y="4648200"/>
              <a:ext cx="99377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2" name="Line 9">
              <a:extLst>
                <a:ext uri="{FF2B5EF4-FFF2-40B4-BE49-F238E27FC236}">
                  <a16:creationId xmlns:a16="http://schemas.microsoft.com/office/drawing/2014/main" id="{78A2CC77-39E5-4020-9617-8DAF830150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9100" y="4953000"/>
              <a:ext cx="99377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3" name="Line 9">
              <a:extLst>
                <a:ext uri="{FF2B5EF4-FFF2-40B4-BE49-F238E27FC236}">
                  <a16:creationId xmlns:a16="http://schemas.microsoft.com/office/drawing/2014/main" id="{85D8ABB5-11B1-452A-B0CB-D85268BFC0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9100" y="5524500"/>
              <a:ext cx="99377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4" name="Line 9">
              <a:extLst>
                <a:ext uri="{FF2B5EF4-FFF2-40B4-BE49-F238E27FC236}">
                  <a16:creationId xmlns:a16="http://schemas.microsoft.com/office/drawing/2014/main" id="{AEAFD755-D853-4B8E-B607-E45BB6E5A6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9100" y="5867400"/>
              <a:ext cx="99377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5" name="Line 9">
              <a:extLst>
                <a:ext uri="{FF2B5EF4-FFF2-40B4-BE49-F238E27FC236}">
                  <a16:creationId xmlns:a16="http://schemas.microsoft.com/office/drawing/2014/main" id="{FD844DCE-BA35-4332-A02C-7FCC57DC56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9100" y="6172200"/>
              <a:ext cx="99377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516" name="Group 176">
              <a:extLst>
                <a:ext uri="{FF2B5EF4-FFF2-40B4-BE49-F238E27FC236}">
                  <a16:creationId xmlns:a16="http://schemas.microsoft.com/office/drawing/2014/main" id="{99B77E97-A9E2-4889-A5AC-BC0EE95610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81600" y="4114800"/>
              <a:ext cx="683200" cy="2209800"/>
              <a:chOff x="5181600" y="4114800"/>
              <a:chExt cx="683200" cy="2209800"/>
            </a:xfrm>
          </p:grpSpPr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B31DEF59-3447-44C3-9AF2-A21D7D1DEE62}"/>
                  </a:ext>
                </a:extLst>
              </p:cNvPr>
              <p:cNvCxnSpPr/>
              <p:nvPr/>
            </p:nvCxnSpPr>
            <p:spPr>
              <a:xfrm rot="5400000">
                <a:off x="4114759" y="5219427"/>
                <a:ext cx="2210295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9C4502F3-AAA8-4C68-BDA6-7585B0065FD2}"/>
                  </a:ext>
                </a:extLst>
              </p:cNvPr>
              <p:cNvCxnSpPr/>
              <p:nvPr/>
            </p:nvCxnSpPr>
            <p:spPr>
              <a:xfrm rot="5400000">
                <a:off x="5562807" y="5143210"/>
                <a:ext cx="533520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>
                <a:extLst>
                  <a:ext uri="{FF2B5EF4-FFF2-40B4-BE49-F238E27FC236}">
                    <a16:creationId xmlns:a16="http://schemas.microsoft.com/office/drawing/2014/main" id="{21A35DA5-D9AE-413D-BE02-DE4744A6AB47}"/>
                  </a:ext>
                </a:extLst>
              </p:cNvPr>
              <p:cNvCxnSpPr/>
              <p:nvPr/>
            </p:nvCxnSpPr>
            <p:spPr>
              <a:xfrm rot="16200000" flipH="1">
                <a:off x="5143651" y="4190535"/>
                <a:ext cx="762171" cy="60966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1E8C011B-5C38-41EA-B7C0-C4845BD79A44}"/>
                  </a:ext>
                </a:extLst>
              </p:cNvPr>
              <p:cNvCxnSpPr/>
              <p:nvPr/>
            </p:nvCxnSpPr>
            <p:spPr>
              <a:xfrm rot="5400000" flipH="1" flipV="1">
                <a:off x="5067434" y="5562443"/>
                <a:ext cx="914605" cy="60966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528" name="TextBox 157">
                <a:extLst>
                  <a:ext uri="{FF2B5EF4-FFF2-40B4-BE49-F238E27FC236}">
                    <a16:creationId xmlns:a16="http://schemas.microsoft.com/office/drawing/2014/main" id="{99C0F4D4-0CDF-4B09-9E01-4844768192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81600" y="4800600"/>
                <a:ext cx="683200" cy="7078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2000"/>
                  <a:t>16:1</a:t>
                </a:r>
              </a:p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2000"/>
                  <a:t>Mux</a:t>
                </a:r>
              </a:p>
            </p:txBody>
          </p:sp>
        </p:grp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B8BF09C3-1C4B-49D2-96CC-03646331F419}"/>
                </a:ext>
              </a:extLst>
            </p:cNvPr>
            <p:cNvCxnSpPr/>
            <p:nvPr/>
          </p:nvCxnSpPr>
          <p:spPr>
            <a:xfrm>
              <a:off x="5486633" y="3123458"/>
              <a:ext cx="228623" cy="19054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518" name="TextBox 160">
              <a:extLst>
                <a:ext uri="{FF2B5EF4-FFF2-40B4-BE49-F238E27FC236}">
                  <a16:creationId xmlns:a16="http://schemas.microsoft.com/office/drawing/2014/main" id="{E0337501-E4FD-4E7E-845D-27A6FB5165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2600" y="2971800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4</a:t>
              </a:r>
            </a:p>
          </p:txBody>
        </p:sp>
        <p:sp>
          <p:nvSpPr>
            <p:cNvPr id="20519" name="Line 9">
              <a:extLst>
                <a:ext uri="{FF2B5EF4-FFF2-40B4-BE49-F238E27FC236}">
                  <a16:creationId xmlns:a16="http://schemas.microsoft.com/office/drawing/2014/main" id="{35B62881-DAF0-4676-BE50-8F3058E95C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81800" y="5143500"/>
              <a:ext cx="5715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50DC8CAA-2308-40F3-B8A4-99396CF61434}"/>
                </a:ext>
              </a:extLst>
            </p:cNvPr>
            <p:cNvCxnSpPr/>
            <p:nvPr/>
          </p:nvCxnSpPr>
          <p:spPr>
            <a:xfrm rot="5400000">
              <a:off x="5067425" y="4038063"/>
              <a:ext cx="106703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92F592B0-A99F-4302-951E-1E38C9B84D43}"/>
                </a:ext>
              </a:extLst>
            </p:cNvPr>
            <p:cNvCxnSpPr/>
            <p:nvPr/>
          </p:nvCxnSpPr>
          <p:spPr>
            <a:xfrm>
              <a:off x="5829567" y="5143210"/>
              <a:ext cx="990698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522" name="TextBox 174">
              <a:extLst>
                <a:ext uri="{FF2B5EF4-FFF2-40B4-BE49-F238E27FC236}">
                  <a16:creationId xmlns:a16="http://schemas.microsoft.com/office/drawing/2014/main" id="{77EF25A9-F663-4B80-A687-F6545BD50D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39195" y="3066990"/>
              <a:ext cx="8996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ABCD</a:t>
              </a:r>
            </a:p>
          </p:txBody>
        </p:sp>
        <p:sp>
          <p:nvSpPr>
            <p:cNvPr id="20523" name="TextBox 175">
              <a:extLst>
                <a:ext uri="{FF2B5EF4-FFF2-40B4-BE49-F238E27FC236}">
                  <a16:creationId xmlns:a16="http://schemas.microsoft.com/office/drawing/2014/main" id="{92FCC53C-C27D-4E1F-83D5-4283A95D89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15200" y="4971990"/>
              <a:ext cx="34176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Z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689977CC-9679-4FDA-B775-8AD7620C72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6457" y="2737068"/>
            <a:ext cx="1497013" cy="40005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2</a:t>
            </a:r>
            <a:r>
              <a:rPr lang="en-US" altLang="en-US" sz="2000" baseline="30000"/>
              <a:t>16 </a:t>
            </a:r>
            <a:r>
              <a:rPr lang="en-US" altLang="en-US" sz="2000"/>
              <a:t>= 65536</a:t>
            </a:r>
          </a:p>
        </p:txBody>
      </p:sp>
      <p:sp>
        <p:nvSpPr>
          <p:cNvPr id="49" name="Slide Number Placeholder 15">
            <a:extLst>
              <a:ext uri="{FF2B5EF4-FFF2-40B4-BE49-F238E27FC236}">
                <a16:creationId xmlns:a16="http://schemas.microsoft.com/office/drawing/2014/main" id="{4C0F3C8D-1FA3-4883-93C9-BD322491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59752" y="6381328"/>
            <a:ext cx="1905000" cy="35719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101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Title 2">
            <a:extLst>
              <a:ext uri="{FF2B5EF4-FFF2-40B4-BE49-F238E27FC236}">
                <a16:creationId xmlns:a16="http://schemas.microsoft.com/office/drawing/2014/main" id="{993DF875-8661-4D5A-80FD-0796A2F15A1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99944" y="52710"/>
            <a:ext cx="7772400" cy="1143000"/>
          </a:xfrm>
        </p:spPr>
        <p:txBody>
          <a:bodyPr lIns="274320" tIns="45720" rIns="274320" bIns="45720"/>
          <a:lstStyle/>
          <a:p>
            <a:r>
              <a:rPr lang="en-US" altLang="en-US" sz="3200" b="1" kern="1200" dirty="0">
                <a:solidFill>
                  <a:srgbClr val="CC0066"/>
                </a:solidFill>
                <a:latin typeface="+mn-lt"/>
                <a:ea typeface="+mn-ea"/>
                <a:cs typeface="+mn-cs"/>
              </a:rPr>
              <a:t>Computational Fabric - LUT</a:t>
            </a:r>
          </a:p>
        </p:txBody>
      </p:sp>
      <p:sp>
        <p:nvSpPr>
          <p:cNvPr id="21509" name="Rectangle 8">
            <a:extLst>
              <a:ext uri="{FF2B5EF4-FFF2-40B4-BE49-F238E27FC236}">
                <a16:creationId xmlns:a16="http://schemas.microsoft.com/office/drawing/2014/main" id="{9F84B25B-2891-4564-8596-3DE98513A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1840" y="1195710"/>
            <a:ext cx="768350" cy="1036637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4-LUT</a:t>
            </a:r>
          </a:p>
        </p:txBody>
      </p:sp>
      <p:sp>
        <p:nvSpPr>
          <p:cNvPr id="21510" name="Text Box 18">
            <a:extLst>
              <a:ext uri="{FF2B5EF4-FFF2-40B4-BE49-F238E27FC236}">
                <a16:creationId xmlns:a16="http://schemas.microsoft.com/office/drawing/2014/main" id="{14B125A1-24D5-4145-A6E0-5E9D58F1F0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5140" y="1013147"/>
            <a:ext cx="339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Z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379773F-1CD2-451F-B415-7DD58A48CB0F}"/>
              </a:ext>
            </a:extLst>
          </p:cNvPr>
          <p:cNvSpPr/>
          <p:nvPr/>
        </p:nvSpPr>
        <p:spPr>
          <a:xfrm>
            <a:off x="5886294" y="1127448"/>
            <a:ext cx="2819400" cy="6858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000" dirty="0">
                <a:solidFill>
                  <a:schemeClr val="accent2"/>
                </a:solidFill>
              </a:rPr>
              <a:t>LUT = Look up Table</a:t>
            </a:r>
          </a:p>
        </p:txBody>
      </p:sp>
      <p:sp>
        <p:nvSpPr>
          <p:cNvPr id="21512" name="Line 9">
            <a:extLst>
              <a:ext uri="{FF2B5EF4-FFF2-40B4-BE49-F238E27FC236}">
                <a16:creationId xmlns:a16="http://schemas.microsoft.com/office/drawing/2014/main" id="{41E26983-41FB-4FF7-9A8B-2AA6325F5DD1}"/>
              </a:ext>
            </a:extLst>
          </p:cNvPr>
          <p:cNvSpPr>
            <a:spLocks noChangeShapeType="1"/>
          </p:cNvSpPr>
          <p:nvPr/>
        </p:nvSpPr>
        <p:spPr bwMode="auto">
          <a:xfrm>
            <a:off x="2719090" y="1371922"/>
            <a:ext cx="4222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3" name="Line 10">
            <a:extLst>
              <a:ext uri="{FF2B5EF4-FFF2-40B4-BE49-F238E27FC236}">
                <a16:creationId xmlns:a16="http://schemas.microsoft.com/office/drawing/2014/main" id="{3F294D42-C31F-44F6-951F-1CEE3582E27C}"/>
              </a:ext>
            </a:extLst>
          </p:cNvPr>
          <p:cNvSpPr>
            <a:spLocks noChangeShapeType="1"/>
          </p:cNvSpPr>
          <p:nvPr/>
        </p:nvSpPr>
        <p:spPr bwMode="auto">
          <a:xfrm>
            <a:off x="2719090" y="1603697"/>
            <a:ext cx="4222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4" name="Line 11">
            <a:extLst>
              <a:ext uri="{FF2B5EF4-FFF2-40B4-BE49-F238E27FC236}">
                <a16:creationId xmlns:a16="http://schemas.microsoft.com/office/drawing/2014/main" id="{C3779961-066D-413F-BD58-EB06DCC3405F}"/>
              </a:ext>
            </a:extLst>
          </p:cNvPr>
          <p:cNvSpPr>
            <a:spLocks noChangeShapeType="1"/>
          </p:cNvSpPr>
          <p:nvPr/>
        </p:nvSpPr>
        <p:spPr bwMode="auto">
          <a:xfrm>
            <a:off x="2719090" y="1833885"/>
            <a:ext cx="4222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5" name="Line 12">
            <a:extLst>
              <a:ext uri="{FF2B5EF4-FFF2-40B4-BE49-F238E27FC236}">
                <a16:creationId xmlns:a16="http://schemas.microsoft.com/office/drawing/2014/main" id="{8468EAC4-BD98-4F49-AA6A-00E3B15B1613}"/>
              </a:ext>
            </a:extLst>
          </p:cNvPr>
          <p:cNvSpPr>
            <a:spLocks noChangeShapeType="1"/>
          </p:cNvSpPr>
          <p:nvPr/>
        </p:nvSpPr>
        <p:spPr bwMode="auto">
          <a:xfrm>
            <a:off x="2719090" y="2089472"/>
            <a:ext cx="4222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16" name="Text Box 14">
            <a:extLst>
              <a:ext uri="{FF2B5EF4-FFF2-40B4-BE49-F238E27FC236}">
                <a16:creationId xmlns:a16="http://schemas.microsoft.com/office/drawing/2014/main" id="{727E6821-417A-404D-88B2-0A1DA24028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1115" y="1397322"/>
            <a:ext cx="354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B</a:t>
            </a:r>
          </a:p>
        </p:txBody>
      </p:sp>
      <p:sp>
        <p:nvSpPr>
          <p:cNvPr id="21517" name="Text Box 15">
            <a:extLst>
              <a:ext uri="{FF2B5EF4-FFF2-40B4-BE49-F238E27FC236}">
                <a16:creationId xmlns:a16="http://schemas.microsoft.com/office/drawing/2014/main" id="{FA6F7DCE-7A95-450A-A504-A61DC5C95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8890" y="1641797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C</a:t>
            </a:r>
          </a:p>
        </p:txBody>
      </p:sp>
      <p:sp>
        <p:nvSpPr>
          <p:cNvPr id="21518" name="Text Box 16">
            <a:extLst>
              <a:ext uri="{FF2B5EF4-FFF2-40B4-BE49-F238E27FC236}">
                <a16:creationId xmlns:a16="http://schemas.microsoft.com/office/drawing/2014/main" id="{282CC87D-80D0-4F61-89D9-17EC9277DC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1115" y="1897385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D</a:t>
            </a:r>
          </a:p>
        </p:txBody>
      </p:sp>
      <p:sp>
        <p:nvSpPr>
          <p:cNvPr id="21519" name="Text Box 14">
            <a:extLst>
              <a:ext uri="{FF2B5EF4-FFF2-40B4-BE49-F238E27FC236}">
                <a16:creationId xmlns:a16="http://schemas.microsoft.com/office/drawing/2014/main" id="{CD41FCD1-AC3E-4A71-B05D-0BB6FB2EED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6353" y="1165547"/>
            <a:ext cx="355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A</a:t>
            </a:r>
          </a:p>
        </p:txBody>
      </p:sp>
      <p:sp>
        <p:nvSpPr>
          <p:cNvPr id="21520" name="Line 17">
            <a:extLst>
              <a:ext uri="{FF2B5EF4-FFF2-40B4-BE49-F238E27FC236}">
                <a16:creationId xmlns:a16="http://schemas.microsoft.com/office/drawing/2014/main" id="{49BB3E00-401F-4C45-943A-E52E8F4436E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03365" y="1371922"/>
            <a:ext cx="838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21" name="TextBox 96">
            <a:extLst>
              <a:ext uri="{FF2B5EF4-FFF2-40B4-BE49-F238E27FC236}">
                <a16:creationId xmlns:a16="http://schemas.microsoft.com/office/drawing/2014/main" id="{1114F127-F5AB-4718-97AF-FE561659A5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065" y="2346647"/>
            <a:ext cx="72405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How many different </a:t>
            </a:r>
            <a:r>
              <a:rPr lang="en-US" altLang="en-US" sz="2000">
                <a:solidFill>
                  <a:srgbClr val="FF0000"/>
                </a:solidFill>
              </a:rPr>
              <a:t>N</a:t>
            </a:r>
            <a:r>
              <a:rPr lang="en-US" altLang="en-US" sz="2000"/>
              <a:t> input functions can a </a:t>
            </a:r>
            <a:r>
              <a:rPr lang="en-US" altLang="en-US" sz="2000">
                <a:solidFill>
                  <a:srgbClr val="FF0000"/>
                </a:solidFill>
              </a:rPr>
              <a:t>N</a:t>
            </a:r>
            <a:r>
              <a:rPr lang="en-US" altLang="en-US" sz="2000"/>
              <a:t>-LUT implement?</a:t>
            </a:r>
          </a:p>
        </p:txBody>
      </p:sp>
      <p:grpSp>
        <p:nvGrpSpPr>
          <p:cNvPr id="21522" name="Group 45">
            <a:extLst>
              <a:ext uri="{FF2B5EF4-FFF2-40B4-BE49-F238E27FC236}">
                <a16:creationId xmlns:a16="http://schemas.microsoft.com/office/drawing/2014/main" id="{8CCBEEB7-ABE4-49B5-9BE6-245810839EA8}"/>
              </a:ext>
            </a:extLst>
          </p:cNvPr>
          <p:cNvGrpSpPr>
            <a:grpSpLocks/>
          </p:cNvGrpSpPr>
          <p:nvPr/>
        </p:nvGrpSpPr>
        <p:grpSpPr bwMode="auto">
          <a:xfrm>
            <a:off x="2493665" y="2727647"/>
            <a:ext cx="4532313" cy="3541713"/>
            <a:chOff x="3124200" y="2896394"/>
            <a:chExt cx="4532760" cy="3542506"/>
          </a:xfrm>
        </p:grpSpPr>
        <p:sp>
          <p:nvSpPr>
            <p:cNvPr id="21526" name="Rectangle 8">
              <a:extLst>
                <a:ext uri="{FF2B5EF4-FFF2-40B4-BE49-F238E27FC236}">
                  <a16:creationId xmlns:a16="http://schemas.microsoft.com/office/drawing/2014/main" id="{5EAAE31C-2EA6-4D2F-9A61-3C70F498AC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3543300"/>
              <a:ext cx="3657600" cy="2895600"/>
            </a:xfrm>
            <a:prstGeom prst="rect">
              <a:avLst/>
            </a:prstGeom>
            <a:noFill/>
            <a:ln w="476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endParaRPr lang="en-US" altLang="en-US" sz="2000"/>
            </a:p>
          </p:txBody>
        </p: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94085A92-277B-42DF-AEA7-762C08D89242}"/>
                </a:ext>
              </a:extLst>
            </p:cNvPr>
            <p:cNvCxnSpPr/>
            <p:nvPr/>
          </p:nvCxnSpPr>
          <p:spPr>
            <a:xfrm rot="5400000">
              <a:off x="5277816" y="3219522"/>
              <a:ext cx="647845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2D2C4C4D-92D8-4ECD-A517-318ED6966C0E}"/>
                </a:ext>
              </a:extLst>
            </p:cNvPr>
            <p:cNvSpPr/>
            <p:nvPr/>
          </p:nvSpPr>
          <p:spPr>
            <a:xfrm>
              <a:off x="3695756" y="4152388"/>
              <a:ext cx="533453" cy="221029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>
              <a:lvl1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defRPr/>
              </a:pPr>
              <a:r>
                <a:rPr lang="en-US" altLang="en-US" sz="2000"/>
                <a:t>0</a:t>
              </a:r>
            </a:p>
            <a:p>
              <a:pPr algn="ctr" eaLnBrk="1" hangingPunct="1">
                <a:lnSpc>
                  <a:spcPct val="100000"/>
                </a:lnSpc>
                <a:defRPr/>
              </a:pPr>
              <a:r>
                <a:rPr lang="en-US" altLang="en-US" sz="2000"/>
                <a:t>0</a:t>
              </a:r>
            </a:p>
            <a:p>
              <a:pPr algn="ctr" eaLnBrk="1" hangingPunct="1">
                <a:lnSpc>
                  <a:spcPct val="100000"/>
                </a:lnSpc>
                <a:defRPr/>
              </a:pPr>
              <a:r>
                <a:rPr lang="en-US" altLang="en-US" sz="2000"/>
                <a:t>0</a:t>
              </a:r>
            </a:p>
            <a:p>
              <a:pPr algn="ctr" eaLnBrk="1" hangingPunct="1">
                <a:lnSpc>
                  <a:spcPct val="100000"/>
                </a:lnSpc>
                <a:defRPr/>
              </a:pPr>
              <a:endParaRPr lang="en-US" altLang="en-US" sz="2000"/>
            </a:p>
            <a:p>
              <a:pPr algn="ctr" eaLnBrk="1" hangingPunct="1">
                <a:lnSpc>
                  <a:spcPct val="100000"/>
                </a:lnSpc>
                <a:defRPr/>
              </a:pPr>
              <a:r>
                <a:rPr lang="en-US" altLang="en-US" sz="2000"/>
                <a:t>0</a:t>
              </a:r>
            </a:p>
            <a:p>
              <a:pPr algn="ctr" eaLnBrk="1" hangingPunct="1">
                <a:lnSpc>
                  <a:spcPct val="100000"/>
                </a:lnSpc>
                <a:defRPr/>
              </a:pPr>
              <a:r>
                <a:rPr lang="en-US" altLang="en-US" sz="2000"/>
                <a:t>0</a:t>
              </a:r>
            </a:p>
            <a:p>
              <a:pPr algn="ctr" eaLnBrk="1" hangingPunct="1">
                <a:lnSpc>
                  <a:spcPct val="100000"/>
                </a:lnSpc>
                <a:defRPr/>
              </a:pPr>
              <a:r>
                <a:rPr lang="en-US" altLang="en-US" sz="2000"/>
                <a:t>1</a:t>
              </a:r>
            </a:p>
          </p:txBody>
        </p:sp>
        <p:sp>
          <p:nvSpPr>
            <p:cNvPr id="21529" name="TextBox 110">
              <a:extLst>
                <a:ext uri="{FF2B5EF4-FFF2-40B4-BE49-F238E27FC236}">
                  <a16:creationId xmlns:a16="http://schemas.microsoft.com/office/drawing/2014/main" id="{2D0D9A32-2782-4F24-A533-8771A37E9E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8087" y="3544669"/>
              <a:ext cx="1018227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800"/>
                <a:t>1x</a:t>
              </a:r>
              <a:r>
                <a:rPr lang="en-US" altLang="en-US" sz="1800">
                  <a:solidFill>
                    <a:srgbClr val="FF0000"/>
                  </a:solidFill>
                </a:rPr>
                <a:t>2</a:t>
              </a:r>
              <a:r>
                <a:rPr lang="en-US" altLang="en-US" sz="1800" baseline="30000">
                  <a:solidFill>
                    <a:srgbClr val="FF0000"/>
                  </a:solidFill>
                </a:rPr>
                <a:t>N</a:t>
              </a:r>
              <a:r>
                <a:rPr lang="en-US" altLang="en-US" sz="1800"/>
                <a:t> 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800"/>
                <a:t>Memory</a:t>
              </a:r>
            </a:p>
          </p:txBody>
        </p:sp>
        <p:sp>
          <p:nvSpPr>
            <p:cNvPr id="21530" name="Oval 24">
              <a:extLst>
                <a:ext uri="{FF2B5EF4-FFF2-40B4-BE49-F238E27FC236}">
                  <a16:creationId xmlns:a16="http://schemas.microsoft.com/office/drawing/2014/main" id="{6D06262B-2539-43E4-A5EA-3C41A2B141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4298" y="5105400"/>
              <a:ext cx="76201" cy="7620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endParaRPr lang="en-US" altLang="en-US" sz="2000"/>
            </a:p>
          </p:txBody>
        </p:sp>
        <p:sp>
          <p:nvSpPr>
            <p:cNvPr id="21531" name="Oval 24">
              <a:extLst>
                <a:ext uri="{FF2B5EF4-FFF2-40B4-BE49-F238E27FC236}">
                  <a16:creationId xmlns:a16="http://schemas.microsoft.com/office/drawing/2014/main" id="{33D6210D-A89B-4941-AF03-74C3991F89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4299" y="5219700"/>
              <a:ext cx="76201" cy="7620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endParaRPr lang="en-US" altLang="en-US" sz="2000"/>
            </a:p>
          </p:txBody>
        </p:sp>
        <p:sp>
          <p:nvSpPr>
            <p:cNvPr id="21532" name="Oval 24">
              <a:extLst>
                <a:ext uri="{FF2B5EF4-FFF2-40B4-BE49-F238E27FC236}">
                  <a16:creationId xmlns:a16="http://schemas.microsoft.com/office/drawing/2014/main" id="{979E6A3E-5F86-4014-93BC-573A34CBCD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4299" y="5333999"/>
              <a:ext cx="76201" cy="7620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endParaRPr lang="en-US" altLang="en-US" sz="2000"/>
            </a:p>
          </p:txBody>
        </p:sp>
        <p:sp>
          <p:nvSpPr>
            <p:cNvPr id="21533" name="Oval 24">
              <a:extLst>
                <a:ext uri="{FF2B5EF4-FFF2-40B4-BE49-F238E27FC236}">
                  <a16:creationId xmlns:a16="http://schemas.microsoft.com/office/drawing/2014/main" id="{0167C04F-B687-4E9F-8AD0-F298966DF0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6298" y="5105400"/>
              <a:ext cx="76201" cy="7620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endParaRPr lang="en-US" altLang="en-US" sz="2000"/>
            </a:p>
          </p:txBody>
        </p:sp>
        <p:sp>
          <p:nvSpPr>
            <p:cNvPr id="21534" name="Oval 24">
              <a:extLst>
                <a:ext uri="{FF2B5EF4-FFF2-40B4-BE49-F238E27FC236}">
                  <a16:creationId xmlns:a16="http://schemas.microsoft.com/office/drawing/2014/main" id="{DB0F883B-A634-42A8-86DB-9610EFB2AE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6299" y="5219700"/>
              <a:ext cx="76201" cy="7620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endParaRPr lang="en-US" altLang="en-US" sz="2000"/>
            </a:p>
          </p:txBody>
        </p:sp>
        <p:sp>
          <p:nvSpPr>
            <p:cNvPr id="21535" name="Oval 24">
              <a:extLst>
                <a:ext uri="{FF2B5EF4-FFF2-40B4-BE49-F238E27FC236}">
                  <a16:creationId xmlns:a16="http://schemas.microsoft.com/office/drawing/2014/main" id="{2574CAC0-6F7B-435C-B00B-6E9DF99A7B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6299" y="5333999"/>
              <a:ext cx="76201" cy="7620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endParaRPr lang="en-US" altLang="en-US" sz="2000"/>
            </a:p>
          </p:txBody>
        </p:sp>
        <p:sp>
          <p:nvSpPr>
            <p:cNvPr id="21536" name="Line 9">
              <a:extLst>
                <a:ext uri="{FF2B5EF4-FFF2-40B4-BE49-F238E27FC236}">
                  <a16:creationId xmlns:a16="http://schemas.microsoft.com/office/drawing/2014/main" id="{96D36606-6076-4E2D-95A8-702B711D34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5925" y="4343400"/>
              <a:ext cx="99377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37" name="Line 9">
              <a:extLst>
                <a:ext uri="{FF2B5EF4-FFF2-40B4-BE49-F238E27FC236}">
                  <a16:creationId xmlns:a16="http://schemas.microsoft.com/office/drawing/2014/main" id="{23741334-7487-476C-98F5-7146A8728E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5925" y="4648200"/>
              <a:ext cx="99377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38" name="Line 9">
              <a:extLst>
                <a:ext uri="{FF2B5EF4-FFF2-40B4-BE49-F238E27FC236}">
                  <a16:creationId xmlns:a16="http://schemas.microsoft.com/office/drawing/2014/main" id="{BA781B42-3410-46E6-ACF6-8C09664BAC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9100" y="4953000"/>
              <a:ext cx="99377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39" name="Line 9">
              <a:extLst>
                <a:ext uri="{FF2B5EF4-FFF2-40B4-BE49-F238E27FC236}">
                  <a16:creationId xmlns:a16="http://schemas.microsoft.com/office/drawing/2014/main" id="{6556F7AC-5E42-4821-9C01-4EC00CFEEA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9100" y="5524500"/>
              <a:ext cx="99377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40" name="Line 9">
              <a:extLst>
                <a:ext uri="{FF2B5EF4-FFF2-40B4-BE49-F238E27FC236}">
                  <a16:creationId xmlns:a16="http://schemas.microsoft.com/office/drawing/2014/main" id="{5B69887E-87BC-43B5-830A-D7CC70C5A3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9100" y="5867400"/>
              <a:ext cx="99377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41" name="Line 9">
              <a:extLst>
                <a:ext uri="{FF2B5EF4-FFF2-40B4-BE49-F238E27FC236}">
                  <a16:creationId xmlns:a16="http://schemas.microsoft.com/office/drawing/2014/main" id="{857F50ED-0A02-4E8F-B71D-A8DA42735A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9100" y="6172200"/>
              <a:ext cx="99377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1542" name="Group 176">
              <a:extLst>
                <a:ext uri="{FF2B5EF4-FFF2-40B4-BE49-F238E27FC236}">
                  <a16:creationId xmlns:a16="http://schemas.microsoft.com/office/drawing/2014/main" id="{ADB7DA0C-087D-4617-AA1E-D91A1F1665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81600" y="4114800"/>
              <a:ext cx="683200" cy="2209800"/>
              <a:chOff x="5181600" y="4114800"/>
              <a:chExt cx="683200" cy="2209800"/>
            </a:xfrm>
          </p:grpSpPr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A53BD038-AC36-41D5-B037-54D598AB00D2}"/>
                  </a:ext>
                </a:extLst>
              </p:cNvPr>
              <p:cNvCxnSpPr/>
              <p:nvPr/>
            </p:nvCxnSpPr>
            <p:spPr>
              <a:xfrm rot="5400000">
                <a:off x="4114759" y="5219427"/>
                <a:ext cx="2210295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8B467FD2-E98D-4A0C-9476-17433A5C08C5}"/>
                  </a:ext>
                </a:extLst>
              </p:cNvPr>
              <p:cNvCxnSpPr/>
              <p:nvPr/>
            </p:nvCxnSpPr>
            <p:spPr>
              <a:xfrm rot="5400000">
                <a:off x="5562807" y="5143210"/>
                <a:ext cx="533520" cy="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>
                <a:extLst>
                  <a:ext uri="{FF2B5EF4-FFF2-40B4-BE49-F238E27FC236}">
                    <a16:creationId xmlns:a16="http://schemas.microsoft.com/office/drawing/2014/main" id="{F931F170-5FD9-46F7-AE8F-D47019351256}"/>
                  </a:ext>
                </a:extLst>
              </p:cNvPr>
              <p:cNvCxnSpPr/>
              <p:nvPr/>
            </p:nvCxnSpPr>
            <p:spPr>
              <a:xfrm rot="16200000" flipH="1">
                <a:off x="5143651" y="4190535"/>
                <a:ext cx="762171" cy="60966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0FE101AB-D38E-4E88-916F-FB555701339A}"/>
                  </a:ext>
                </a:extLst>
              </p:cNvPr>
              <p:cNvCxnSpPr/>
              <p:nvPr/>
            </p:nvCxnSpPr>
            <p:spPr>
              <a:xfrm rot="5400000" flipH="1" flipV="1">
                <a:off x="5067434" y="5562443"/>
                <a:ext cx="914605" cy="609660"/>
              </a:xfrm>
              <a:prstGeom prst="line">
                <a:avLst/>
              </a:prstGeom>
              <a:ln w="349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554" name="TextBox 157">
                <a:extLst>
                  <a:ext uri="{FF2B5EF4-FFF2-40B4-BE49-F238E27FC236}">
                    <a16:creationId xmlns:a16="http://schemas.microsoft.com/office/drawing/2014/main" id="{83B70D29-1F58-486F-931D-91A38D4561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81600" y="4800600"/>
                <a:ext cx="683200" cy="7078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2000"/>
                  <a:t>16:1</a:t>
                </a:r>
              </a:p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2000"/>
                  <a:t>Mux</a:t>
                </a:r>
              </a:p>
            </p:txBody>
          </p:sp>
        </p:grp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A8CD9B5E-E1E1-40D8-997D-D570F2D1673D}"/>
                </a:ext>
              </a:extLst>
            </p:cNvPr>
            <p:cNvCxnSpPr/>
            <p:nvPr/>
          </p:nvCxnSpPr>
          <p:spPr>
            <a:xfrm>
              <a:off x="5486633" y="3123458"/>
              <a:ext cx="228623" cy="19054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544" name="TextBox 160">
              <a:extLst>
                <a:ext uri="{FF2B5EF4-FFF2-40B4-BE49-F238E27FC236}">
                  <a16:creationId xmlns:a16="http://schemas.microsoft.com/office/drawing/2014/main" id="{D0903DC8-F9A1-402B-95F1-8284E6FE88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62600" y="2971800"/>
              <a:ext cx="37061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>
                  <a:solidFill>
                    <a:srgbClr val="FF0000"/>
                  </a:solidFill>
                </a:rPr>
                <a:t>N</a:t>
              </a:r>
            </a:p>
          </p:txBody>
        </p:sp>
        <p:sp>
          <p:nvSpPr>
            <p:cNvPr id="21545" name="Line 9">
              <a:extLst>
                <a:ext uri="{FF2B5EF4-FFF2-40B4-BE49-F238E27FC236}">
                  <a16:creationId xmlns:a16="http://schemas.microsoft.com/office/drawing/2014/main" id="{D3E069B2-C4B3-48EB-92C7-AB32EB773C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81800" y="5143500"/>
              <a:ext cx="5715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77190650-1093-49CA-BE1C-E41F01F697C4}"/>
                </a:ext>
              </a:extLst>
            </p:cNvPr>
            <p:cNvCxnSpPr/>
            <p:nvPr/>
          </p:nvCxnSpPr>
          <p:spPr>
            <a:xfrm rot="5400000">
              <a:off x="5067425" y="4038063"/>
              <a:ext cx="106703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52677E1A-5BCA-497B-A47F-22C99F1BA9F3}"/>
                </a:ext>
              </a:extLst>
            </p:cNvPr>
            <p:cNvCxnSpPr/>
            <p:nvPr/>
          </p:nvCxnSpPr>
          <p:spPr>
            <a:xfrm>
              <a:off x="5829567" y="5143210"/>
              <a:ext cx="990698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548" name="TextBox 174">
              <a:extLst>
                <a:ext uri="{FF2B5EF4-FFF2-40B4-BE49-F238E27FC236}">
                  <a16:creationId xmlns:a16="http://schemas.microsoft.com/office/drawing/2014/main" id="{5D90AE6A-F204-40A2-8B6B-5E9BC7285A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39195" y="3066990"/>
              <a:ext cx="89960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ABCD</a:t>
              </a:r>
            </a:p>
          </p:txBody>
        </p:sp>
        <p:sp>
          <p:nvSpPr>
            <p:cNvPr id="21549" name="TextBox 175">
              <a:extLst>
                <a:ext uri="{FF2B5EF4-FFF2-40B4-BE49-F238E27FC236}">
                  <a16:creationId xmlns:a16="http://schemas.microsoft.com/office/drawing/2014/main" id="{A0067C12-062B-44ED-A169-B3A6A54A90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15200" y="4971990"/>
              <a:ext cx="34176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Z</a:t>
              </a: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F6203AE6-DC3D-4829-B486-26064DF736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3353" y="4005585"/>
            <a:ext cx="2170112" cy="86042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/>
              <a:t> 2</a:t>
            </a:r>
            <a:r>
              <a:rPr lang="en-US" altLang="en-US" baseline="30000"/>
              <a:t>16 </a:t>
            </a:r>
            <a:r>
              <a:rPr lang="en-US" altLang="en-US"/>
              <a:t>=2</a:t>
            </a:r>
            <a:r>
              <a:rPr lang="en-US" altLang="en-US" baseline="30000"/>
              <a:t>2</a:t>
            </a:r>
            <a:r>
              <a:rPr lang="en-US" altLang="en-US" baseline="60000"/>
              <a:t>4</a:t>
            </a:r>
            <a:r>
              <a:rPr lang="en-US" altLang="en-US"/>
              <a:t>=65536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C373C3C-9794-4E08-8099-212D0CE198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8465" y="3603947"/>
            <a:ext cx="8032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N = 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3AF4E7E-25D2-41B6-85E1-0897321932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1765" y="2765747"/>
            <a:ext cx="1485900" cy="52387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800"/>
              <a:t>= 2</a:t>
            </a:r>
            <a:r>
              <a:rPr lang="en-US" altLang="en-US" sz="2800" baseline="30000"/>
              <a:t>2</a:t>
            </a:r>
            <a:r>
              <a:rPr lang="en-US" altLang="en-US" sz="2800" baseline="60000"/>
              <a:t>N</a:t>
            </a:r>
          </a:p>
        </p:txBody>
      </p:sp>
      <p:sp>
        <p:nvSpPr>
          <p:cNvPr id="51" name="Slide Number Placeholder 15">
            <a:extLst>
              <a:ext uri="{FF2B5EF4-FFF2-40B4-BE49-F238E27FC236}">
                <a16:creationId xmlns:a16="http://schemas.microsoft.com/office/drawing/2014/main" id="{27BEB57A-0020-416B-8DEF-21AC6D3A5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67344" y="6366096"/>
            <a:ext cx="1905000" cy="35719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0808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/>
      <p:bldP spid="4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Content Placeholder 1">
            <a:extLst>
              <a:ext uri="{FF2B5EF4-FFF2-40B4-BE49-F238E27FC236}">
                <a16:creationId xmlns:a16="http://schemas.microsoft.com/office/drawing/2014/main" id="{92B83CFE-5B9A-4995-BE05-6114957E312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216025" y="3217863"/>
            <a:ext cx="7696200" cy="2482850"/>
          </a:xfrm>
        </p:spPr>
        <p:txBody>
          <a:bodyPr lIns="91440" tIns="45720" rIns="91440" bIns="45720"/>
          <a:lstStyle/>
          <a:p>
            <a:pPr eaLnBrk="1" hangingPunct="1"/>
            <a:r>
              <a:rPr lang="en-US" altLang="en-US" sz="2000"/>
              <a:t>LUTs are fine for implementing any arbitrary combinational logic (output is ONLY a function of its inputs) function.  But what about sequential logic (output is a function of input AND previous state information)?</a:t>
            </a:r>
          </a:p>
        </p:txBody>
      </p:sp>
      <p:sp>
        <p:nvSpPr>
          <p:cNvPr id="22533" name="Title 2">
            <a:extLst>
              <a:ext uri="{FF2B5EF4-FFF2-40B4-BE49-F238E27FC236}">
                <a16:creationId xmlns:a16="http://schemas.microsoft.com/office/drawing/2014/main" id="{E61DDF09-35F0-4AE4-9E18-42BCC1D097C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5025" y="100851"/>
            <a:ext cx="7772400" cy="1143000"/>
          </a:xfrm>
        </p:spPr>
        <p:txBody>
          <a:bodyPr lIns="274320" tIns="45720" rIns="274320" bIns="45720"/>
          <a:lstStyle/>
          <a:p>
            <a:r>
              <a:rPr lang="en-US" altLang="en-US" sz="3200" b="1" kern="1200" dirty="0">
                <a:solidFill>
                  <a:srgbClr val="CC0066"/>
                </a:solidFill>
                <a:latin typeface="+mn-lt"/>
                <a:ea typeface="+mn-ea"/>
                <a:cs typeface="+mn-cs"/>
              </a:rPr>
              <a:t>Computational Fabric - DFF</a:t>
            </a:r>
          </a:p>
        </p:txBody>
      </p:sp>
      <p:sp>
        <p:nvSpPr>
          <p:cNvPr id="22534" name="Rectangle 8">
            <a:extLst>
              <a:ext uri="{FF2B5EF4-FFF2-40B4-BE49-F238E27FC236}">
                <a16:creationId xmlns:a16="http://schemas.microsoft.com/office/drawing/2014/main" id="{B2EC742A-23D8-48B1-B9A9-579928D72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75" y="1593850"/>
            <a:ext cx="768350" cy="1036638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4-LUT</a:t>
            </a:r>
          </a:p>
        </p:txBody>
      </p:sp>
      <p:sp>
        <p:nvSpPr>
          <p:cNvPr id="22535" name="Text Box 18">
            <a:extLst>
              <a:ext uri="{FF2B5EF4-FFF2-40B4-BE49-F238E27FC236}">
                <a16:creationId xmlns:a16="http://schemas.microsoft.com/office/drawing/2014/main" id="{12BD6E9E-F635-4655-AB2F-A0EF0D0A49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75" y="1411288"/>
            <a:ext cx="339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Z</a:t>
            </a:r>
          </a:p>
        </p:txBody>
      </p:sp>
      <p:sp>
        <p:nvSpPr>
          <p:cNvPr id="22536" name="Line 9">
            <a:extLst>
              <a:ext uri="{FF2B5EF4-FFF2-40B4-BE49-F238E27FC236}">
                <a16:creationId xmlns:a16="http://schemas.microsoft.com/office/drawing/2014/main" id="{6C9955AE-AF23-4A9E-AE94-E32E90478149}"/>
              </a:ext>
            </a:extLst>
          </p:cNvPr>
          <p:cNvSpPr>
            <a:spLocks noChangeShapeType="1"/>
          </p:cNvSpPr>
          <p:nvPr/>
        </p:nvSpPr>
        <p:spPr bwMode="auto">
          <a:xfrm>
            <a:off x="3540125" y="1770063"/>
            <a:ext cx="4222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7" name="Line 10">
            <a:extLst>
              <a:ext uri="{FF2B5EF4-FFF2-40B4-BE49-F238E27FC236}">
                <a16:creationId xmlns:a16="http://schemas.microsoft.com/office/drawing/2014/main" id="{B1FF727F-9888-44DF-B663-F677B460C182}"/>
              </a:ext>
            </a:extLst>
          </p:cNvPr>
          <p:cNvSpPr>
            <a:spLocks noChangeShapeType="1"/>
          </p:cNvSpPr>
          <p:nvPr/>
        </p:nvSpPr>
        <p:spPr bwMode="auto">
          <a:xfrm>
            <a:off x="3540125" y="2001838"/>
            <a:ext cx="4222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8" name="Line 11">
            <a:extLst>
              <a:ext uri="{FF2B5EF4-FFF2-40B4-BE49-F238E27FC236}">
                <a16:creationId xmlns:a16="http://schemas.microsoft.com/office/drawing/2014/main" id="{049BD389-C9D1-43CC-89C7-BC06A6FF0B0A}"/>
              </a:ext>
            </a:extLst>
          </p:cNvPr>
          <p:cNvSpPr>
            <a:spLocks noChangeShapeType="1"/>
          </p:cNvSpPr>
          <p:nvPr/>
        </p:nvSpPr>
        <p:spPr bwMode="auto">
          <a:xfrm>
            <a:off x="3540125" y="2232025"/>
            <a:ext cx="4222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9" name="Line 12">
            <a:extLst>
              <a:ext uri="{FF2B5EF4-FFF2-40B4-BE49-F238E27FC236}">
                <a16:creationId xmlns:a16="http://schemas.microsoft.com/office/drawing/2014/main" id="{41370321-8146-4108-9152-F9557EDE6F23}"/>
              </a:ext>
            </a:extLst>
          </p:cNvPr>
          <p:cNvSpPr>
            <a:spLocks noChangeShapeType="1"/>
          </p:cNvSpPr>
          <p:nvPr/>
        </p:nvSpPr>
        <p:spPr bwMode="auto">
          <a:xfrm>
            <a:off x="3540125" y="2487613"/>
            <a:ext cx="4222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0" name="Text Box 14">
            <a:extLst>
              <a:ext uri="{FF2B5EF4-FFF2-40B4-BE49-F238E27FC236}">
                <a16:creationId xmlns:a16="http://schemas.microsoft.com/office/drawing/2014/main" id="{695CBFCD-4087-479A-BC90-AAEC54A8A9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2150" y="1795463"/>
            <a:ext cx="354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B</a:t>
            </a:r>
          </a:p>
        </p:txBody>
      </p:sp>
      <p:sp>
        <p:nvSpPr>
          <p:cNvPr id="22541" name="Text Box 15">
            <a:extLst>
              <a:ext uri="{FF2B5EF4-FFF2-40B4-BE49-F238E27FC236}">
                <a16:creationId xmlns:a16="http://schemas.microsoft.com/office/drawing/2014/main" id="{ECEDBD09-6F8C-40E7-B385-6552666C32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9925" y="2039938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C</a:t>
            </a:r>
          </a:p>
        </p:txBody>
      </p:sp>
      <p:sp>
        <p:nvSpPr>
          <p:cNvPr id="22542" name="Text Box 16">
            <a:extLst>
              <a:ext uri="{FF2B5EF4-FFF2-40B4-BE49-F238E27FC236}">
                <a16:creationId xmlns:a16="http://schemas.microsoft.com/office/drawing/2014/main" id="{0ADCA45E-28A8-4756-AB7B-1CD659CF55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2150" y="2295525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D</a:t>
            </a:r>
          </a:p>
        </p:txBody>
      </p:sp>
      <p:sp>
        <p:nvSpPr>
          <p:cNvPr id="22543" name="Text Box 14">
            <a:extLst>
              <a:ext uri="{FF2B5EF4-FFF2-40B4-BE49-F238E27FC236}">
                <a16:creationId xmlns:a16="http://schemas.microsoft.com/office/drawing/2014/main" id="{4E0BE60C-65CE-4DE6-8148-42540CCB0E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7388" y="1563688"/>
            <a:ext cx="3540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A</a:t>
            </a:r>
          </a:p>
        </p:txBody>
      </p:sp>
      <p:sp>
        <p:nvSpPr>
          <p:cNvPr id="22544" name="Line 17">
            <a:extLst>
              <a:ext uri="{FF2B5EF4-FFF2-40B4-BE49-F238E27FC236}">
                <a16:creationId xmlns:a16="http://schemas.microsoft.com/office/drawing/2014/main" id="{E85468CE-BE89-42E9-8E71-FF44EA5F2A3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24400" y="1739900"/>
            <a:ext cx="1828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3E9A47C-AF9C-45B2-BFDC-58657AEE8A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8800" y="4914900"/>
            <a:ext cx="3435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3600">
                <a:solidFill>
                  <a:srgbClr val="FF0000"/>
                </a:solidFill>
              </a:rPr>
              <a:t>Need Memory!!!</a:t>
            </a:r>
          </a:p>
        </p:txBody>
      </p:sp>
      <p:sp>
        <p:nvSpPr>
          <p:cNvPr id="18" name="Slide Number Placeholder 15">
            <a:extLst>
              <a:ext uri="{FF2B5EF4-FFF2-40B4-BE49-F238E27FC236}">
                <a16:creationId xmlns:a16="http://schemas.microsoft.com/office/drawing/2014/main" id="{1418A4AC-5C26-4F47-B96A-77857FC6C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7958"/>
            <a:ext cx="1905000" cy="35719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550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Title 2">
            <a:extLst>
              <a:ext uri="{FF2B5EF4-FFF2-40B4-BE49-F238E27FC236}">
                <a16:creationId xmlns:a16="http://schemas.microsoft.com/office/drawing/2014/main" id="{3086288F-B3CF-4113-A729-9A95B8A5669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88610" y="271464"/>
            <a:ext cx="7772400" cy="1143000"/>
          </a:xfrm>
        </p:spPr>
        <p:txBody>
          <a:bodyPr lIns="274320" tIns="45720" rIns="274320" bIns="45720"/>
          <a:lstStyle/>
          <a:p>
            <a:r>
              <a:rPr lang="en-US" altLang="en-US" sz="3200" b="1" kern="1200" dirty="0">
                <a:solidFill>
                  <a:srgbClr val="CC0066"/>
                </a:solidFill>
                <a:latin typeface="+mn-lt"/>
                <a:ea typeface="+mn-ea"/>
                <a:cs typeface="+mn-cs"/>
              </a:rPr>
              <a:t>Computational Fabric - DFF</a:t>
            </a:r>
          </a:p>
        </p:txBody>
      </p:sp>
      <p:sp>
        <p:nvSpPr>
          <p:cNvPr id="23557" name="Rectangle 8">
            <a:extLst>
              <a:ext uri="{FF2B5EF4-FFF2-40B4-BE49-F238E27FC236}">
                <a16:creationId xmlns:a16="http://schemas.microsoft.com/office/drawing/2014/main" id="{CD5874C1-3879-4C61-AFDD-81564D4AAF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8387" y="1441347"/>
            <a:ext cx="768350" cy="1036638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4-LUT</a:t>
            </a:r>
          </a:p>
        </p:txBody>
      </p:sp>
      <p:sp>
        <p:nvSpPr>
          <p:cNvPr id="23558" name="Text Box 18">
            <a:extLst>
              <a:ext uri="{FF2B5EF4-FFF2-40B4-BE49-F238E27FC236}">
                <a16:creationId xmlns:a16="http://schemas.microsoft.com/office/drawing/2014/main" id="{8F5F11C0-574F-4443-89BB-4A188762EA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0387" y="1258785"/>
            <a:ext cx="577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Z(t)</a:t>
            </a:r>
          </a:p>
        </p:txBody>
      </p:sp>
      <p:sp>
        <p:nvSpPr>
          <p:cNvPr id="23559" name="Line 9">
            <a:extLst>
              <a:ext uri="{FF2B5EF4-FFF2-40B4-BE49-F238E27FC236}">
                <a16:creationId xmlns:a16="http://schemas.microsoft.com/office/drawing/2014/main" id="{7B266A87-6E56-4DB7-B380-970C36A4B0E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5637" y="1617560"/>
            <a:ext cx="4222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0" name="Line 10">
            <a:extLst>
              <a:ext uri="{FF2B5EF4-FFF2-40B4-BE49-F238E27FC236}">
                <a16:creationId xmlns:a16="http://schemas.microsoft.com/office/drawing/2014/main" id="{A58E44E6-602D-461C-A2D0-7805D00BF76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5637" y="1849335"/>
            <a:ext cx="4222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1" name="Line 11">
            <a:extLst>
              <a:ext uri="{FF2B5EF4-FFF2-40B4-BE49-F238E27FC236}">
                <a16:creationId xmlns:a16="http://schemas.microsoft.com/office/drawing/2014/main" id="{E8DF91E7-6526-4B55-868E-1308EED4D3BB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5637" y="2079522"/>
            <a:ext cx="4222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2" name="Line 12">
            <a:extLst>
              <a:ext uri="{FF2B5EF4-FFF2-40B4-BE49-F238E27FC236}">
                <a16:creationId xmlns:a16="http://schemas.microsoft.com/office/drawing/2014/main" id="{05A7AB6B-D440-4AAF-AFE9-CDC270D22EE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5637" y="2335110"/>
            <a:ext cx="4222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3" name="Text Box 14">
            <a:extLst>
              <a:ext uri="{FF2B5EF4-FFF2-40B4-BE49-F238E27FC236}">
                <a16:creationId xmlns:a16="http://schemas.microsoft.com/office/drawing/2014/main" id="{1632B08D-C330-4DB4-BD71-789E56B9A6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7662" y="1642960"/>
            <a:ext cx="354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B</a:t>
            </a:r>
          </a:p>
        </p:txBody>
      </p:sp>
      <p:sp>
        <p:nvSpPr>
          <p:cNvPr id="23564" name="Text Box 15">
            <a:extLst>
              <a:ext uri="{FF2B5EF4-FFF2-40B4-BE49-F238E27FC236}">
                <a16:creationId xmlns:a16="http://schemas.microsoft.com/office/drawing/2014/main" id="{BEAEFFA1-E308-4D05-949E-494BD6EF8D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5437" y="1887435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C</a:t>
            </a:r>
          </a:p>
        </p:txBody>
      </p:sp>
      <p:sp>
        <p:nvSpPr>
          <p:cNvPr id="23565" name="Text Box 16">
            <a:extLst>
              <a:ext uri="{FF2B5EF4-FFF2-40B4-BE49-F238E27FC236}">
                <a16:creationId xmlns:a16="http://schemas.microsoft.com/office/drawing/2014/main" id="{B8F2A6F4-9420-4016-9CB9-6E126A2EE0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7662" y="2143022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D</a:t>
            </a:r>
          </a:p>
        </p:txBody>
      </p:sp>
      <p:sp>
        <p:nvSpPr>
          <p:cNvPr id="23566" name="Text Box 14">
            <a:extLst>
              <a:ext uri="{FF2B5EF4-FFF2-40B4-BE49-F238E27FC236}">
                <a16:creationId xmlns:a16="http://schemas.microsoft.com/office/drawing/2014/main" id="{33D4D2B6-F8CF-4863-8B32-919BC9FDBF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2900" y="1411185"/>
            <a:ext cx="3540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A</a:t>
            </a:r>
          </a:p>
        </p:txBody>
      </p:sp>
      <p:sp>
        <p:nvSpPr>
          <p:cNvPr id="23567" name="Line 17">
            <a:extLst>
              <a:ext uri="{FF2B5EF4-FFF2-40B4-BE49-F238E27FC236}">
                <a16:creationId xmlns:a16="http://schemas.microsoft.com/office/drawing/2014/main" id="{E498DFAA-F059-48C9-923A-F8204547289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79912" y="1587397"/>
            <a:ext cx="1828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68" name="Rectangle 8">
            <a:extLst>
              <a:ext uri="{FF2B5EF4-FFF2-40B4-BE49-F238E27FC236}">
                <a16:creationId xmlns:a16="http://schemas.microsoft.com/office/drawing/2014/main" id="{3D479594-25C4-4069-8F0D-99D05F8797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5212" y="1930297"/>
            <a:ext cx="577850" cy="876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DFF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B798722-B816-4EA5-AFB1-6D5D6F92529D}"/>
              </a:ext>
            </a:extLst>
          </p:cNvPr>
          <p:cNvCxnSpPr/>
          <p:nvPr/>
        </p:nvCxnSpPr>
        <p:spPr>
          <a:xfrm rot="16200000" flipH="1">
            <a:off x="4275212" y="2654197"/>
            <a:ext cx="76200" cy="762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reeform 30">
            <a:extLst>
              <a:ext uri="{FF2B5EF4-FFF2-40B4-BE49-F238E27FC236}">
                <a16:creationId xmlns:a16="http://schemas.microsoft.com/office/drawing/2014/main" id="{E8D6335A-D5AF-48F8-BED5-C50B55218EF2}"/>
              </a:ext>
            </a:extLst>
          </p:cNvPr>
          <p:cNvSpPr/>
          <p:nvPr/>
        </p:nvSpPr>
        <p:spPr>
          <a:xfrm>
            <a:off x="4060900" y="1590572"/>
            <a:ext cx="204787" cy="550863"/>
          </a:xfrm>
          <a:custGeom>
            <a:avLst/>
            <a:gdLst>
              <a:gd name="connsiteX0" fmla="*/ 0 w 205273"/>
              <a:gd name="connsiteY0" fmla="*/ 0 h 550506"/>
              <a:gd name="connsiteX1" fmla="*/ 0 w 205273"/>
              <a:gd name="connsiteY1" fmla="*/ 550506 h 550506"/>
              <a:gd name="connsiteX2" fmla="*/ 205273 w 205273"/>
              <a:gd name="connsiteY2" fmla="*/ 550506 h 550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5273" h="550506">
                <a:moveTo>
                  <a:pt x="0" y="0"/>
                </a:moveTo>
                <a:lnTo>
                  <a:pt x="0" y="550506"/>
                </a:lnTo>
                <a:lnTo>
                  <a:pt x="205273" y="550506"/>
                </a:lnTo>
              </a:path>
            </a:pathLst>
          </a:cu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lnSpc>
                <a:spcPct val="100000"/>
              </a:lnSpc>
              <a:spcBef>
                <a:spcPct val="0"/>
              </a:spcBef>
              <a:defRPr/>
            </a:pPr>
            <a:endParaRPr lang="en-US" sz="2000"/>
          </a:p>
        </p:txBody>
      </p:sp>
      <p:sp>
        <p:nvSpPr>
          <p:cNvPr id="23571" name="Line 17">
            <a:extLst>
              <a:ext uri="{FF2B5EF4-FFF2-40B4-BE49-F238E27FC236}">
                <a16:creationId xmlns:a16="http://schemas.microsoft.com/office/drawing/2014/main" id="{1BD4D5CF-D0BB-445C-AB07-BCE49622192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46712" y="2120797"/>
            <a:ext cx="838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72" name="Text Box 18">
            <a:extLst>
              <a:ext uri="{FF2B5EF4-FFF2-40B4-BE49-F238E27FC236}">
                <a16:creationId xmlns:a16="http://schemas.microsoft.com/office/drawing/2014/main" id="{3DAA6ADD-9645-42A4-9239-7C8C88B43E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7212" y="1739797"/>
            <a:ext cx="8667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Z(t+1)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98D36C5-BD82-4CE1-A3CD-7651E1DEE469}"/>
              </a:ext>
            </a:extLst>
          </p:cNvPr>
          <p:cNvCxnSpPr/>
          <p:nvPr/>
        </p:nvCxnSpPr>
        <p:spPr>
          <a:xfrm rot="5400000">
            <a:off x="4275212" y="2730397"/>
            <a:ext cx="76200" cy="762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52">
            <a:extLst>
              <a:ext uri="{FF2B5EF4-FFF2-40B4-BE49-F238E27FC236}">
                <a16:creationId xmlns:a16="http://schemas.microsoft.com/office/drawing/2014/main" id="{ECF86CE2-670B-431B-A259-1C13492A86C1}"/>
              </a:ext>
            </a:extLst>
          </p:cNvPr>
          <p:cNvGrpSpPr>
            <a:grpSpLocks/>
          </p:cNvGrpSpPr>
          <p:nvPr/>
        </p:nvGrpSpPr>
        <p:grpSpPr bwMode="auto">
          <a:xfrm>
            <a:off x="1130300" y="3093470"/>
            <a:ext cx="7327900" cy="3230563"/>
            <a:chOff x="750002" y="2743200"/>
            <a:chExt cx="7327198" cy="3230563"/>
          </a:xfrm>
        </p:grpSpPr>
        <p:grpSp>
          <p:nvGrpSpPr>
            <p:cNvPr id="23576" name="Group 50">
              <a:extLst>
                <a:ext uri="{FF2B5EF4-FFF2-40B4-BE49-F238E27FC236}">
                  <a16:creationId xmlns:a16="http://schemas.microsoft.com/office/drawing/2014/main" id="{795D1B7A-D519-4E10-B6B5-98C00FBDB1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0002" y="3962400"/>
              <a:ext cx="7327198" cy="2011363"/>
              <a:chOff x="750002" y="3962400"/>
              <a:chExt cx="7327198" cy="2011363"/>
            </a:xfrm>
          </p:grpSpPr>
          <p:sp>
            <p:nvSpPr>
              <p:cNvPr id="23578" name="Freeform 3">
                <a:extLst>
                  <a:ext uri="{FF2B5EF4-FFF2-40B4-BE49-F238E27FC236}">
                    <a16:creationId xmlns:a16="http://schemas.microsoft.com/office/drawing/2014/main" id="{3B1D76C0-B5BB-4F68-926F-B04EC8B84A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8275" y="4322763"/>
                <a:ext cx="1420813" cy="346075"/>
              </a:xfrm>
              <a:custGeom>
                <a:avLst/>
                <a:gdLst>
                  <a:gd name="T0" fmla="*/ 0 w 895"/>
                  <a:gd name="T1" fmla="*/ 2147483647 h 218"/>
                  <a:gd name="T2" fmla="*/ 2147483647 w 895"/>
                  <a:gd name="T3" fmla="*/ 0 h 218"/>
                  <a:gd name="T4" fmla="*/ 2147483647 w 895"/>
                  <a:gd name="T5" fmla="*/ 2147483647 h 218"/>
                  <a:gd name="T6" fmla="*/ 0 60000 65536"/>
                  <a:gd name="T7" fmla="*/ 0 60000 65536"/>
                  <a:gd name="T8" fmla="*/ 0 60000 65536"/>
                  <a:gd name="T9" fmla="*/ 0 w 895"/>
                  <a:gd name="T10" fmla="*/ 0 h 218"/>
                  <a:gd name="T11" fmla="*/ 895 w 895"/>
                  <a:gd name="T12" fmla="*/ 218 h 21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95" h="218">
                    <a:moveTo>
                      <a:pt x="0" y="218"/>
                    </a:moveTo>
                    <a:cubicBezTo>
                      <a:pt x="131" y="109"/>
                      <a:pt x="263" y="0"/>
                      <a:pt x="412" y="0"/>
                    </a:cubicBezTo>
                    <a:cubicBezTo>
                      <a:pt x="561" y="0"/>
                      <a:pt x="815" y="182"/>
                      <a:pt x="895" y="218"/>
                    </a:cubicBez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79" name="Text Box 4">
                <a:extLst>
                  <a:ext uri="{FF2B5EF4-FFF2-40B4-BE49-F238E27FC236}">
                    <a16:creationId xmlns:a16="http://schemas.microsoft.com/office/drawing/2014/main" id="{5D68A350-5A08-4C7D-9F32-2E4E3D0852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54350" y="3963988"/>
                <a:ext cx="536575" cy="396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2000"/>
                  <a:t>1/0</a:t>
                </a:r>
              </a:p>
            </p:txBody>
          </p:sp>
          <p:sp>
            <p:nvSpPr>
              <p:cNvPr id="23580" name="Freeform 5">
                <a:extLst>
                  <a:ext uri="{FF2B5EF4-FFF2-40B4-BE49-F238E27FC236}">
                    <a16:creationId xmlns:a16="http://schemas.microsoft.com/office/drawing/2014/main" id="{BE658794-D978-4105-A029-0BFC824481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09738" y="4795838"/>
                <a:ext cx="576262" cy="500062"/>
              </a:xfrm>
              <a:custGeom>
                <a:avLst/>
                <a:gdLst>
                  <a:gd name="T0" fmla="*/ 2147483647 w 363"/>
                  <a:gd name="T1" fmla="*/ 2147483647 h 315"/>
                  <a:gd name="T2" fmla="*/ 2147483647 w 363"/>
                  <a:gd name="T3" fmla="*/ 2147483647 h 315"/>
                  <a:gd name="T4" fmla="*/ 0 w 363"/>
                  <a:gd name="T5" fmla="*/ 2147483647 h 315"/>
                  <a:gd name="T6" fmla="*/ 2147483647 w 363"/>
                  <a:gd name="T7" fmla="*/ 2147483647 h 315"/>
                  <a:gd name="T8" fmla="*/ 2147483647 w 363"/>
                  <a:gd name="T9" fmla="*/ 2147483647 h 3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63"/>
                  <a:gd name="T16" fmla="*/ 0 h 315"/>
                  <a:gd name="T17" fmla="*/ 363 w 363"/>
                  <a:gd name="T18" fmla="*/ 315 h 31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63" h="315">
                    <a:moveTo>
                      <a:pt x="315" y="210"/>
                    </a:moveTo>
                    <a:cubicBezTo>
                      <a:pt x="256" y="262"/>
                      <a:pt x="197" y="315"/>
                      <a:pt x="145" y="307"/>
                    </a:cubicBezTo>
                    <a:cubicBezTo>
                      <a:pt x="93" y="299"/>
                      <a:pt x="0" y="210"/>
                      <a:pt x="0" y="162"/>
                    </a:cubicBezTo>
                    <a:cubicBezTo>
                      <a:pt x="0" y="114"/>
                      <a:pt x="85" y="32"/>
                      <a:pt x="145" y="16"/>
                    </a:cubicBezTo>
                    <a:cubicBezTo>
                      <a:pt x="205" y="0"/>
                      <a:pt x="284" y="32"/>
                      <a:pt x="363" y="65"/>
                    </a:cubicBez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81" name="Text Box 6">
                <a:extLst>
                  <a:ext uri="{FF2B5EF4-FFF2-40B4-BE49-F238E27FC236}">
                    <a16:creationId xmlns:a16="http://schemas.microsoft.com/office/drawing/2014/main" id="{70D8A436-BC22-4AC7-B167-246ED3A795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39825" y="4846638"/>
                <a:ext cx="536575" cy="396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2000"/>
                  <a:t>0/0</a:t>
                </a:r>
              </a:p>
            </p:txBody>
          </p:sp>
          <p:sp>
            <p:nvSpPr>
              <p:cNvPr id="23582" name="Oval 7">
                <a:extLst>
                  <a:ext uri="{FF2B5EF4-FFF2-40B4-BE49-F238E27FC236}">
                    <a16:creationId xmlns:a16="http://schemas.microsoft.com/office/drawing/2014/main" id="{6F0C5BFF-5CC7-4880-8E05-4FC37ED9A4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9800" y="4668838"/>
                <a:ext cx="922338" cy="80645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2000">
                    <a:solidFill>
                      <a:srgbClr val="FFFFFF"/>
                    </a:solidFill>
                  </a:rPr>
                  <a:t>1</a:t>
                </a:r>
              </a:p>
            </p:txBody>
          </p:sp>
          <p:sp>
            <p:nvSpPr>
              <p:cNvPr id="23583" name="Oval 8">
                <a:extLst>
                  <a:ext uri="{FF2B5EF4-FFF2-40B4-BE49-F238E27FC236}">
                    <a16:creationId xmlns:a16="http://schemas.microsoft.com/office/drawing/2014/main" id="{8230C908-8F2C-4C99-804D-73549B9BE1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68713" y="4668838"/>
                <a:ext cx="922337" cy="80645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2000">
                    <a:solidFill>
                      <a:srgbClr val="FFFFFF"/>
                    </a:solidFill>
                  </a:rPr>
                  <a:t>11</a:t>
                </a:r>
              </a:p>
            </p:txBody>
          </p:sp>
          <p:sp>
            <p:nvSpPr>
              <p:cNvPr id="23584" name="Oval 9">
                <a:extLst>
                  <a:ext uri="{FF2B5EF4-FFF2-40B4-BE49-F238E27FC236}">
                    <a16:creationId xmlns:a16="http://schemas.microsoft.com/office/drawing/2014/main" id="{33DC17CE-AACC-4F56-833A-0060CD41AC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51425" y="4668838"/>
                <a:ext cx="922338" cy="80645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2000">
                    <a:solidFill>
                      <a:srgbClr val="FFFFFF"/>
                    </a:solidFill>
                  </a:rPr>
                  <a:t>110</a:t>
                </a:r>
              </a:p>
            </p:txBody>
          </p:sp>
          <p:sp>
            <p:nvSpPr>
              <p:cNvPr id="23585" name="Oval 10">
                <a:extLst>
                  <a:ext uri="{FF2B5EF4-FFF2-40B4-BE49-F238E27FC236}">
                    <a16:creationId xmlns:a16="http://schemas.microsoft.com/office/drawing/2014/main" id="{42C2F20E-9C7F-4B03-83E8-B2DAA0032E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9838" y="4668838"/>
                <a:ext cx="922337" cy="80645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2000">
                    <a:solidFill>
                      <a:srgbClr val="FFFFFF"/>
                    </a:solidFill>
                  </a:rPr>
                  <a:t>1101</a:t>
                </a:r>
              </a:p>
            </p:txBody>
          </p:sp>
          <p:sp>
            <p:nvSpPr>
              <p:cNvPr id="23586" name="Freeform 16">
                <a:extLst>
                  <a:ext uri="{FF2B5EF4-FFF2-40B4-BE49-F238E27FC236}">
                    <a16:creationId xmlns:a16="http://schemas.microsoft.com/office/drawing/2014/main" id="{281B9C28-C4F0-41D4-B3EC-53561CB722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6875" y="4335463"/>
                <a:ext cx="1420813" cy="346075"/>
              </a:xfrm>
              <a:custGeom>
                <a:avLst/>
                <a:gdLst>
                  <a:gd name="T0" fmla="*/ 0 w 895"/>
                  <a:gd name="T1" fmla="*/ 2147483647 h 218"/>
                  <a:gd name="T2" fmla="*/ 2147483647 w 895"/>
                  <a:gd name="T3" fmla="*/ 0 h 218"/>
                  <a:gd name="T4" fmla="*/ 2147483647 w 895"/>
                  <a:gd name="T5" fmla="*/ 2147483647 h 218"/>
                  <a:gd name="T6" fmla="*/ 0 60000 65536"/>
                  <a:gd name="T7" fmla="*/ 0 60000 65536"/>
                  <a:gd name="T8" fmla="*/ 0 60000 65536"/>
                  <a:gd name="T9" fmla="*/ 0 w 895"/>
                  <a:gd name="T10" fmla="*/ 0 h 218"/>
                  <a:gd name="T11" fmla="*/ 895 w 895"/>
                  <a:gd name="T12" fmla="*/ 218 h 21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95" h="218">
                    <a:moveTo>
                      <a:pt x="0" y="218"/>
                    </a:moveTo>
                    <a:cubicBezTo>
                      <a:pt x="131" y="109"/>
                      <a:pt x="263" y="0"/>
                      <a:pt x="412" y="0"/>
                    </a:cubicBezTo>
                    <a:cubicBezTo>
                      <a:pt x="561" y="0"/>
                      <a:pt x="815" y="182"/>
                      <a:pt x="895" y="218"/>
                    </a:cubicBez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87" name="Text Box 17">
                <a:extLst>
                  <a:ext uri="{FF2B5EF4-FFF2-40B4-BE49-F238E27FC236}">
                    <a16:creationId xmlns:a16="http://schemas.microsoft.com/office/drawing/2014/main" id="{4B9478DC-046F-491C-83FD-9C9AADB029B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52950" y="3976688"/>
                <a:ext cx="536575" cy="396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2000"/>
                  <a:t>1/0</a:t>
                </a:r>
              </a:p>
            </p:txBody>
          </p:sp>
          <p:sp>
            <p:nvSpPr>
              <p:cNvPr id="23588" name="Freeform 18">
                <a:extLst>
                  <a:ext uri="{FF2B5EF4-FFF2-40B4-BE49-F238E27FC236}">
                    <a16:creationId xmlns:a16="http://schemas.microsoft.com/office/drawing/2014/main" id="{985A4BCA-2D70-41E7-87E5-A2B6C3E630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65788" y="4322763"/>
                <a:ext cx="1266825" cy="358775"/>
              </a:xfrm>
              <a:custGeom>
                <a:avLst/>
                <a:gdLst>
                  <a:gd name="T0" fmla="*/ 0 w 895"/>
                  <a:gd name="T1" fmla="*/ 2147483647 h 218"/>
                  <a:gd name="T2" fmla="*/ 2147483647 w 895"/>
                  <a:gd name="T3" fmla="*/ 0 h 218"/>
                  <a:gd name="T4" fmla="*/ 2147483647 w 895"/>
                  <a:gd name="T5" fmla="*/ 2147483647 h 218"/>
                  <a:gd name="T6" fmla="*/ 0 60000 65536"/>
                  <a:gd name="T7" fmla="*/ 0 60000 65536"/>
                  <a:gd name="T8" fmla="*/ 0 60000 65536"/>
                  <a:gd name="T9" fmla="*/ 0 w 895"/>
                  <a:gd name="T10" fmla="*/ 0 h 218"/>
                  <a:gd name="T11" fmla="*/ 895 w 895"/>
                  <a:gd name="T12" fmla="*/ 218 h 21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95" h="218">
                    <a:moveTo>
                      <a:pt x="0" y="218"/>
                    </a:moveTo>
                    <a:cubicBezTo>
                      <a:pt x="131" y="109"/>
                      <a:pt x="263" y="0"/>
                      <a:pt x="412" y="0"/>
                    </a:cubicBezTo>
                    <a:cubicBezTo>
                      <a:pt x="561" y="0"/>
                      <a:pt x="815" y="182"/>
                      <a:pt x="895" y="218"/>
                    </a:cubicBez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89" name="Text Box 19">
                <a:extLst>
                  <a:ext uri="{FF2B5EF4-FFF2-40B4-BE49-F238E27FC236}">
                    <a16:creationId xmlns:a16="http://schemas.microsoft.com/office/drawing/2014/main" id="{AE38B07D-EFFD-48E5-886F-56A57E56C4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11863" y="3962400"/>
                <a:ext cx="536575" cy="396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2000"/>
                  <a:t>0/0</a:t>
                </a:r>
              </a:p>
            </p:txBody>
          </p:sp>
          <p:sp>
            <p:nvSpPr>
              <p:cNvPr id="23590" name="Text Box 21">
                <a:extLst>
                  <a:ext uri="{FF2B5EF4-FFF2-40B4-BE49-F238E27FC236}">
                    <a16:creationId xmlns:a16="http://schemas.microsoft.com/office/drawing/2014/main" id="{75FE0606-AE24-42B1-8196-B9A4D211D8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88225" y="4572000"/>
                <a:ext cx="536575" cy="396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2000"/>
                  <a:t>1/1</a:t>
                </a:r>
              </a:p>
            </p:txBody>
          </p:sp>
          <p:sp>
            <p:nvSpPr>
              <p:cNvPr id="23591" name="Freeform 24">
                <a:extLst>
                  <a:ext uri="{FF2B5EF4-FFF2-40B4-BE49-F238E27FC236}">
                    <a16:creationId xmlns:a16="http://schemas.microsoft.com/office/drawing/2014/main" id="{FAF8A05F-1764-449E-9FB6-2E97BA3178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6250" y="5321300"/>
                <a:ext cx="806450" cy="198438"/>
              </a:xfrm>
              <a:custGeom>
                <a:avLst/>
                <a:gdLst>
                  <a:gd name="T0" fmla="*/ 2147483647 w 508"/>
                  <a:gd name="T1" fmla="*/ 2147483647 h 125"/>
                  <a:gd name="T2" fmla="*/ 2147483647 w 508"/>
                  <a:gd name="T3" fmla="*/ 2147483647 h 125"/>
                  <a:gd name="T4" fmla="*/ 0 w 508"/>
                  <a:gd name="T5" fmla="*/ 0 h 125"/>
                  <a:gd name="T6" fmla="*/ 0 60000 65536"/>
                  <a:gd name="T7" fmla="*/ 0 60000 65536"/>
                  <a:gd name="T8" fmla="*/ 0 60000 65536"/>
                  <a:gd name="T9" fmla="*/ 0 w 508"/>
                  <a:gd name="T10" fmla="*/ 0 h 125"/>
                  <a:gd name="T11" fmla="*/ 508 w 508"/>
                  <a:gd name="T12" fmla="*/ 125 h 12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08" h="125">
                    <a:moveTo>
                      <a:pt x="508" y="24"/>
                    </a:moveTo>
                    <a:cubicBezTo>
                      <a:pt x="405" y="74"/>
                      <a:pt x="303" y="125"/>
                      <a:pt x="218" y="121"/>
                    </a:cubicBezTo>
                    <a:cubicBezTo>
                      <a:pt x="133" y="117"/>
                      <a:pt x="66" y="58"/>
                      <a:pt x="0" y="0"/>
                    </a:cubicBez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92" name="Text Box 25">
                <a:extLst>
                  <a:ext uri="{FF2B5EF4-FFF2-40B4-BE49-F238E27FC236}">
                    <a16:creationId xmlns:a16="http://schemas.microsoft.com/office/drawing/2014/main" id="{236E6754-CECC-418F-9B4B-BC2B6B6F07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08338" y="5435600"/>
                <a:ext cx="536575" cy="396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2000"/>
                  <a:t>0/0</a:t>
                </a:r>
              </a:p>
            </p:txBody>
          </p:sp>
          <p:sp>
            <p:nvSpPr>
              <p:cNvPr id="23593" name="Line 26">
                <a:extLst>
                  <a:ext uri="{FF2B5EF4-FFF2-40B4-BE49-F238E27FC236}">
                    <a16:creationId xmlns:a16="http://schemas.microsoft.com/office/drawing/2014/main" id="{7C4B0BE6-5016-4A12-90F2-254856CB66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73225" y="5359400"/>
                <a:ext cx="690563" cy="4222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94" name="Text Box 27">
                <a:extLst>
                  <a:ext uri="{FF2B5EF4-FFF2-40B4-BE49-F238E27FC236}">
                    <a16:creationId xmlns:a16="http://schemas.microsoft.com/office/drawing/2014/main" id="{EE3A49DC-8DC4-4A0D-98B5-8E351BCE06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90600" y="5576888"/>
                <a:ext cx="719138" cy="396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2000"/>
                  <a:t>Start</a:t>
                </a:r>
              </a:p>
            </p:txBody>
          </p:sp>
          <p:sp>
            <p:nvSpPr>
              <p:cNvPr id="23595" name="Freeform 28">
                <a:extLst>
                  <a:ext uri="{FF2B5EF4-FFF2-40B4-BE49-F238E27FC236}">
                    <a16:creationId xmlns:a16="http://schemas.microsoft.com/office/drawing/2014/main" id="{2AAD9DE7-F683-4E1E-A7C3-BA4C3A588FAC}"/>
                  </a:ext>
                </a:extLst>
              </p:cNvPr>
              <p:cNvSpPr>
                <a:spLocks/>
              </p:cNvSpPr>
              <p:nvPr/>
            </p:nvSpPr>
            <p:spPr bwMode="auto">
              <a:xfrm rot="-4246597">
                <a:off x="4859337" y="5359401"/>
                <a:ext cx="576263" cy="500062"/>
              </a:xfrm>
              <a:custGeom>
                <a:avLst/>
                <a:gdLst>
                  <a:gd name="T0" fmla="*/ 2147483647 w 363"/>
                  <a:gd name="T1" fmla="*/ 2147483647 h 315"/>
                  <a:gd name="T2" fmla="*/ 2147483647 w 363"/>
                  <a:gd name="T3" fmla="*/ 2147483647 h 315"/>
                  <a:gd name="T4" fmla="*/ 0 w 363"/>
                  <a:gd name="T5" fmla="*/ 2147483647 h 315"/>
                  <a:gd name="T6" fmla="*/ 2147483647 w 363"/>
                  <a:gd name="T7" fmla="*/ 2147483647 h 315"/>
                  <a:gd name="T8" fmla="*/ 2147483647 w 363"/>
                  <a:gd name="T9" fmla="*/ 2147483647 h 3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63"/>
                  <a:gd name="T16" fmla="*/ 0 h 315"/>
                  <a:gd name="T17" fmla="*/ 363 w 363"/>
                  <a:gd name="T18" fmla="*/ 315 h 31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63" h="315">
                    <a:moveTo>
                      <a:pt x="315" y="210"/>
                    </a:moveTo>
                    <a:cubicBezTo>
                      <a:pt x="256" y="262"/>
                      <a:pt x="197" y="315"/>
                      <a:pt x="145" y="307"/>
                    </a:cubicBezTo>
                    <a:cubicBezTo>
                      <a:pt x="93" y="299"/>
                      <a:pt x="0" y="210"/>
                      <a:pt x="0" y="162"/>
                    </a:cubicBezTo>
                    <a:cubicBezTo>
                      <a:pt x="0" y="114"/>
                      <a:pt x="85" y="32"/>
                      <a:pt x="145" y="16"/>
                    </a:cubicBezTo>
                    <a:cubicBezTo>
                      <a:pt x="205" y="0"/>
                      <a:pt x="284" y="32"/>
                      <a:pt x="363" y="65"/>
                    </a:cubicBez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round/>
                <a:headEnd type="non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96" name="Text Box 29">
                <a:extLst>
                  <a:ext uri="{FF2B5EF4-FFF2-40B4-BE49-F238E27FC236}">
                    <a16:creationId xmlns:a16="http://schemas.microsoft.com/office/drawing/2014/main" id="{147248E1-286D-495F-93F4-94069C77D9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59338" y="5422900"/>
                <a:ext cx="536575" cy="396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2000"/>
                  <a:t>1/0</a:t>
                </a:r>
              </a:p>
            </p:txBody>
          </p:sp>
          <p:sp>
            <p:nvSpPr>
              <p:cNvPr id="23597" name="Line 30">
                <a:extLst>
                  <a:ext uri="{FF2B5EF4-FFF2-40B4-BE49-F238E27FC236}">
                    <a16:creationId xmlns:a16="http://schemas.microsoft.com/office/drawing/2014/main" id="{6EB565CB-0E9E-4B84-9F95-609A4F0539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446962" y="4918075"/>
                <a:ext cx="422275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98" name="TextBox 47">
                <a:extLst>
                  <a:ext uri="{FF2B5EF4-FFF2-40B4-BE49-F238E27FC236}">
                    <a16:creationId xmlns:a16="http://schemas.microsoft.com/office/drawing/2014/main" id="{639CC2E7-FE44-4003-83DC-BD0F03ACED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0002" y="4419600"/>
                <a:ext cx="1522267" cy="396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en-US" sz="2000">
                    <a:solidFill>
                      <a:srgbClr val="FF0000"/>
                    </a:solidFill>
                  </a:rPr>
                  <a:t>Input/output</a:t>
                </a:r>
              </a:p>
            </p:txBody>
          </p:sp>
          <p:sp>
            <p:nvSpPr>
              <p:cNvPr id="23599" name="Line 17">
                <a:extLst>
                  <a:ext uri="{FF2B5EF4-FFF2-40B4-BE49-F238E27FC236}">
                    <a16:creationId xmlns:a16="http://schemas.microsoft.com/office/drawing/2014/main" id="{A100858E-12BA-459A-B673-F64288CF74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239000" y="5029200"/>
                <a:ext cx="8382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3577" name="TextBox 49">
              <a:extLst>
                <a:ext uri="{FF2B5EF4-FFF2-40B4-BE49-F238E27FC236}">
                  <a16:creationId xmlns:a16="http://schemas.microsoft.com/office/drawing/2014/main" id="{568C4510-76C3-4BD0-9618-4D6B4ED670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1326" y="2743200"/>
              <a:ext cx="4144565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800"/>
                <a:t>Detect the pattern “1101”</a:t>
              </a:r>
            </a:p>
          </p:txBody>
        </p:sp>
      </p:grp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94698BF8-7C2A-479E-9192-44D2A16C64EC}"/>
              </a:ext>
            </a:extLst>
          </p:cNvPr>
          <p:cNvSpPr/>
          <p:nvPr/>
        </p:nvSpPr>
        <p:spPr>
          <a:xfrm>
            <a:off x="5189612" y="2235097"/>
            <a:ext cx="2819400" cy="6858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000" dirty="0">
                <a:solidFill>
                  <a:schemeClr val="accent2"/>
                </a:solidFill>
              </a:rPr>
              <a:t>DFF = D Flip Flop</a:t>
            </a:r>
          </a:p>
        </p:txBody>
      </p:sp>
      <p:sp>
        <p:nvSpPr>
          <p:cNvPr id="48" name="Slide Number Placeholder 15">
            <a:extLst>
              <a:ext uri="{FF2B5EF4-FFF2-40B4-BE49-F238E27FC236}">
                <a16:creationId xmlns:a16="http://schemas.microsoft.com/office/drawing/2014/main" id="{83FAA8E9-3789-4A22-8FD3-538FA8BD4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7958"/>
            <a:ext cx="1905000" cy="35719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436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Title 2">
            <a:extLst>
              <a:ext uri="{FF2B5EF4-FFF2-40B4-BE49-F238E27FC236}">
                <a16:creationId xmlns:a16="http://schemas.microsoft.com/office/drawing/2014/main" id="{39642B8B-397F-4998-B08F-E404BB18DD5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23887" y="192088"/>
            <a:ext cx="7696200" cy="762000"/>
          </a:xfrm>
        </p:spPr>
        <p:txBody>
          <a:bodyPr lIns="274320" tIns="45720" rIns="274320" bIns="45720"/>
          <a:lstStyle/>
          <a:p>
            <a:pPr eaLnBrk="1" hangingPunct="1"/>
            <a:r>
              <a:rPr lang="en-US" altLang="en-US" sz="3200" b="1" kern="1200" dirty="0">
                <a:solidFill>
                  <a:srgbClr val="CC0066"/>
                </a:solidFill>
                <a:latin typeface="+mn-lt"/>
                <a:ea typeface="+mn-ea"/>
                <a:cs typeface="+mn-cs"/>
              </a:rPr>
              <a:t>Computational Fabric - DFF</a:t>
            </a:r>
          </a:p>
        </p:txBody>
      </p:sp>
      <p:sp>
        <p:nvSpPr>
          <p:cNvPr id="24581" name="Rectangle 8">
            <a:extLst>
              <a:ext uri="{FF2B5EF4-FFF2-40B4-BE49-F238E27FC236}">
                <a16:creationId xmlns:a16="http://schemas.microsoft.com/office/drawing/2014/main" id="{CEDEE20A-351E-42F3-9816-5AB091018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75" y="1073150"/>
            <a:ext cx="768350" cy="1036638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4-LUT</a:t>
            </a:r>
          </a:p>
        </p:txBody>
      </p:sp>
      <p:sp>
        <p:nvSpPr>
          <p:cNvPr id="24582" name="Text Box 18">
            <a:extLst>
              <a:ext uri="{FF2B5EF4-FFF2-40B4-BE49-F238E27FC236}">
                <a16:creationId xmlns:a16="http://schemas.microsoft.com/office/drawing/2014/main" id="{0BBC0067-4020-4C13-BB68-1B11BFBA53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375" y="890588"/>
            <a:ext cx="5826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Z(t)</a:t>
            </a:r>
          </a:p>
        </p:txBody>
      </p:sp>
      <p:sp>
        <p:nvSpPr>
          <p:cNvPr id="24583" name="Line 9">
            <a:extLst>
              <a:ext uri="{FF2B5EF4-FFF2-40B4-BE49-F238E27FC236}">
                <a16:creationId xmlns:a16="http://schemas.microsoft.com/office/drawing/2014/main" id="{496E11A6-3857-4155-9525-E171A6EBF7B8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9625" y="1249363"/>
            <a:ext cx="4222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4" name="Line 10">
            <a:extLst>
              <a:ext uri="{FF2B5EF4-FFF2-40B4-BE49-F238E27FC236}">
                <a16:creationId xmlns:a16="http://schemas.microsoft.com/office/drawing/2014/main" id="{8D8BB949-5027-4260-B42E-AB0A01FB73D0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9625" y="1481138"/>
            <a:ext cx="4222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5" name="Line 11">
            <a:extLst>
              <a:ext uri="{FF2B5EF4-FFF2-40B4-BE49-F238E27FC236}">
                <a16:creationId xmlns:a16="http://schemas.microsoft.com/office/drawing/2014/main" id="{58186AF3-7E40-470F-BCB9-5232AA9F640F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9625" y="1711325"/>
            <a:ext cx="4222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6" name="Line 12">
            <a:extLst>
              <a:ext uri="{FF2B5EF4-FFF2-40B4-BE49-F238E27FC236}">
                <a16:creationId xmlns:a16="http://schemas.microsoft.com/office/drawing/2014/main" id="{46138D50-D9A9-460A-8B99-59F0850FB221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9625" y="1966913"/>
            <a:ext cx="4222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7" name="Text Box 14">
            <a:extLst>
              <a:ext uri="{FF2B5EF4-FFF2-40B4-BE49-F238E27FC236}">
                <a16:creationId xmlns:a16="http://schemas.microsoft.com/office/drawing/2014/main" id="{AA0DF5AA-41C3-4E86-94F0-E402C6A4F8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1650" y="1274763"/>
            <a:ext cx="354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B</a:t>
            </a:r>
          </a:p>
        </p:txBody>
      </p:sp>
      <p:sp>
        <p:nvSpPr>
          <p:cNvPr id="24588" name="Text Box 15">
            <a:extLst>
              <a:ext uri="{FF2B5EF4-FFF2-40B4-BE49-F238E27FC236}">
                <a16:creationId xmlns:a16="http://schemas.microsoft.com/office/drawing/2014/main" id="{E96D48C0-F004-4187-8E15-F22DCBF350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9425" y="1519238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C</a:t>
            </a:r>
          </a:p>
        </p:txBody>
      </p:sp>
      <p:sp>
        <p:nvSpPr>
          <p:cNvPr id="24589" name="Text Box 16">
            <a:extLst>
              <a:ext uri="{FF2B5EF4-FFF2-40B4-BE49-F238E27FC236}">
                <a16:creationId xmlns:a16="http://schemas.microsoft.com/office/drawing/2014/main" id="{F59ACE1B-6B36-4ECD-AC6D-8DF35D837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1650" y="1774825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D</a:t>
            </a:r>
          </a:p>
        </p:txBody>
      </p:sp>
      <p:sp>
        <p:nvSpPr>
          <p:cNvPr id="24590" name="Text Box 14">
            <a:extLst>
              <a:ext uri="{FF2B5EF4-FFF2-40B4-BE49-F238E27FC236}">
                <a16:creationId xmlns:a16="http://schemas.microsoft.com/office/drawing/2014/main" id="{98525112-B022-4342-A167-6D00E7BCB1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6888" y="1042988"/>
            <a:ext cx="355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A</a:t>
            </a:r>
          </a:p>
        </p:txBody>
      </p:sp>
      <p:sp>
        <p:nvSpPr>
          <p:cNvPr id="24591" name="Line 17">
            <a:extLst>
              <a:ext uri="{FF2B5EF4-FFF2-40B4-BE49-F238E27FC236}">
                <a16:creationId xmlns:a16="http://schemas.microsoft.com/office/drawing/2014/main" id="{867C9F0D-BFAB-4675-8F23-7355E75125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33900" y="1219200"/>
            <a:ext cx="1828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92" name="Rectangle 8">
            <a:extLst>
              <a:ext uri="{FF2B5EF4-FFF2-40B4-BE49-F238E27FC236}">
                <a16:creationId xmlns:a16="http://schemas.microsoft.com/office/drawing/2014/main" id="{1EB1FF35-2364-4C13-A038-C7CDBEB375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1562100"/>
            <a:ext cx="577850" cy="876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DFF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7621561-B15B-486C-98A2-66B6F5B378A7}"/>
              </a:ext>
            </a:extLst>
          </p:cNvPr>
          <p:cNvCxnSpPr/>
          <p:nvPr/>
        </p:nvCxnSpPr>
        <p:spPr>
          <a:xfrm rot="16200000" flipH="1">
            <a:off x="5029200" y="2286000"/>
            <a:ext cx="76200" cy="762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9C892BD-2EAC-49A9-B417-C038520B2601}"/>
              </a:ext>
            </a:extLst>
          </p:cNvPr>
          <p:cNvCxnSpPr/>
          <p:nvPr/>
        </p:nvCxnSpPr>
        <p:spPr>
          <a:xfrm rot="5400000">
            <a:off x="5029200" y="2362200"/>
            <a:ext cx="76200" cy="762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reeform 30">
            <a:extLst>
              <a:ext uri="{FF2B5EF4-FFF2-40B4-BE49-F238E27FC236}">
                <a16:creationId xmlns:a16="http://schemas.microsoft.com/office/drawing/2014/main" id="{9BEDE122-9ACA-4366-87A4-ABA69250E796}"/>
              </a:ext>
            </a:extLst>
          </p:cNvPr>
          <p:cNvSpPr/>
          <p:nvPr/>
        </p:nvSpPr>
        <p:spPr>
          <a:xfrm>
            <a:off x="4814888" y="1222375"/>
            <a:ext cx="204787" cy="550863"/>
          </a:xfrm>
          <a:custGeom>
            <a:avLst/>
            <a:gdLst>
              <a:gd name="connsiteX0" fmla="*/ 0 w 205273"/>
              <a:gd name="connsiteY0" fmla="*/ 0 h 550506"/>
              <a:gd name="connsiteX1" fmla="*/ 0 w 205273"/>
              <a:gd name="connsiteY1" fmla="*/ 550506 h 550506"/>
              <a:gd name="connsiteX2" fmla="*/ 205273 w 205273"/>
              <a:gd name="connsiteY2" fmla="*/ 550506 h 550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5273" h="550506">
                <a:moveTo>
                  <a:pt x="0" y="0"/>
                </a:moveTo>
                <a:lnTo>
                  <a:pt x="0" y="550506"/>
                </a:lnTo>
                <a:lnTo>
                  <a:pt x="205273" y="550506"/>
                </a:lnTo>
              </a:path>
            </a:pathLst>
          </a:cu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lnSpc>
                <a:spcPct val="100000"/>
              </a:lnSpc>
              <a:spcBef>
                <a:spcPct val="0"/>
              </a:spcBef>
              <a:defRPr/>
            </a:pPr>
            <a:endParaRPr lang="en-US" sz="2000"/>
          </a:p>
        </p:txBody>
      </p:sp>
      <p:sp>
        <p:nvSpPr>
          <p:cNvPr id="24596" name="Line 17">
            <a:extLst>
              <a:ext uri="{FF2B5EF4-FFF2-40B4-BE49-F238E27FC236}">
                <a16:creationId xmlns:a16="http://schemas.microsoft.com/office/drawing/2014/main" id="{F5ABA30E-8391-4941-8C92-4714C4AD9C6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00700" y="1752600"/>
            <a:ext cx="838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97" name="Text Box 18">
            <a:extLst>
              <a:ext uri="{FF2B5EF4-FFF2-40B4-BE49-F238E27FC236}">
                <a16:creationId xmlns:a16="http://schemas.microsoft.com/office/drawing/2014/main" id="{79E44D7B-24A5-439A-9457-5F2F562047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1371600"/>
            <a:ext cx="8747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Z(t+1)</a:t>
            </a:r>
          </a:p>
        </p:txBody>
      </p:sp>
      <p:sp>
        <p:nvSpPr>
          <p:cNvPr id="24598" name="TextBox 49">
            <a:extLst>
              <a:ext uri="{FF2B5EF4-FFF2-40B4-BE49-F238E27FC236}">
                <a16:creationId xmlns:a16="http://schemas.microsoft.com/office/drawing/2014/main" id="{E06F12CF-8714-428A-8ABB-9DF158A811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2552700"/>
            <a:ext cx="65865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800"/>
              <a:t>Increase circuit performance (pipelining)</a:t>
            </a:r>
          </a:p>
        </p:txBody>
      </p:sp>
      <p:sp>
        <p:nvSpPr>
          <p:cNvPr id="24599" name="Rectangle 8">
            <a:extLst>
              <a:ext uri="{FF2B5EF4-FFF2-40B4-BE49-F238E27FC236}">
                <a16:creationId xmlns:a16="http://schemas.microsoft.com/office/drawing/2014/main" id="{7AA9AD74-C735-4EE9-8560-17CA80192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3216275"/>
            <a:ext cx="717550" cy="1036638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4-LUT</a:t>
            </a:r>
          </a:p>
        </p:txBody>
      </p:sp>
      <p:sp>
        <p:nvSpPr>
          <p:cNvPr id="24600" name="Line 9">
            <a:extLst>
              <a:ext uri="{FF2B5EF4-FFF2-40B4-BE49-F238E27FC236}">
                <a16:creationId xmlns:a16="http://schemas.microsoft.com/office/drawing/2014/main" id="{36101C09-74B1-42E7-B2EC-B584DBBA7548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100" y="3376613"/>
            <a:ext cx="228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01" name="Text Box 14">
            <a:extLst>
              <a:ext uri="{FF2B5EF4-FFF2-40B4-BE49-F238E27FC236}">
                <a16:creationId xmlns:a16="http://schemas.microsoft.com/office/drawing/2014/main" id="{FDA27AED-A163-4CF0-A5B1-9A026515B3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0" y="3394075"/>
            <a:ext cx="1714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B</a:t>
            </a:r>
          </a:p>
        </p:txBody>
      </p:sp>
      <p:sp>
        <p:nvSpPr>
          <p:cNvPr id="24602" name="Text Box 15">
            <a:extLst>
              <a:ext uri="{FF2B5EF4-FFF2-40B4-BE49-F238E27FC236}">
                <a16:creationId xmlns:a16="http://schemas.microsoft.com/office/drawing/2014/main" id="{40C5C257-FC3F-4FE1-9C8A-289B5531F6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63" y="3638550"/>
            <a:ext cx="1857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C</a:t>
            </a:r>
          </a:p>
        </p:txBody>
      </p:sp>
      <p:sp>
        <p:nvSpPr>
          <p:cNvPr id="24603" name="Text Box 16">
            <a:extLst>
              <a:ext uri="{FF2B5EF4-FFF2-40B4-BE49-F238E27FC236}">
                <a16:creationId xmlns:a16="http://schemas.microsoft.com/office/drawing/2014/main" id="{1E5DA6D3-76AC-4D3A-9942-5D8596FA48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63" y="3894138"/>
            <a:ext cx="1857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D</a:t>
            </a:r>
          </a:p>
        </p:txBody>
      </p:sp>
      <p:sp>
        <p:nvSpPr>
          <p:cNvPr id="24604" name="Text Box 14">
            <a:extLst>
              <a:ext uri="{FF2B5EF4-FFF2-40B4-BE49-F238E27FC236}">
                <a16:creationId xmlns:a16="http://schemas.microsoft.com/office/drawing/2014/main" id="{5D60B331-166F-4845-8F44-2E56104519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0" y="3162300"/>
            <a:ext cx="1714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A</a:t>
            </a:r>
          </a:p>
        </p:txBody>
      </p:sp>
      <p:sp>
        <p:nvSpPr>
          <p:cNvPr id="24605" name="Line 17">
            <a:extLst>
              <a:ext uri="{FF2B5EF4-FFF2-40B4-BE49-F238E27FC236}">
                <a16:creationId xmlns:a16="http://schemas.microsoft.com/office/drawing/2014/main" id="{2FD0F195-0F55-43C5-B636-AA7E727C815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57300" y="3376613"/>
            <a:ext cx="1371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06" name="Rectangle 8">
            <a:extLst>
              <a:ext uri="{FF2B5EF4-FFF2-40B4-BE49-F238E27FC236}">
                <a16:creationId xmlns:a16="http://schemas.microsoft.com/office/drawing/2014/main" id="{532AFC57-C4F8-4305-8A73-31B1262815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2100" y="3705225"/>
            <a:ext cx="533400" cy="876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DFF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BF7D1620-A70E-4F84-ACC8-CB7171372A55}"/>
              </a:ext>
            </a:extLst>
          </p:cNvPr>
          <p:cNvCxnSpPr/>
          <p:nvPr/>
        </p:nvCxnSpPr>
        <p:spPr>
          <a:xfrm rot="16200000" flipH="1">
            <a:off x="1562100" y="4429125"/>
            <a:ext cx="76200" cy="762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95134B89-5023-493F-A446-17AE38F82EF6}"/>
              </a:ext>
            </a:extLst>
          </p:cNvPr>
          <p:cNvCxnSpPr/>
          <p:nvPr/>
        </p:nvCxnSpPr>
        <p:spPr>
          <a:xfrm rot="5400000">
            <a:off x="1562100" y="4505325"/>
            <a:ext cx="76200" cy="762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Freeform 64">
            <a:extLst>
              <a:ext uri="{FF2B5EF4-FFF2-40B4-BE49-F238E27FC236}">
                <a16:creationId xmlns:a16="http://schemas.microsoft.com/office/drawing/2014/main" id="{3D3AC44F-8777-4EBB-BA6F-9D9E7546E9ED}"/>
              </a:ext>
            </a:extLst>
          </p:cNvPr>
          <p:cNvSpPr/>
          <p:nvPr/>
        </p:nvSpPr>
        <p:spPr>
          <a:xfrm>
            <a:off x="1347788" y="3365500"/>
            <a:ext cx="204787" cy="550863"/>
          </a:xfrm>
          <a:custGeom>
            <a:avLst/>
            <a:gdLst>
              <a:gd name="connsiteX0" fmla="*/ 0 w 205273"/>
              <a:gd name="connsiteY0" fmla="*/ 0 h 550506"/>
              <a:gd name="connsiteX1" fmla="*/ 0 w 205273"/>
              <a:gd name="connsiteY1" fmla="*/ 550506 h 550506"/>
              <a:gd name="connsiteX2" fmla="*/ 205273 w 205273"/>
              <a:gd name="connsiteY2" fmla="*/ 550506 h 550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5273" h="550506">
                <a:moveTo>
                  <a:pt x="0" y="0"/>
                </a:moveTo>
                <a:lnTo>
                  <a:pt x="0" y="550506"/>
                </a:lnTo>
                <a:lnTo>
                  <a:pt x="205273" y="550506"/>
                </a:lnTo>
              </a:path>
            </a:pathLst>
          </a:cu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lnSpc>
                <a:spcPct val="100000"/>
              </a:lnSpc>
              <a:spcBef>
                <a:spcPct val="0"/>
              </a:spcBef>
              <a:defRPr/>
            </a:pPr>
            <a:endParaRPr lang="en-US" sz="2000"/>
          </a:p>
        </p:txBody>
      </p:sp>
      <p:sp>
        <p:nvSpPr>
          <p:cNvPr id="24610" name="Line 17">
            <a:extLst>
              <a:ext uri="{FF2B5EF4-FFF2-40B4-BE49-F238E27FC236}">
                <a16:creationId xmlns:a16="http://schemas.microsoft.com/office/drawing/2014/main" id="{85B0DBE6-7578-4CCF-A71D-B1E21BB3E02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95500" y="3910013"/>
            <a:ext cx="342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11" name="Line 9">
            <a:extLst>
              <a:ext uri="{FF2B5EF4-FFF2-40B4-BE49-F238E27FC236}">
                <a16:creationId xmlns:a16="http://schemas.microsoft.com/office/drawing/2014/main" id="{ABD8A1F7-8761-46BA-BD24-E401ADC30071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100" y="3605213"/>
            <a:ext cx="228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12" name="Line 9">
            <a:extLst>
              <a:ext uri="{FF2B5EF4-FFF2-40B4-BE49-F238E27FC236}">
                <a16:creationId xmlns:a16="http://schemas.microsoft.com/office/drawing/2014/main" id="{E8D8A0AD-6014-4906-A0D2-F9993C8C4900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100" y="3871913"/>
            <a:ext cx="228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13" name="Line 9">
            <a:extLst>
              <a:ext uri="{FF2B5EF4-FFF2-40B4-BE49-F238E27FC236}">
                <a16:creationId xmlns:a16="http://schemas.microsoft.com/office/drawing/2014/main" id="{7F59ABE6-0042-47F6-9F5F-9DB2C7317FBF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100" y="4100513"/>
            <a:ext cx="228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14" name="Rectangle 8">
            <a:extLst>
              <a:ext uri="{FF2B5EF4-FFF2-40B4-BE49-F238E27FC236}">
                <a16:creationId xmlns:a16="http://schemas.microsoft.com/office/drawing/2014/main" id="{474D3EDC-40A8-4D65-9DD5-FAA37C4261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0" y="3224213"/>
            <a:ext cx="717550" cy="1036637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4-LUT</a:t>
            </a:r>
          </a:p>
        </p:txBody>
      </p:sp>
      <p:sp>
        <p:nvSpPr>
          <p:cNvPr id="24615" name="Line 17">
            <a:extLst>
              <a:ext uri="{FF2B5EF4-FFF2-40B4-BE49-F238E27FC236}">
                <a16:creationId xmlns:a16="http://schemas.microsoft.com/office/drawing/2014/main" id="{5ACF1169-3D4F-4464-9584-65BACDEA9920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3376613"/>
            <a:ext cx="13335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16" name="Rectangle 8">
            <a:extLst>
              <a:ext uri="{FF2B5EF4-FFF2-40B4-BE49-F238E27FC236}">
                <a16:creationId xmlns:a16="http://schemas.microsoft.com/office/drawing/2014/main" id="{E6DDF3B3-06ED-4512-B67D-EE7E2DBDE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713163"/>
            <a:ext cx="533400" cy="876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DFF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6A4BD67-9863-4756-8EA3-6B6319E18CAD}"/>
              </a:ext>
            </a:extLst>
          </p:cNvPr>
          <p:cNvCxnSpPr/>
          <p:nvPr/>
        </p:nvCxnSpPr>
        <p:spPr>
          <a:xfrm rot="16200000" flipH="1">
            <a:off x="3657600" y="4437063"/>
            <a:ext cx="76200" cy="762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178CB89E-D6F9-453F-BC74-0218618539D1}"/>
              </a:ext>
            </a:extLst>
          </p:cNvPr>
          <p:cNvCxnSpPr/>
          <p:nvPr/>
        </p:nvCxnSpPr>
        <p:spPr>
          <a:xfrm rot="5400000">
            <a:off x="3657600" y="4513263"/>
            <a:ext cx="76200" cy="762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Freeform 80">
            <a:extLst>
              <a:ext uri="{FF2B5EF4-FFF2-40B4-BE49-F238E27FC236}">
                <a16:creationId xmlns:a16="http://schemas.microsoft.com/office/drawing/2014/main" id="{156025F3-D4F9-4E23-9742-9DB04774AD3D}"/>
              </a:ext>
            </a:extLst>
          </p:cNvPr>
          <p:cNvSpPr/>
          <p:nvPr/>
        </p:nvSpPr>
        <p:spPr>
          <a:xfrm>
            <a:off x="3443288" y="3373438"/>
            <a:ext cx="204787" cy="550862"/>
          </a:xfrm>
          <a:custGeom>
            <a:avLst/>
            <a:gdLst>
              <a:gd name="connsiteX0" fmla="*/ 0 w 205273"/>
              <a:gd name="connsiteY0" fmla="*/ 0 h 550506"/>
              <a:gd name="connsiteX1" fmla="*/ 0 w 205273"/>
              <a:gd name="connsiteY1" fmla="*/ 550506 h 550506"/>
              <a:gd name="connsiteX2" fmla="*/ 205273 w 205273"/>
              <a:gd name="connsiteY2" fmla="*/ 550506 h 550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5273" h="550506">
                <a:moveTo>
                  <a:pt x="0" y="0"/>
                </a:moveTo>
                <a:lnTo>
                  <a:pt x="0" y="550506"/>
                </a:lnTo>
                <a:lnTo>
                  <a:pt x="205273" y="550506"/>
                </a:lnTo>
              </a:path>
            </a:pathLst>
          </a:cu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lnSpc>
                <a:spcPct val="100000"/>
              </a:lnSpc>
              <a:spcBef>
                <a:spcPct val="0"/>
              </a:spcBef>
              <a:defRPr/>
            </a:pPr>
            <a:endParaRPr lang="en-US" sz="2000"/>
          </a:p>
        </p:txBody>
      </p:sp>
      <p:sp>
        <p:nvSpPr>
          <p:cNvPr id="24620" name="Line 17">
            <a:extLst>
              <a:ext uri="{FF2B5EF4-FFF2-40B4-BE49-F238E27FC236}">
                <a16:creationId xmlns:a16="http://schemas.microsoft.com/office/drawing/2014/main" id="{99C6880D-CBBD-473C-A4BA-565140DFC1B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91000" y="3917950"/>
            <a:ext cx="342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21" name="Rectangle 8">
            <a:extLst>
              <a:ext uri="{FF2B5EF4-FFF2-40B4-BE49-F238E27FC236}">
                <a16:creationId xmlns:a16="http://schemas.microsoft.com/office/drawing/2014/main" id="{1913E989-92E2-4E8A-89CE-CCBF5FD179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6300" y="3224213"/>
            <a:ext cx="717550" cy="1036637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4-LUT</a:t>
            </a:r>
          </a:p>
        </p:txBody>
      </p:sp>
      <p:sp>
        <p:nvSpPr>
          <p:cNvPr id="24622" name="Line 17">
            <a:extLst>
              <a:ext uri="{FF2B5EF4-FFF2-40B4-BE49-F238E27FC236}">
                <a16:creationId xmlns:a16="http://schemas.microsoft.com/office/drawing/2014/main" id="{6BD08982-A629-4EF9-9E08-65F3C641EF53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3376613"/>
            <a:ext cx="13335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23" name="Rectangle 8">
            <a:extLst>
              <a:ext uri="{FF2B5EF4-FFF2-40B4-BE49-F238E27FC236}">
                <a16:creationId xmlns:a16="http://schemas.microsoft.com/office/drawing/2014/main" id="{CBC1A3EA-5325-4388-A43B-77F4FAC678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8650" y="3713163"/>
            <a:ext cx="533400" cy="876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DFF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72353403-139D-47BC-848E-8E14C58C6B4E}"/>
              </a:ext>
            </a:extLst>
          </p:cNvPr>
          <p:cNvCxnSpPr/>
          <p:nvPr/>
        </p:nvCxnSpPr>
        <p:spPr>
          <a:xfrm rot="16200000" flipH="1">
            <a:off x="5708650" y="4437063"/>
            <a:ext cx="76200" cy="762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14EAF63F-DFF7-478F-A91A-809C43A366E4}"/>
              </a:ext>
            </a:extLst>
          </p:cNvPr>
          <p:cNvCxnSpPr/>
          <p:nvPr/>
        </p:nvCxnSpPr>
        <p:spPr>
          <a:xfrm rot="5400000">
            <a:off x="5708650" y="4513263"/>
            <a:ext cx="76200" cy="762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Freeform 90">
            <a:extLst>
              <a:ext uri="{FF2B5EF4-FFF2-40B4-BE49-F238E27FC236}">
                <a16:creationId xmlns:a16="http://schemas.microsoft.com/office/drawing/2014/main" id="{0D212643-C9EE-4060-8458-2A70C3BE0ED4}"/>
              </a:ext>
            </a:extLst>
          </p:cNvPr>
          <p:cNvSpPr/>
          <p:nvPr/>
        </p:nvSpPr>
        <p:spPr>
          <a:xfrm>
            <a:off x="5494338" y="3373438"/>
            <a:ext cx="204787" cy="550862"/>
          </a:xfrm>
          <a:custGeom>
            <a:avLst/>
            <a:gdLst>
              <a:gd name="connsiteX0" fmla="*/ 0 w 205273"/>
              <a:gd name="connsiteY0" fmla="*/ 0 h 550506"/>
              <a:gd name="connsiteX1" fmla="*/ 0 w 205273"/>
              <a:gd name="connsiteY1" fmla="*/ 550506 h 550506"/>
              <a:gd name="connsiteX2" fmla="*/ 205273 w 205273"/>
              <a:gd name="connsiteY2" fmla="*/ 550506 h 550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5273" h="550506">
                <a:moveTo>
                  <a:pt x="0" y="0"/>
                </a:moveTo>
                <a:lnTo>
                  <a:pt x="0" y="550506"/>
                </a:lnTo>
                <a:lnTo>
                  <a:pt x="205273" y="550506"/>
                </a:lnTo>
              </a:path>
            </a:pathLst>
          </a:cu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lnSpc>
                <a:spcPct val="100000"/>
              </a:lnSpc>
              <a:spcBef>
                <a:spcPct val="0"/>
              </a:spcBef>
              <a:defRPr/>
            </a:pPr>
            <a:endParaRPr lang="en-US" sz="2000"/>
          </a:p>
        </p:txBody>
      </p:sp>
      <p:sp>
        <p:nvSpPr>
          <p:cNvPr id="24627" name="Line 17">
            <a:extLst>
              <a:ext uri="{FF2B5EF4-FFF2-40B4-BE49-F238E27FC236}">
                <a16:creationId xmlns:a16="http://schemas.microsoft.com/office/drawing/2014/main" id="{A9AA5A5A-DD4A-4AB7-A3EA-15FD2F5C85C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42050" y="3917950"/>
            <a:ext cx="342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28" name="Rectangle 8">
            <a:extLst>
              <a:ext uri="{FF2B5EF4-FFF2-40B4-BE49-F238E27FC236}">
                <a16:creationId xmlns:a16="http://schemas.microsoft.com/office/drawing/2014/main" id="{9E7A383D-809F-4817-82B3-45E899F9DD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0050" y="3224213"/>
            <a:ext cx="717550" cy="1036637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4-LUT</a:t>
            </a:r>
          </a:p>
        </p:txBody>
      </p:sp>
      <p:sp>
        <p:nvSpPr>
          <p:cNvPr id="24629" name="Line 17">
            <a:extLst>
              <a:ext uri="{FF2B5EF4-FFF2-40B4-BE49-F238E27FC236}">
                <a16:creationId xmlns:a16="http://schemas.microsoft.com/office/drawing/2014/main" id="{D8DB87AD-0661-468F-ABD0-D16715AB7CD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67600" y="3384550"/>
            <a:ext cx="11811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30" name="Rectangle 8">
            <a:extLst>
              <a:ext uri="{FF2B5EF4-FFF2-40B4-BE49-F238E27FC236}">
                <a16:creationId xmlns:a16="http://schemas.microsoft.com/office/drawing/2014/main" id="{584C686A-E834-4AA0-8B23-0C778B0EAC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2400" y="3713163"/>
            <a:ext cx="533400" cy="876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DFF</a:t>
            </a: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36F5540A-31AE-4225-B8C8-9343F11EC156}"/>
              </a:ext>
            </a:extLst>
          </p:cNvPr>
          <p:cNvCxnSpPr/>
          <p:nvPr/>
        </p:nvCxnSpPr>
        <p:spPr>
          <a:xfrm rot="16200000" flipH="1">
            <a:off x="7772400" y="4437063"/>
            <a:ext cx="76200" cy="762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D24933D6-60E7-4643-A41D-5650E02DC098}"/>
              </a:ext>
            </a:extLst>
          </p:cNvPr>
          <p:cNvCxnSpPr/>
          <p:nvPr/>
        </p:nvCxnSpPr>
        <p:spPr>
          <a:xfrm rot="5400000">
            <a:off x="7772400" y="4513263"/>
            <a:ext cx="76200" cy="762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Freeform 97">
            <a:extLst>
              <a:ext uri="{FF2B5EF4-FFF2-40B4-BE49-F238E27FC236}">
                <a16:creationId xmlns:a16="http://schemas.microsoft.com/office/drawing/2014/main" id="{4FA7F557-C2BC-4525-8E62-DCF546A8563A}"/>
              </a:ext>
            </a:extLst>
          </p:cNvPr>
          <p:cNvSpPr/>
          <p:nvPr/>
        </p:nvSpPr>
        <p:spPr>
          <a:xfrm>
            <a:off x="7558088" y="3373438"/>
            <a:ext cx="204787" cy="550862"/>
          </a:xfrm>
          <a:custGeom>
            <a:avLst/>
            <a:gdLst>
              <a:gd name="connsiteX0" fmla="*/ 0 w 205273"/>
              <a:gd name="connsiteY0" fmla="*/ 0 h 550506"/>
              <a:gd name="connsiteX1" fmla="*/ 0 w 205273"/>
              <a:gd name="connsiteY1" fmla="*/ 550506 h 550506"/>
              <a:gd name="connsiteX2" fmla="*/ 205273 w 205273"/>
              <a:gd name="connsiteY2" fmla="*/ 550506 h 550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5273" h="550506">
                <a:moveTo>
                  <a:pt x="0" y="0"/>
                </a:moveTo>
                <a:lnTo>
                  <a:pt x="0" y="550506"/>
                </a:lnTo>
                <a:lnTo>
                  <a:pt x="205273" y="550506"/>
                </a:lnTo>
              </a:path>
            </a:pathLst>
          </a:cu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lnSpc>
                <a:spcPct val="100000"/>
              </a:lnSpc>
              <a:spcBef>
                <a:spcPct val="0"/>
              </a:spcBef>
              <a:defRPr/>
            </a:pPr>
            <a:endParaRPr lang="en-US" sz="2000"/>
          </a:p>
        </p:txBody>
      </p:sp>
      <p:sp>
        <p:nvSpPr>
          <p:cNvPr id="24634" name="Line 17">
            <a:extLst>
              <a:ext uri="{FF2B5EF4-FFF2-40B4-BE49-F238E27FC236}">
                <a16:creationId xmlns:a16="http://schemas.microsoft.com/office/drawing/2014/main" id="{3F9AA831-D8E0-497B-BFED-C2FA95F318B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05800" y="3917950"/>
            <a:ext cx="342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35" name="TextBox 135">
            <a:extLst>
              <a:ext uri="{FF2B5EF4-FFF2-40B4-BE49-F238E27FC236}">
                <a16:creationId xmlns:a16="http://schemas.microsoft.com/office/drawing/2014/main" id="{CA398E8D-5215-4530-A866-6D9D317275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6175" y="3025775"/>
            <a:ext cx="16478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0000"/>
                </a:solidFill>
              </a:rPr>
              <a:t>4 LUT  delays 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0000"/>
                </a:solidFill>
              </a:rPr>
              <a:t>per output</a:t>
            </a:r>
          </a:p>
        </p:txBody>
      </p:sp>
      <p:grpSp>
        <p:nvGrpSpPr>
          <p:cNvPr id="2" name="Group 145">
            <a:extLst>
              <a:ext uri="{FF2B5EF4-FFF2-40B4-BE49-F238E27FC236}">
                <a16:creationId xmlns:a16="http://schemas.microsoft.com/office/drawing/2014/main" id="{A3C17149-BD7B-4357-80B4-4A614E326FE6}"/>
              </a:ext>
            </a:extLst>
          </p:cNvPr>
          <p:cNvGrpSpPr>
            <a:grpSpLocks/>
          </p:cNvGrpSpPr>
          <p:nvPr/>
        </p:nvGrpSpPr>
        <p:grpSpPr bwMode="auto">
          <a:xfrm>
            <a:off x="80963" y="4991100"/>
            <a:ext cx="8986837" cy="1579563"/>
            <a:chOff x="80751" y="4991100"/>
            <a:chExt cx="8987049" cy="1579562"/>
          </a:xfrm>
        </p:grpSpPr>
        <p:sp>
          <p:nvSpPr>
            <p:cNvPr id="24638" name="Rectangle 8">
              <a:extLst>
                <a:ext uri="{FF2B5EF4-FFF2-40B4-BE49-F238E27FC236}">
                  <a16:creationId xmlns:a16="http://schemas.microsoft.com/office/drawing/2014/main" id="{D2AEC40B-EE14-4AC3-87AA-4D480A68FC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749" y="5197474"/>
              <a:ext cx="717551" cy="103663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4-LUT</a:t>
              </a:r>
            </a:p>
          </p:txBody>
        </p:sp>
        <p:sp>
          <p:nvSpPr>
            <p:cNvPr id="24639" name="Line 9">
              <a:extLst>
                <a:ext uri="{FF2B5EF4-FFF2-40B4-BE49-F238E27FC236}">
                  <a16:creationId xmlns:a16="http://schemas.microsoft.com/office/drawing/2014/main" id="{F13361DF-8AAD-4098-9D7A-EDB42F4C3D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099" y="5357812"/>
              <a:ext cx="228600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40" name="Text Box 14">
              <a:extLst>
                <a:ext uri="{FF2B5EF4-FFF2-40B4-BE49-F238E27FC236}">
                  <a16:creationId xmlns:a16="http://schemas.microsoft.com/office/drawing/2014/main" id="{A09CDD53-EEF4-4E20-97A4-90AF130C49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177" y="5375275"/>
              <a:ext cx="17152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B</a:t>
              </a:r>
            </a:p>
          </p:txBody>
        </p:sp>
        <p:sp>
          <p:nvSpPr>
            <p:cNvPr id="24641" name="Text Box 15">
              <a:extLst>
                <a:ext uri="{FF2B5EF4-FFF2-40B4-BE49-F238E27FC236}">
                  <a16:creationId xmlns:a16="http://schemas.microsoft.com/office/drawing/2014/main" id="{17883C74-A6E7-46A6-8CB8-0B305B2409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751" y="5619750"/>
              <a:ext cx="18594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C</a:t>
              </a:r>
            </a:p>
          </p:txBody>
        </p:sp>
        <p:sp>
          <p:nvSpPr>
            <p:cNvPr id="24642" name="Text Box 16">
              <a:extLst>
                <a:ext uri="{FF2B5EF4-FFF2-40B4-BE49-F238E27FC236}">
                  <a16:creationId xmlns:a16="http://schemas.microsoft.com/office/drawing/2014/main" id="{B737118D-1B59-493F-83B8-91432A9086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751" y="5875337"/>
              <a:ext cx="18594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D</a:t>
              </a:r>
            </a:p>
          </p:txBody>
        </p:sp>
        <p:sp>
          <p:nvSpPr>
            <p:cNvPr id="24643" name="Text Box 14">
              <a:extLst>
                <a:ext uri="{FF2B5EF4-FFF2-40B4-BE49-F238E27FC236}">
                  <a16:creationId xmlns:a16="http://schemas.microsoft.com/office/drawing/2014/main" id="{F45E07A5-D31D-43D2-91AD-68AFE03F26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177" y="5143500"/>
              <a:ext cx="17152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A</a:t>
              </a:r>
            </a:p>
          </p:txBody>
        </p:sp>
        <p:sp>
          <p:nvSpPr>
            <p:cNvPr id="24644" name="Line 17">
              <a:extLst>
                <a:ext uri="{FF2B5EF4-FFF2-40B4-BE49-F238E27FC236}">
                  <a16:creationId xmlns:a16="http://schemas.microsoft.com/office/drawing/2014/main" id="{7F94FDA6-C276-4B90-A475-F15520C3DC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57300" y="5334000"/>
              <a:ext cx="7239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45" name="Rectangle 8">
              <a:extLst>
                <a:ext uri="{FF2B5EF4-FFF2-40B4-BE49-F238E27FC236}">
                  <a16:creationId xmlns:a16="http://schemas.microsoft.com/office/drawing/2014/main" id="{B43192ED-6699-4ABE-8101-DBBC9823C9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1635" y="5686424"/>
              <a:ext cx="533864" cy="8763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DFF</a:t>
              </a:r>
            </a:p>
          </p:txBody>
        </p: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DAB43A64-7CBF-486F-B998-E71855041928}"/>
                </a:ext>
              </a:extLst>
            </p:cNvPr>
            <p:cNvCxnSpPr/>
            <p:nvPr/>
          </p:nvCxnSpPr>
          <p:spPr>
            <a:xfrm rot="16200000" flipH="1">
              <a:off x="1561924" y="6410323"/>
              <a:ext cx="76200" cy="7620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C6B4526E-E2A4-45A6-A391-FC428192C458}"/>
                </a:ext>
              </a:extLst>
            </p:cNvPr>
            <p:cNvCxnSpPr/>
            <p:nvPr/>
          </p:nvCxnSpPr>
          <p:spPr>
            <a:xfrm rot="5400000">
              <a:off x="1561924" y="6486523"/>
              <a:ext cx="76200" cy="7620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A635912A-09AA-4FA7-AE79-40BDC224D81B}"/>
                </a:ext>
              </a:extLst>
            </p:cNvPr>
            <p:cNvSpPr/>
            <p:nvPr/>
          </p:nvSpPr>
          <p:spPr>
            <a:xfrm>
              <a:off x="1347606" y="5346700"/>
              <a:ext cx="204792" cy="550863"/>
            </a:xfrm>
            <a:custGeom>
              <a:avLst/>
              <a:gdLst>
                <a:gd name="connsiteX0" fmla="*/ 0 w 205273"/>
                <a:gd name="connsiteY0" fmla="*/ 0 h 550506"/>
                <a:gd name="connsiteX1" fmla="*/ 0 w 205273"/>
                <a:gd name="connsiteY1" fmla="*/ 550506 h 550506"/>
                <a:gd name="connsiteX2" fmla="*/ 205273 w 205273"/>
                <a:gd name="connsiteY2" fmla="*/ 550506 h 550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5273" h="550506">
                  <a:moveTo>
                    <a:pt x="0" y="0"/>
                  </a:moveTo>
                  <a:lnTo>
                    <a:pt x="0" y="550506"/>
                  </a:lnTo>
                  <a:lnTo>
                    <a:pt x="205273" y="550506"/>
                  </a:lnTo>
                </a:path>
              </a:pathLst>
            </a:cu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defRPr/>
              </a:pPr>
              <a:endParaRPr lang="en-US" sz="2000"/>
            </a:p>
          </p:txBody>
        </p:sp>
        <p:sp>
          <p:nvSpPr>
            <p:cNvPr id="24649" name="Line 17">
              <a:extLst>
                <a:ext uri="{FF2B5EF4-FFF2-40B4-BE49-F238E27FC236}">
                  <a16:creationId xmlns:a16="http://schemas.microsoft.com/office/drawing/2014/main" id="{5B22AA55-2BDB-4091-BCC4-FCE4EA23F7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95500" y="5867400"/>
              <a:ext cx="381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50" name="Line 9">
              <a:extLst>
                <a:ext uri="{FF2B5EF4-FFF2-40B4-BE49-F238E27FC236}">
                  <a16:creationId xmlns:a16="http://schemas.microsoft.com/office/drawing/2014/main" id="{67EF0B1D-2734-41CB-81B8-EA76F8DCD1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099" y="5586412"/>
              <a:ext cx="228600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51" name="Line 9">
              <a:extLst>
                <a:ext uri="{FF2B5EF4-FFF2-40B4-BE49-F238E27FC236}">
                  <a16:creationId xmlns:a16="http://schemas.microsoft.com/office/drawing/2014/main" id="{1FBADCF5-8252-4E7D-8493-14A6323D6B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099" y="5853111"/>
              <a:ext cx="228600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52" name="Line 9">
              <a:extLst>
                <a:ext uri="{FF2B5EF4-FFF2-40B4-BE49-F238E27FC236}">
                  <a16:creationId xmlns:a16="http://schemas.microsoft.com/office/drawing/2014/main" id="{E83C95E7-E4C3-4454-BEA9-D19605F627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099" y="6081711"/>
              <a:ext cx="228600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53" name="Rectangle 8">
              <a:extLst>
                <a:ext uri="{FF2B5EF4-FFF2-40B4-BE49-F238E27FC236}">
                  <a16:creationId xmlns:a16="http://schemas.microsoft.com/office/drawing/2014/main" id="{FE91CDD5-2A12-4D2E-8360-D3DDF1D1D8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5249" y="5205412"/>
              <a:ext cx="717551" cy="103663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4-LUT</a:t>
              </a:r>
            </a:p>
          </p:txBody>
        </p:sp>
        <p:sp>
          <p:nvSpPr>
            <p:cNvPr id="24654" name="Rectangle 8">
              <a:extLst>
                <a:ext uri="{FF2B5EF4-FFF2-40B4-BE49-F238E27FC236}">
                  <a16:creationId xmlns:a16="http://schemas.microsoft.com/office/drawing/2014/main" id="{4209444D-E8B9-44D7-9C12-F67E13528D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7135" y="5694362"/>
              <a:ext cx="533864" cy="8763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DFF</a:t>
              </a:r>
            </a:p>
          </p:txBody>
        </p: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A24E0E3A-1B9D-40CE-A0CF-229D53B672BD}"/>
                </a:ext>
              </a:extLst>
            </p:cNvPr>
            <p:cNvCxnSpPr/>
            <p:nvPr/>
          </p:nvCxnSpPr>
          <p:spPr>
            <a:xfrm rot="16200000" flipH="1">
              <a:off x="3657473" y="6418261"/>
              <a:ext cx="76200" cy="7620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6FF2A366-6371-4B32-A7AF-B719CD6CF681}"/>
                </a:ext>
              </a:extLst>
            </p:cNvPr>
            <p:cNvCxnSpPr/>
            <p:nvPr/>
          </p:nvCxnSpPr>
          <p:spPr>
            <a:xfrm rot="5400000">
              <a:off x="3657473" y="6494461"/>
              <a:ext cx="76200" cy="7620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F8A36682-645E-4A50-A7C8-088315EB10D4}"/>
                </a:ext>
              </a:extLst>
            </p:cNvPr>
            <p:cNvSpPr/>
            <p:nvPr/>
          </p:nvSpPr>
          <p:spPr>
            <a:xfrm>
              <a:off x="3443155" y="5354638"/>
              <a:ext cx="204792" cy="550862"/>
            </a:xfrm>
            <a:custGeom>
              <a:avLst/>
              <a:gdLst>
                <a:gd name="connsiteX0" fmla="*/ 0 w 205273"/>
                <a:gd name="connsiteY0" fmla="*/ 0 h 550506"/>
                <a:gd name="connsiteX1" fmla="*/ 0 w 205273"/>
                <a:gd name="connsiteY1" fmla="*/ 550506 h 550506"/>
                <a:gd name="connsiteX2" fmla="*/ 205273 w 205273"/>
                <a:gd name="connsiteY2" fmla="*/ 550506 h 550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5273" h="550506">
                  <a:moveTo>
                    <a:pt x="0" y="0"/>
                  </a:moveTo>
                  <a:lnTo>
                    <a:pt x="0" y="550506"/>
                  </a:lnTo>
                  <a:lnTo>
                    <a:pt x="205273" y="550506"/>
                  </a:lnTo>
                </a:path>
              </a:pathLst>
            </a:cu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defRPr/>
              </a:pPr>
              <a:endParaRPr lang="en-US" sz="2000"/>
            </a:p>
          </p:txBody>
        </p:sp>
        <p:sp>
          <p:nvSpPr>
            <p:cNvPr id="24658" name="Rectangle 8">
              <a:extLst>
                <a:ext uri="{FF2B5EF4-FFF2-40B4-BE49-F238E27FC236}">
                  <a16:creationId xmlns:a16="http://schemas.microsoft.com/office/drawing/2014/main" id="{285A3C5A-9976-4DF9-969E-0CC55542FF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6300" y="5205412"/>
              <a:ext cx="717551" cy="103663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4-LUT</a:t>
              </a:r>
            </a:p>
          </p:txBody>
        </p:sp>
        <p:sp>
          <p:nvSpPr>
            <p:cNvPr id="24659" name="Rectangle 8">
              <a:extLst>
                <a:ext uri="{FF2B5EF4-FFF2-40B4-BE49-F238E27FC236}">
                  <a16:creationId xmlns:a16="http://schemas.microsoft.com/office/drawing/2014/main" id="{9360E212-1600-4AEA-8594-EA9CB6F842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08186" y="5694362"/>
              <a:ext cx="533864" cy="8763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DFF</a:t>
              </a:r>
            </a:p>
          </p:txBody>
        </p: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45E40954-0148-464F-B0F8-8FC8A7B8A9C7}"/>
                </a:ext>
              </a:extLst>
            </p:cNvPr>
            <p:cNvCxnSpPr/>
            <p:nvPr/>
          </p:nvCxnSpPr>
          <p:spPr>
            <a:xfrm rot="16200000" flipH="1">
              <a:off x="5708572" y="6418261"/>
              <a:ext cx="76200" cy="7620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87C88B64-46D1-4DFD-A46B-0BE21151E889}"/>
                </a:ext>
              </a:extLst>
            </p:cNvPr>
            <p:cNvCxnSpPr/>
            <p:nvPr/>
          </p:nvCxnSpPr>
          <p:spPr>
            <a:xfrm rot="5400000">
              <a:off x="5708572" y="6494461"/>
              <a:ext cx="76200" cy="7620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8D9B2BE6-28FC-4D37-A8FF-0900C95D11D4}"/>
                </a:ext>
              </a:extLst>
            </p:cNvPr>
            <p:cNvSpPr/>
            <p:nvPr/>
          </p:nvSpPr>
          <p:spPr>
            <a:xfrm>
              <a:off x="5494254" y="5354638"/>
              <a:ext cx="204792" cy="550862"/>
            </a:xfrm>
            <a:custGeom>
              <a:avLst/>
              <a:gdLst>
                <a:gd name="connsiteX0" fmla="*/ 0 w 205273"/>
                <a:gd name="connsiteY0" fmla="*/ 0 h 550506"/>
                <a:gd name="connsiteX1" fmla="*/ 0 w 205273"/>
                <a:gd name="connsiteY1" fmla="*/ 550506 h 550506"/>
                <a:gd name="connsiteX2" fmla="*/ 205273 w 205273"/>
                <a:gd name="connsiteY2" fmla="*/ 550506 h 550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5273" h="550506">
                  <a:moveTo>
                    <a:pt x="0" y="0"/>
                  </a:moveTo>
                  <a:lnTo>
                    <a:pt x="0" y="550506"/>
                  </a:lnTo>
                  <a:lnTo>
                    <a:pt x="205273" y="550506"/>
                  </a:lnTo>
                </a:path>
              </a:pathLst>
            </a:cu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defRPr/>
              </a:pPr>
              <a:endParaRPr lang="en-US" sz="2000"/>
            </a:p>
          </p:txBody>
        </p:sp>
        <p:sp>
          <p:nvSpPr>
            <p:cNvPr id="24663" name="Rectangle 8">
              <a:extLst>
                <a:ext uri="{FF2B5EF4-FFF2-40B4-BE49-F238E27FC236}">
                  <a16:creationId xmlns:a16="http://schemas.microsoft.com/office/drawing/2014/main" id="{0AAE75A4-745A-483A-B30B-7AFAFF0825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50049" y="5205412"/>
              <a:ext cx="717551" cy="103663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4-LUT</a:t>
              </a:r>
            </a:p>
          </p:txBody>
        </p:sp>
        <p:sp>
          <p:nvSpPr>
            <p:cNvPr id="24664" name="Rectangle 8">
              <a:extLst>
                <a:ext uri="{FF2B5EF4-FFF2-40B4-BE49-F238E27FC236}">
                  <a16:creationId xmlns:a16="http://schemas.microsoft.com/office/drawing/2014/main" id="{273DD4DA-5B13-4872-A248-661A9006BF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71935" y="5694362"/>
              <a:ext cx="533864" cy="8763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DFF</a:t>
              </a:r>
            </a:p>
          </p:txBody>
        </p: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904630C3-393C-4346-A295-5BA3DF0E65DD}"/>
                </a:ext>
              </a:extLst>
            </p:cNvPr>
            <p:cNvCxnSpPr/>
            <p:nvPr/>
          </p:nvCxnSpPr>
          <p:spPr>
            <a:xfrm rot="16200000" flipH="1">
              <a:off x="7772370" y="6418261"/>
              <a:ext cx="76200" cy="7620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52271F91-5FE7-4305-B660-6FAC973CCB9A}"/>
                </a:ext>
              </a:extLst>
            </p:cNvPr>
            <p:cNvCxnSpPr/>
            <p:nvPr/>
          </p:nvCxnSpPr>
          <p:spPr>
            <a:xfrm rot="5400000">
              <a:off x="7772370" y="6494461"/>
              <a:ext cx="76200" cy="7620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C56FEE56-292D-4898-AF3A-CD14A123D564}"/>
                </a:ext>
              </a:extLst>
            </p:cNvPr>
            <p:cNvSpPr/>
            <p:nvPr/>
          </p:nvSpPr>
          <p:spPr>
            <a:xfrm>
              <a:off x="7558052" y="5354638"/>
              <a:ext cx="204792" cy="550862"/>
            </a:xfrm>
            <a:custGeom>
              <a:avLst/>
              <a:gdLst>
                <a:gd name="connsiteX0" fmla="*/ 0 w 205273"/>
                <a:gd name="connsiteY0" fmla="*/ 0 h 550506"/>
                <a:gd name="connsiteX1" fmla="*/ 0 w 205273"/>
                <a:gd name="connsiteY1" fmla="*/ 550506 h 550506"/>
                <a:gd name="connsiteX2" fmla="*/ 205273 w 205273"/>
                <a:gd name="connsiteY2" fmla="*/ 550506 h 550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5273" h="550506">
                  <a:moveTo>
                    <a:pt x="0" y="0"/>
                  </a:moveTo>
                  <a:lnTo>
                    <a:pt x="0" y="550506"/>
                  </a:lnTo>
                  <a:lnTo>
                    <a:pt x="205273" y="550506"/>
                  </a:lnTo>
                </a:path>
              </a:pathLst>
            </a:cu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defRPr/>
              </a:pPr>
              <a:endParaRPr lang="en-US" sz="2000"/>
            </a:p>
          </p:txBody>
        </p:sp>
        <p:sp>
          <p:nvSpPr>
            <p:cNvPr id="24668" name="Line 17">
              <a:extLst>
                <a:ext uri="{FF2B5EF4-FFF2-40B4-BE49-F238E27FC236}">
                  <a16:creationId xmlns:a16="http://schemas.microsoft.com/office/drawing/2014/main" id="{07122D22-8689-4670-962C-C9E2BEFBB0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305799" y="5899150"/>
              <a:ext cx="3429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69" name="TextBox 136">
              <a:extLst>
                <a:ext uri="{FF2B5EF4-FFF2-40B4-BE49-F238E27FC236}">
                  <a16:creationId xmlns:a16="http://schemas.microsoft.com/office/drawing/2014/main" id="{26DA0349-78C0-49CE-BB3E-E7C7A770CF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99449" y="4991100"/>
              <a:ext cx="1468351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r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>
                  <a:solidFill>
                    <a:srgbClr val="FF0000"/>
                  </a:solidFill>
                </a:rPr>
                <a:t>1 DFF delay 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>
                  <a:solidFill>
                    <a:srgbClr val="FF0000"/>
                  </a:solidFill>
                </a:rPr>
                <a:t>per output</a:t>
              </a:r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CAB79BC8-AF88-4A21-AB4D-B200D2E6F3DC}"/>
                </a:ext>
              </a:extLst>
            </p:cNvPr>
            <p:cNvSpPr/>
            <p:nvPr/>
          </p:nvSpPr>
          <p:spPr>
            <a:xfrm>
              <a:off x="2476345" y="5327650"/>
              <a:ext cx="152404" cy="539750"/>
            </a:xfrm>
            <a:custGeom>
              <a:avLst/>
              <a:gdLst>
                <a:gd name="connsiteX0" fmla="*/ 0 w 177282"/>
                <a:gd name="connsiteY0" fmla="*/ 569167 h 569167"/>
                <a:gd name="connsiteX1" fmla="*/ 0 w 177282"/>
                <a:gd name="connsiteY1" fmla="*/ 0 h 569167"/>
                <a:gd name="connsiteX2" fmla="*/ 177282 w 177282"/>
                <a:gd name="connsiteY2" fmla="*/ 0 h 569167"/>
                <a:gd name="connsiteX3" fmla="*/ 177282 w 177282"/>
                <a:gd name="connsiteY3" fmla="*/ 0 h 569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7282" h="569167">
                  <a:moveTo>
                    <a:pt x="0" y="569167"/>
                  </a:moveTo>
                  <a:lnTo>
                    <a:pt x="0" y="0"/>
                  </a:lnTo>
                  <a:lnTo>
                    <a:pt x="177282" y="0"/>
                  </a:lnTo>
                  <a:lnTo>
                    <a:pt x="177282" y="0"/>
                  </a:lnTo>
                </a:path>
              </a:pathLst>
            </a:cu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defRPr/>
              </a:pPr>
              <a:endParaRPr lang="en-US" sz="2000"/>
            </a:p>
          </p:txBody>
        </p:sp>
        <p:sp>
          <p:nvSpPr>
            <p:cNvPr id="24671" name="Line 17">
              <a:extLst>
                <a:ext uri="{FF2B5EF4-FFF2-40B4-BE49-F238E27FC236}">
                  <a16:creationId xmlns:a16="http://schemas.microsoft.com/office/drawing/2014/main" id="{D38CC672-ACE5-494E-9094-6D153E60BC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52800" y="5334000"/>
              <a:ext cx="7239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72" name="Line 17">
              <a:extLst>
                <a:ext uri="{FF2B5EF4-FFF2-40B4-BE49-F238E27FC236}">
                  <a16:creationId xmlns:a16="http://schemas.microsoft.com/office/drawing/2014/main" id="{827BC591-5858-43E9-B87F-74C22E10D0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10200" y="5334000"/>
              <a:ext cx="7239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73" name="Line 17">
              <a:extLst>
                <a:ext uri="{FF2B5EF4-FFF2-40B4-BE49-F238E27FC236}">
                  <a16:creationId xmlns:a16="http://schemas.microsoft.com/office/drawing/2014/main" id="{DC4CFABD-811F-43D4-96F3-17FA16CD28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67600" y="5334000"/>
              <a:ext cx="7239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D31D4905-542B-4BCF-A878-818260533BEB}"/>
                </a:ext>
              </a:extLst>
            </p:cNvPr>
            <p:cNvSpPr/>
            <p:nvPr/>
          </p:nvSpPr>
          <p:spPr>
            <a:xfrm>
              <a:off x="4533793" y="5334000"/>
              <a:ext cx="152404" cy="539750"/>
            </a:xfrm>
            <a:custGeom>
              <a:avLst/>
              <a:gdLst>
                <a:gd name="connsiteX0" fmla="*/ 0 w 177282"/>
                <a:gd name="connsiteY0" fmla="*/ 569167 h 569167"/>
                <a:gd name="connsiteX1" fmla="*/ 0 w 177282"/>
                <a:gd name="connsiteY1" fmla="*/ 0 h 569167"/>
                <a:gd name="connsiteX2" fmla="*/ 177282 w 177282"/>
                <a:gd name="connsiteY2" fmla="*/ 0 h 569167"/>
                <a:gd name="connsiteX3" fmla="*/ 177282 w 177282"/>
                <a:gd name="connsiteY3" fmla="*/ 0 h 569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7282" h="569167">
                  <a:moveTo>
                    <a:pt x="0" y="569167"/>
                  </a:moveTo>
                  <a:lnTo>
                    <a:pt x="0" y="0"/>
                  </a:lnTo>
                  <a:lnTo>
                    <a:pt x="177282" y="0"/>
                  </a:lnTo>
                  <a:lnTo>
                    <a:pt x="177282" y="0"/>
                  </a:lnTo>
                </a:path>
              </a:pathLst>
            </a:cu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defRPr/>
              </a:pPr>
              <a:endParaRPr lang="en-US" sz="2000"/>
            </a:p>
          </p:txBody>
        </p:sp>
        <p:sp>
          <p:nvSpPr>
            <p:cNvPr id="24675" name="Line 17">
              <a:extLst>
                <a:ext uri="{FF2B5EF4-FFF2-40B4-BE49-F238E27FC236}">
                  <a16:creationId xmlns:a16="http://schemas.microsoft.com/office/drawing/2014/main" id="{CD114B8A-8487-4E61-B66A-3C3503959E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91000" y="5867400"/>
              <a:ext cx="3429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062EA72A-7BBA-4E4B-95E0-EF7E3C834CC3}"/>
                </a:ext>
              </a:extLst>
            </p:cNvPr>
            <p:cNvSpPr/>
            <p:nvPr/>
          </p:nvSpPr>
          <p:spPr>
            <a:xfrm>
              <a:off x="6591242" y="5334000"/>
              <a:ext cx="152404" cy="539750"/>
            </a:xfrm>
            <a:custGeom>
              <a:avLst/>
              <a:gdLst>
                <a:gd name="connsiteX0" fmla="*/ 0 w 177282"/>
                <a:gd name="connsiteY0" fmla="*/ 569167 h 569167"/>
                <a:gd name="connsiteX1" fmla="*/ 0 w 177282"/>
                <a:gd name="connsiteY1" fmla="*/ 0 h 569167"/>
                <a:gd name="connsiteX2" fmla="*/ 177282 w 177282"/>
                <a:gd name="connsiteY2" fmla="*/ 0 h 569167"/>
                <a:gd name="connsiteX3" fmla="*/ 177282 w 177282"/>
                <a:gd name="connsiteY3" fmla="*/ 0 h 569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7282" h="569167">
                  <a:moveTo>
                    <a:pt x="0" y="569167"/>
                  </a:moveTo>
                  <a:lnTo>
                    <a:pt x="0" y="0"/>
                  </a:lnTo>
                  <a:lnTo>
                    <a:pt x="177282" y="0"/>
                  </a:lnTo>
                  <a:lnTo>
                    <a:pt x="177282" y="0"/>
                  </a:lnTo>
                </a:path>
              </a:pathLst>
            </a:cu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defRPr/>
              </a:pPr>
              <a:endParaRPr lang="en-US" sz="2000"/>
            </a:p>
          </p:txBody>
        </p:sp>
        <p:sp>
          <p:nvSpPr>
            <p:cNvPr id="24677" name="Line 17">
              <a:extLst>
                <a:ext uri="{FF2B5EF4-FFF2-40B4-BE49-F238E27FC236}">
                  <a16:creationId xmlns:a16="http://schemas.microsoft.com/office/drawing/2014/main" id="{72307788-C698-4230-90EB-B3000F2BAB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48400" y="5867400"/>
              <a:ext cx="3429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7" name="Rounded Rectangle 146">
            <a:extLst>
              <a:ext uri="{FF2B5EF4-FFF2-40B4-BE49-F238E27FC236}">
                <a16:creationId xmlns:a16="http://schemas.microsoft.com/office/drawing/2014/main" id="{8913FA03-DD96-499B-9CFD-92B3EB64161C}"/>
              </a:ext>
            </a:extLst>
          </p:cNvPr>
          <p:cNvSpPr/>
          <p:nvPr/>
        </p:nvSpPr>
        <p:spPr>
          <a:xfrm>
            <a:off x="5943600" y="1866900"/>
            <a:ext cx="2819400" cy="6858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000" dirty="0">
                <a:solidFill>
                  <a:schemeClr val="accent2"/>
                </a:solidFill>
              </a:rPr>
              <a:t>DFF = D Flip Flop</a:t>
            </a:r>
          </a:p>
        </p:txBody>
      </p:sp>
      <p:sp>
        <p:nvSpPr>
          <p:cNvPr id="102" name="Slide Number Placeholder 15">
            <a:extLst>
              <a:ext uri="{FF2B5EF4-FFF2-40B4-BE49-F238E27FC236}">
                <a16:creationId xmlns:a16="http://schemas.microsoft.com/office/drawing/2014/main" id="{E781FB7B-209D-4680-AF92-8AA530219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50768" y="6353968"/>
            <a:ext cx="1905000" cy="35719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070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2">
            <a:extLst>
              <a:ext uri="{FF2B5EF4-FFF2-40B4-BE49-F238E27FC236}">
                <a16:creationId xmlns:a16="http://schemas.microsoft.com/office/drawing/2014/main" id="{B56B4E69-374C-4462-B9CC-20858C23E8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584" y="115217"/>
            <a:ext cx="7772400" cy="1143000"/>
          </a:xfrm>
        </p:spPr>
        <p:txBody>
          <a:bodyPr/>
          <a:lstStyle/>
          <a:p>
            <a:r>
              <a:rPr lang="en-US" altLang="zh-CN" sz="3200" b="1" kern="1200" dirty="0">
                <a:solidFill>
                  <a:srgbClr val="CC0066"/>
                </a:solidFill>
                <a:latin typeface="+mn-lt"/>
                <a:ea typeface="+mn-ea"/>
                <a:cs typeface="+mn-cs"/>
              </a:rPr>
              <a:t>One Logic Element</a:t>
            </a:r>
          </a:p>
        </p:txBody>
      </p:sp>
      <p:pic>
        <p:nvPicPr>
          <p:cNvPr id="25605" name="Picture 4" descr="fig_logic_element">
            <a:extLst>
              <a:ext uri="{FF2B5EF4-FFF2-40B4-BE49-F238E27FC236}">
                <a16:creationId xmlns:a16="http://schemas.microsoft.com/office/drawing/2014/main" id="{1F22C7D8-39B7-4D2D-94EC-D22F2F6A6B8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89075" y="1403350"/>
            <a:ext cx="7073900" cy="27305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5606" name="Rectangle 5">
            <a:extLst>
              <a:ext uri="{FF2B5EF4-FFF2-40B4-BE49-F238E27FC236}">
                <a16:creationId xmlns:a16="http://schemas.microsoft.com/office/drawing/2014/main" id="{B18461B1-324E-4DD7-B5F5-9F237207C8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4600" y="1143000"/>
            <a:ext cx="3225800" cy="3073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SG" altLang="zh-CN"/>
          </a:p>
        </p:txBody>
      </p:sp>
      <p:sp>
        <p:nvSpPr>
          <p:cNvPr id="25607" name="Text Box 122">
            <a:extLst>
              <a:ext uri="{FF2B5EF4-FFF2-40B4-BE49-F238E27FC236}">
                <a16:creationId xmlns:a16="http://schemas.microsoft.com/office/drawing/2014/main" id="{62CF6A49-1CCB-4427-ADB1-072303167D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1125" y="2603500"/>
            <a:ext cx="311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>
                <a:ea typeface="SimSun" panose="02010600030101010101" pitchFamily="2" charset="-122"/>
              </a:rPr>
              <a:t>F</a:t>
            </a:r>
          </a:p>
        </p:txBody>
      </p:sp>
      <p:sp>
        <p:nvSpPr>
          <p:cNvPr id="25608" name="Rectangle 124">
            <a:extLst>
              <a:ext uri="{FF2B5EF4-FFF2-40B4-BE49-F238E27FC236}">
                <a16:creationId xmlns:a16="http://schemas.microsoft.com/office/drawing/2014/main" id="{4207052A-3EEB-4BE9-B470-DE7E3A41B4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3771900"/>
            <a:ext cx="1104900" cy="241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SG" altLang="zh-CN"/>
          </a:p>
        </p:txBody>
      </p:sp>
      <p:sp>
        <p:nvSpPr>
          <p:cNvPr id="25609" name="Rectangle 143">
            <a:extLst>
              <a:ext uri="{FF2B5EF4-FFF2-40B4-BE49-F238E27FC236}">
                <a16:creationId xmlns:a16="http://schemas.microsoft.com/office/drawing/2014/main" id="{31A1C2AF-BAD0-4C21-90A3-C1090CA1EC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3962400"/>
            <a:ext cx="3771900" cy="2209800"/>
          </a:xfrm>
          <a:prstGeom prst="rect">
            <a:avLst/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SG" altLang="zh-CN"/>
          </a:p>
        </p:txBody>
      </p:sp>
      <p:sp>
        <p:nvSpPr>
          <p:cNvPr id="25610" name="Rectangle 8">
            <a:extLst>
              <a:ext uri="{FF2B5EF4-FFF2-40B4-BE49-F238E27FC236}">
                <a16:creationId xmlns:a16="http://schemas.microsoft.com/office/drawing/2014/main" id="{E74129FF-EEF1-4FC4-B6A7-2B5A916D3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4489450"/>
            <a:ext cx="768350" cy="1036638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4-LUT</a:t>
            </a:r>
          </a:p>
        </p:txBody>
      </p:sp>
      <p:sp>
        <p:nvSpPr>
          <p:cNvPr id="25611" name="Text Box 18">
            <a:extLst>
              <a:ext uri="{FF2B5EF4-FFF2-40B4-BE49-F238E27FC236}">
                <a16:creationId xmlns:a16="http://schemas.microsoft.com/office/drawing/2014/main" id="{15E278B7-907E-4607-9048-E6F5DC675D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0175" y="4306888"/>
            <a:ext cx="577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Z(t)</a:t>
            </a:r>
          </a:p>
        </p:txBody>
      </p:sp>
      <p:sp>
        <p:nvSpPr>
          <p:cNvPr id="25612" name="Line 9">
            <a:extLst>
              <a:ext uri="{FF2B5EF4-FFF2-40B4-BE49-F238E27FC236}">
                <a16:creationId xmlns:a16="http://schemas.microsoft.com/office/drawing/2014/main" id="{730309AD-B953-4B39-98D0-EA59322ED29A}"/>
              </a:ext>
            </a:extLst>
          </p:cNvPr>
          <p:cNvSpPr>
            <a:spLocks noChangeShapeType="1"/>
          </p:cNvSpPr>
          <p:nvPr/>
        </p:nvSpPr>
        <p:spPr bwMode="auto">
          <a:xfrm>
            <a:off x="1495425" y="4665663"/>
            <a:ext cx="4222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13" name="Line 10">
            <a:extLst>
              <a:ext uri="{FF2B5EF4-FFF2-40B4-BE49-F238E27FC236}">
                <a16:creationId xmlns:a16="http://schemas.microsoft.com/office/drawing/2014/main" id="{BEA96780-6B8E-46CB-AEF0-31FA75D34004}"/>
              </a:ext>
            </a:extLst>
          </p:cNvPr>
          <p:cNvSpPr>
            <a:spLocks noChangeShapeType="1"/>
          </p:cNvSpPr>
          <p:nvPr/>
        </p:nvSpPr>
        <p:spPr bwMode="auto">
          <a:xfrm>
            <a:off x="1495425" y="4897438"/>
            <a:ext cx="4222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14" name="Line 11">
            <a:extLst>
              <a:ext uri="{FF2B5EF4-FFF2-40B4-BE49-F238E27FC236}">
                <a16:creationId xmlns:a16="http://schemas.microsoft.com/office/drawing/2014/main" id="{BFD4AF2D-52C7-48C4-853A-80DEBDBC013F}"/>
              </a:ext>
            </a:extLst>
          </p:cNvPr>
          <p:cNvSpPr>
            <a:spLocks noChangeShapeType="1"/>
          </p:cNvSpPr>
          <p:nvPr/>
        </p:nvSpPr>
        <p:spPr bwMode="auto">
          <a:xfrm>
            <a:off x="1495425" y="5127625"/>
            <a:ext cx="4222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15" name="Line 12">
            <a:extLst>
              <a:ext uri="{FF2B5EF4-FFF2-40B4-BE49-F238E27FC236}">
                <a16:creationId xmlns:a16="http://schemas.microsoft.com/office/drawing/2014/main" id="{18382DE1-2143-4146-B136-7F9B49D1FA33}"/>
              </a:ext>
            </a:extLst>
          </p:cNvPr>
          <p:cNvSpPr>
            <a:spLocks noChangeShapeType="1"/>
          </p:cNvSpPr>
          <p:nvPr/>
        </p:nvSpPr>
        <p:spPr bwMode="auto">
          <a:xfrm>
            <a:off x="1495425" y="5383213"/>
            <a:ext cx="4222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16" name="Text Box 14">
            <a:extLst>
              <a:ext uri="{FF2B5EF4-FFF2-40B4-BE49-F238E27FC236}">
                <a16:creationId xmlns:a16="http://schemas.microsoft.com/office/drawing/2014/main" id="{608FADAA-97D2-40AB-9083-A2984F4E11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4691063"/>
            <a:ext cx="354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B</a:t>
            </a:r>
          </a:p>
        </p:txBody>
      </p:sp>
      <p:sp>
        <p:nvSpPr>
          <p:cNvPr id="25617" name="Text Box 15">
            <a:extLst>
              <a:ext uri="{FF2B5EF4-FFF2-40B4-BE49-F238E27FC236}">
                <a16:creationId xmlns:a16="http://schemas.microsoft.com/office/drawing/2014/main" id="{ADAC477C-ADFF-4853-8327-6EDD4383E3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5225" y="4935538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C</a:t>
            </a:r>
          </a:p>
        </p:txBody>
      </p:sp>
      <p:sp>
        <p:nvSpPr>
          <p:cNvPr id="25618" name="Text Box 16">
            <a:extLst>
              <a:ext uri="{FF2B5EF4-FFF2-40B4-BE49-F238E27FC236}">
                <a16:creationId xmlns:a16="http://schemas.microsoft.com/office/drawing/2014/main" id="{CBC7F350-DD66-4EBC-A2D2-7C134014AB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5191125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D</a:t>
            </a:r>
          </a:p>
        </p:txBody>
      </p:sp>
      <p:sp>
        <p:nvSpPr>
          <p:cNvPr id="25619" name="Text Box 14">
            <a:extLst>
              <a:ext uri="{FF2B5EF4-FFF2-40B4-BE49-F238E27FC236}">
                <a16:creationId xmlns:a16="http://schemas.microsoft.com/office/drawing/2014/main" id="{FCAFB27B-48BA-44EC-B273-B693292B3A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2688" y="4459288"/>
            <a:ext cx="3540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A</a:t>
            </a:r>
          </a:p>
        </p:txBody>
      </p:sp>
      <p:sp>
        <p:nvSpPr>
          <p:cNvPr id="25620" name="Line 17">
            <a:extLst>
              <a:ext uri="{FF2B5EF4-FFF2-40B4-BE49-F238E27FC236}">
                <a16:creationId xmlns:a16="http://schemas.microsoft.com/office/drawing/2014/main" id="{B2D259EE-171D-47FA-861C-B32ECF672C4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79700" y="4635500"/>
            <a:ext cx="1828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21" name="Rectangle 8">
            <a:extLst>
              <a:ext uri="{FF2B5EF4-FFF2-40B4-BE49-F238E27FC236}">
                <a16:creationId xmlns:a16="http://schemas.microsoft.com/office/drawing/2014/main" id="{E8283157-CDCE-4811-BABB-815427398F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0" y="4978400"/>
            <a:ext cx="577850" cy="876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DFF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C47644E-52E7-41BC-8FA4-C0A296A4C54A}"/>
              </a:ext>
            </a:extLst>
          </p:cNvPr>
          <p:cNvCxnSpPr/>
          <p:nvPr/>
        </p:nvCxnSpPr>
        <p:spPr>
          <a:xfrm rot="16200000" flipH="1">
            <a:off x="3175000" y="5702300"/>
            <a:ext cx="76200" cy="762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reeform 30">
            <a:extLst>
              <a:ext uri="{FF2B5EF4-FFF2-40B4-BE49-F238E27FC236}">
                <a16:creationId xmlns:a16="http://schemas.microsoft.com/office/drawing/2014/main" id="{18AEDD5A-06AC-46C4-9B63-01EA37807E84}"/>
              </a:ext>
            </a:extLst>
          </p:cNvPr>
          <p:cNvSpPr/>
          <p:nvPr/>
        </p:nvSpPr>
        <p:spPr>
          <a:xfrm>
            <a:off x="2960688" y="4638675"/>
            <a:ext cx="204787" cy="550863"/>
          </a:xfrm>
          <a:custGeom>
            <a:avLst/>
            <a:gdLst>
              <a:gd name="connsiteX0" fmla="*/ 0 w 205273"/>
              <a:gd name="connsiteY0" fmla="*/ 0 h 550506"/>
              <a:gd name="connsiteX1" fmla="*/ 0 w 205273"/>
              <a:gd name="connsiteY1" fmla="*/ 550506 h 550506"/>
              <a:gd name="connsiteX2" fmla="*/ 205273 w 205273"/>
              <a:gd name="connsiteY2" fmla="*/ 550506 h 550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5273" h="550506">
                <a:moveTo>
                  <a:pt x="0" y="0"/>
                </a:moveTo>
                <a:lnTo>
                  <a:pt x="0" y="550506"/>
                </a:lnTo>
                <a:lnTo>
                  <a:pt x="205273" y="550506"/>
                </a:lnTo>
              </a:path>
            </a:pathLst>
          </a:cu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lnSpc>
                <a:spcPct val="100000"/>
              </a:lnSpc>
              <a:spcBef>
                <a:spcPct val="0"/>
              </a:spcBef>
              <a:defRPr/>
            </a:pPr>
            <a:endParaRPr lang="en-US" sz="2000"/>
          </a:p>
        </p:txBody>
      </p:sp>
      <p:sp>
        <p:nvSpPr>
          <p:cNvPr id="25624" name="Line 17">
            <a:extLst>
              <a:ext uri="{FF2B5EF4-FFF2-40B4-BE49-F238E27FC236}">
                <a16:creationId xmlns:a16="http://schemas.microsoft.com/office/drawing/2014/main" id="{0F2BD7C4-5772-4633-976B-907E884052F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46500" y="5168900"/>
            <a:ext cx="838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25" name="Text Box 18">
            <a:extLst>
              <a:ext uri="{FF2B5EF4-FFF2-40B4-BE49-F238E27FC236}">
                <a16:creationId xmlns:a16="http://schemas.microsoft.com/office/drawing/2014/main" id="{223AB1D3-4402-4877-B75E-0D10C40258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7000" y="4787900"/>
            <a:ext cx="8667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Z(t+1)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4C94812-ABB6-49B0-B050-965C5ED28BCA}"/>
              </a:ext>
            </a:extLst>
          </p:cNvPr>
          <p:cNvCxnSpPr/>
          <p:nvPr/>
        </p:nvCxnSpPr>
        <p:spPr>
          <a:xfrm rot="5400000">
            <a:off x="3175000" y="5778500"/>
            <a:ext cx="76200" cy="762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27" name="AutoShape 144">
            <a:extLst>
              <a:ext uri="{FF2B5EF4-FFF2-40B4-BE49-F238E27FC236}">
                <a16:creationId xmlns:a16="http://schemas.microsoft.com/office/drawing/2014/main" id="{86B30CCC-33A0-47FE-B139-A0413AA9BD5A}"/>
              </a:ext>
            </a:extLst>
          </p:cNvPr>
          <p:cNvSpPr>
            <a:spLocks noChangeArrowheads="1"/>
          </p:cNvSpPr>
          <p:nvPr/>
        </p:nvSpPr>
        <p:spPr bwMode="auto">
          <a:xfrm rot="-2093698">
            <a:off x="3479800" y="3175000"/>
            <a:ext cx="927100" cy="457200"/>
          </a:xfrm>
          <a:prstGeom prst="rightArrow">
            <a:avLst>
              <a:gd name="adj1" fmla="val 50000"/>
              <a:gd name="adj2" fmla="val 50694"/>
            </a:avLst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SG" altLang="zh-CN"/>
          </a:p>
        </p:txBody>
      </p:sp>
      <p:sp>
        <p:nvSpPr>
          <p:cNvPr id="28" name="Slide Number Placeholder 15">
            <a:extLst>
              <a:ext uri="{FF2B5EF4-FFF2-40B4-BE49-F238E27FC236}">
                <a16:creationId xmlns:a16="http://schemas.microsoft.com/office/drawing/2014/main" id="{8E810BE2-3A1C-4AE0-9D5C-24C22777E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7958"/>
            <a:ext cx="1905000" cy="35719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1411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kern="1200" dirty="0">
                <a:solidFill>
                  <a:srgbClr val="CC0066"/>
                </a:solidFill>
                <a:latin typeface="+mn-lt"/>
                <a:ea typeface="+mn-ea"/>
                <a:cs typeface="+mn-cs"/>
              </a:rPr>
              <a:t>FPGA Functional Block</a:t>
            </a:r>
          </a:p>
        </p:txBody>
      </p:sp>
      <p:grpSp>
        <p:nvGrpSpPr>
          <p:cNvPr id="57347" name="Group 51"/>
          <p:cNvGrpSpPr>
            <a:grpSpLocks/>
          </p:cNvGrpSpPr>
          <p:nvPr/>
        </p:nvGrpSpPr>
        <p:grpSpPr bwMode="auto">
          <a:xfrm>
            <a:off x="1855788" y="1092200"/>
            <a:ext cx="6010275" cy="3949700"/>
            <a:chOff x="1169" y="688"/>
            <a:chExt cx="3802" cy="2608"/>
          </a:xfrm>
        </p:grpSpPr>
        <p:sp>
          <p:nvSpPr>
            <p:cNvPr id="57349" name="Rectangle 4"/>
            <p:cNvSpPr>
              <a:spLocks noChangeArrowheads="1"/>
            </p:cNvSpPr>
            <p:nvPr/>
          </p:nvSpPr>
          <p:spPr bwMode="auto">
            <a:xfrm>
              <a:off x="1968" y="688"/>
              <a:ext cx="2248" cy="2608"/>
            </a:xfrm>
            <a:prstGeom prst="rect">
              <a:avLst/>
            </a:prstGeom>
            <a:noFill/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88000"/>
                </a:lnSpc>
                <a:spcBef>
                  <a:spcPct val="30000"/>
                </a:spcBef>
                <a:buClr>
                  <a:srgbClr val="000066"/>
                </a:buClr>
                <a:buSzPct val="75000"/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88000"/>
                </a:lnSpc>
                <a:spcBef>
                  <a:spcPct val="3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88000"/>
                </a:lnSpc>
                <a:spcBef>
                  <a:spcPct val="30000"/>
                </a:spcBef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G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350" name="Rectangle 5"/>
            <p:cNvSpPr>
              <a:spLocks noChangeArrowheads="1"/>
            </p:cNvSpPr>
            <p:nvPr/>
          </p:nvSpPr>
          <p:spPr bwMode="auto">
            <a:xfrm>
              <a:off x="3328" y="1008"/>
              <a:ext cx="536" cy="536"/>
            </a:xfrm>
            <a:prstGeom prst="rect">
              <a:avLst/>
            </a:prstGeom>
            <a:noFill/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88000"/>
                </a:lnSpc>
                <a:spcBef>
                  <a:spcPct val="30000"/>
                </a:spcBef>
                <a:buClr>
                  <a:srgbClr val="000066"/>
                </a:buClr>
                <a:buSzPct val="75000"/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88000"/>
                </a:lnSpc>
                <a:spcBef>
                  <a:spcPct val="3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88000"/>
                </a:lnSpc>
                <a:spcBef>
                  <a:spcPct val="30000"/>
                </a:spcBef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G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351" name="Line 6"/>
            <p:cNvSpPr>
              <a:spLocks noChangeShapeType="1"/>
            </p:cNvSpPr>
            <p:nvPr/>
          </p:nvSpPr>
          <p:spPr bwMode="auto">
            <a:xfrm>
              <a:off x="3056" y="1112"/>
              <a:ext cx="264" cy="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352" name="Line 7"/>
            <p:cNvSpPr>
              <a:spLocks noChangeShapeType="1"/>
            </p:cNvSpPr>
            <p:nvPr/>
          </p:nvSpPr>
          <p:spPr bwMode="auto">
            <a:xfrm>
              <a:off x="3056" y="1240"/>
              <a:ext cx="264" cy="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353" name="Line 8"/>
            <p:cNvSpPr>
              <a:spLocks noChangeShapeType="1"/>
            </p:cNvSpPr>
            <p:nvPr/>
          </p:nvSpPr>
          <p:spPr bwMode="auto">
            <a:xfrm>
              <a:off x="3056" y="1360"/>
              <a:ext cx="264" cy="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354" name="Line 9"/>
            <p:cNvSpPr>
              <a:spLocks noChangeShapeType="1"/>
            </p:cNvSpPr>
            <p:nvPr/>
          </p:nvSpPr>
          <p:spPr bwMode="auto">
            <a:xfrm>
              <a:off x="3056" y="1472"/>
              <a:ext cx="264" cy="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355" name="Text Box 10"/>
            <p:cNvSpPr txBox="1">
              <a:spLocks noChangeArrowheads="1"/>
            </p:cNvSpPr>
            <p:nvPr/>
          </p:nvSpPr>
          <p:spPr bwMode="auto">
            <a:xfrm>
              <a:off x="3358" y="1135"/>
              <a:ext cx="353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8000"/>
                </a:lnSpc>
                <a:spcBef>
                  <a:spcPct val="30000"/>
                </a:spcBef>
                <a:buClr>
                  <a:srgbClr val="000066"/>
                </a:buClr>
                <a:buSzPct val="75000"/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88000"/>
                </a:lnSpc>
                <a:spcBef>
                  <a:spcPct val="3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88000"/>
                </a:lnSpc>
                <a:spcBef>
                  <a:spcPct val="30000"/>
                </a:spcBef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1E355E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</a:t>
              </a:r>
            </a:p>
          </p:txBody>
        </p:sp>
        <p:sp>
          <p:nvSpPr>
            <p:cNvPr id="57356" name="Rectangle 11"/>
            <p:cNvSpPr>
              <a:spLocks noChangeArrowheads="1"/>
            </p:cNvSpPr>
            <p:nvPr/>
          </p:nvSpPr>
          <p:spPr bwMode="auto">
            <a:xfrm>
              <a:off x="3328" y="1632"/>
              <a:ext cx="536" cy="536"/>
            </a:xfrm>
            <a:prstGeom prst="rect">
              <a:avLst/>
            </a:prstGeom>
            <a:noFill/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88000"/>
                </a:lnSpc>
                <a:spcBef>
                  <a:spcPct val="30000"/>
                </a:spcBef>
                <a:buClr>
                  <a:srgbClr val="000066"/>
                </a:buClr>
                <a:buSzPct val="75000"/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88000"/>
                </a:lnSpc>
                <a:spcBef>
                  <a:spcPct val="3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88000"/>
                </a:lnSpc>
                <a:spcBef>
                  <a:spcPct val="30000"/>
                </a:spcBef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G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357" name="Line 12"/>
            <p:cNvSpPr>
              <a:spLocks noChangeShapeType="1"/>
            </p:cNvSpPr>
            <p:nvPr/>
          </p:nvSpPr>
          <p:spPr bwMode="auto">
            <a:xfrm>
              <a:off x="3056" y="1736"/>
              <a:ext cx="264" cy="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358" name="Line 13"/>
            <p:cNvSpPr>
              <a:spLocks noChangeShapeType="1"/>
            </p:cNvSpPr>
            <p:nvPr/>
          </p:nvSpPr>
          <p:spPr bwMode="auto">
            <a:xfrm>
              <a:off x="3056" y="1864"/>
              <a:ext cx="264" cy="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359" name="Line 14"/>
            <p:cNvSpPr>
              <a:spLocks noChangeShapeType="1"/>
            </p:cNvSpPr>
            <p:nvPr/>
          </p:nvSpPr>
          <p:spPr bwMode="auto">
            <a:xfrm>
              <a:off x="3056" y="1984"/>
              <a:ext cx="264" cy="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360" name="Line 15"/>
            <p:cNvSpPr>
              <a:spLocks noChangeShapeType="1"/>
            </p:cNvSpPr>
            <p:nvPr/>
          </p:nvSpPr>
          <p:spPr bwMode="auto">
            <a:xfrm>
              <a:off x="3056" y="2096"/>
              <a:ext cx="264" cy="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361" name="Text Box 16"/>
            <p:cNvSpPr txBox="1">
              <a:spLocks noChangeArrowheads="1"/>
            </p:cNvSpPr>
            <p:nvPr/>
          </p:nvSpPr>
          <p:spPr bwMode="auto">
            <a:xfrm>
              <a:off x="3358" y="1759"/>
              <a:ext cx="353" cy="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8000"/>
                </a:lnSpc>
                <a:spcBef>
                  <a:spcPct val="30000"/>
                </a:spcBef>
                <a:buClr>
                  <a:srgbClr val="000066"/>
                </a:buClr>
                <a:buSzPct val="75000"/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88000"/>
                </a:lnSpc>
                <a:spcBef>
                  <a:spcPct val="3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88000"/>
                </a:lnSpc>
                <a:spcBef>
                  <a:spcPct val="30000"/>
                </a:spcBef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1E355E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</a:t>
              </a:r>
            </a:p>
          </p:txBody>
        </p:sp>
        <p:sp>
          <p:nvSpPr>
            <p:cNvPr id="57362" name="Rectangle 17"/>
            <p:cNvSpPr>
              <a:spLocks noChangeArrowheads="1"/>
            </p:cNvSpPr>
            <p:nvPr/>
          </p:nvSpPr>
          <p:spPr bwMode="auto">
            <a:xfrm>
              <a:off x="3328" y="2272"/>
              <a:ext cx="536" cy="536"/>
            </a:xfrm>
            <a:prstGeom prst="rect">
              <a:avLst/>
            </a:prstGeom>
            <a:noFill/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88000"/>
                </a:lnSpc>
                <a:spcBef>
                  <a:spcPct val="30000"/>
                </a:spcBef>
                <a:buClr>
                  <a:srgbClr val="000066"/>
                </a:buClr>
                <a:buSzPct val="75000"/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88000"/>
                </a:lnSpc>
                <a:spcBef>
                  <a:spcPct val="3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88000"/>
                </a:lnSpc>
                <a:spcBef>
                  <a:spcPct val="30000"/>
                </a:spcBef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SG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363" name="Line 18"/>
            <p:cNvSpPr>
              <a:spLocks noChangeShapeType="1"/>
            </p:cNvSpPr>
            <p:nvPr/>
          </p:nvSpPr>
          <p:spPr bwMode="auto">
            <a:xfrm>
              <a:off x="3056" y="2376"/>
              <a:ext cx="264" cy="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364" name="Line 19"/>
            <p:cNvSpPr>
              <a:spLocks noChangeShapeType="1"/>
            </p:cNvSpPr>
            <p:nvPr/>
          </p:nvSpPr>
          <p:spPr bwMode="auto">
            <a:xfrm>
              <a:off x="3056" y="2504"/>
              <a:ext cx="264" cy="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365" name="Line 20"/>
            <p:cNvSpPr>
              <a:spLocks noChangeShapeType="1"/>
            </p:cNvSpPr>
            <p:nvPr/>
          </p:nvSpPr>
          <p:spPr bwMode="auto">
            <a:xfrm>
              <a:off x="3056" y="2624"/>
              <a:ext cx="264" cy="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366" name="Line 21"/>
            <p:cNvSpPr>
              <a:spLocks noChangeShapeType="1"/>
            </p:cNvSpPr>
            <p:nvPr/>
          </p:nvSpPr>
          <p:spPr bwMode="auto">
            <a:xfrm>
              <a:off x="3024" y="2736"/>
              <a:ext cx="296" cy="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367" name="Text Box 22"/>
            <p:cNvSpPr txBox="1">
              <a:spLocks noChangeArrowheads="1"/>
            </p:cNvSpPr>
            <p:nvPr/>
          </p:nvSpPr>
          <p:spPr bwMode="auto">
            <a:xfrm>
              <a:off x="3358" y="2399"/>
              <a:ext cx="353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8000"/>
                </a:lnSpc>
                <a:spcBef>
                  <a:spcPct val="30000"/>
                </a:spcBef>
                <a:buClr>
                  <a:srgbClr val="000066"/>
                </a:buClr>
                <a:buSzPct val="75000"/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88000"/>
                </a:lnSpc>
                <a:spcBef>
                  <a:spcPct val="3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88000"/>
                </a:lnSpc>
                <a:spcBef>
                  <a:spcPct val="30000"/>
                </a:spcBef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1E355E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LE</a:t>
              </a:r>
            </a:p>
          </p:txBody>
        </p:sp>
        <p:sp>
          <p:nvSpPr>
            <p:cNvPr id="57368" name="Oval 23"/>
            <p:cNvSpPr>
              <a:spLocks noChangeArrowheads="1"/>
            </p:cNvSpPr>
            <p:nvPr/>
          </p:nvSpPr>
          <p:spPr bwMode="auto">
            <a:xfrm>
              <a:off x="2584" y="840"/>
              <a:ext cx="536" cy="2088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88000"/>
                </a:lnSpc>
                <a:spcBef>
                  <a:spcPct val="30000"/>
                </a:spcBef>
                <a:buClr>
                  <a:srgbClr val="000066"/>
                </a:buClr>
                <a:buSzPct val="75000"/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88000"/>
                </a:lnSpc>
                <a:spcBef>
                  <a:spcPct val="3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88000"/>
                </a:lnSpc>
                <a:spcBef>
                  <a:spcPct val="30000"/>
                </a:spcBef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1E355E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Local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1E355E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Inter-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1E355E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connect</a:t>
              </a:r>
            </a:p>
          </p:txBody>
        </p:sp>
        <p:sp>
          <p:nvSpPr>
            <p:cNvPr id="57369" name="Line 25"/>
            <p:cNvSpPr>
              <a:spLocks noChangeShapeType="1"/>
            </p:cNvSpPr>
            <p:nvPr/>
          </p:nvSpPr>
          <p:spPr bwMode="auto">
            <a:xfrm>
              <a:off x="3856" y="1256"/>
              <a:ext cx="608" cy="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370" name="Line 27"/>
            <p:cNvSpPr>
              <a:spLocks noChangeShapeType="1"/>
            </p:cNvSpPr>
            <p:nvPr/>
          </p:nvSpPr>
          <p:spPr bwMode="auto">
            <a:xfrm>
              <a:off x="3872" y="1896"/>
              <a:ext cx="608" cy="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371" name="Line 28"/>
            <p:cNvSpPr>
              <a:spLocks noChangeShapeType="1"/>
            </p:cNvSpPr>
            <p:nvPr/>
          </p:nvSpPr>
          <p:spPr bwMode="auto">
            <a:xfrm>
              <a:off x="3864" y="2520"/>
              <a:ext cx="608" cy="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372" name="Line 29"/>
            <p:cNvSpPr>
              <a:spLocks noChangeShapeType="1"/>
            </p:cNvSpPr>
            <p:nvPr/>
          </p:nvSpPr>
          <p:spPr bwMode="auto">
            <a:xfrm flipV="1">
              <a:off x="4056" y="744"/>
              <a:ext cx="0" cy="512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373" name="Line 30"/>
            <p:cNvSpPr>
              <a:spLocks noChangeShapeType="1"/>
            </p:cNvSpPr>
            <p:nvPr/>
          </p:nvSpPr>
          <p:spPr bwMode="auto">
            <a:xfrm flipH="1" flipV="1">
              <a:off x="3952" y="792"/>
              <a:ext cx="8" cy="1088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374" name="Line 31"/>
            <p:cNvSpPr>
              <a:spLocks noChangeShapeType="1"/>
            </p:cNvSpPr>
            <p:nvPr/>
          </p:nvSpPr>
          <p:spPr bwMode="auto">
            <a:xfrm>
              <a:off x="2440" y="800"/>
              <a:ext cx="1512" cy="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375" name="Line 32"/>
            <p:cNvSpPr>
              <a:spLocks noChangeShapeType="1"/>
            </p:cNvSpPr>
            <p:nvPr/>
          </p:nvSpPr>
          <p:spPr bwMode="auto">
            <a:xfrm>
              <a:off x="2168" y="744"/>
              <a:ext cx="1888" cy="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376" name="Line 33"/>
            <p:cNvSpPr>
              <a:spLocks noChangeShapeType="1"/>
            </p:cNvSpPr>
            <p:nvPr/>
          </p:nvSpPr>
          <p:spPr bwMode="auto">
            <a:xfrm flipH="1">
              <a:off x="2440" y="808"/>
              <a:ext cx="8" cy="472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377" name="Line 34"/>
            <p:cNvSpPr>
              <a:spLocks noChangeShapeType="1"/>
            </p:cNvSpPr>
            <p:nvPr/>
          </p:nvSpPr>
          <p:spPr bwMode="auto">
            <a:xfrm>
              <a:off x="2176" y="736"/>
              <a:ext cx="8" cy="656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378" name="Line 35"/>
            <p:cNvSpPr>
              <a:spLocks noChangeShapeType="1"/>
            </p:cNvSpPr>
            <p:nvPr/>
          </p:nvSpPr>
          <p:spPr bwMode="auto">
            <a:xfrm>
              <a:off x="2440" y="1264"/>
              <a:ext cx="200" cy="8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379" name="Line 36"/>
            <p:cNvSpPr>
              <a:spLocks noChangeShapeType="1"/>
            </p:cNvSpPr>
            <p:nvPr/>
          </p:nvSpPr>
          <p:spPr bwMode="auto">
            <a:xfrm>
              <a:off x="2192" y="1384"/>
              <a:ext cx="408" cy="16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380" name="Line 37"/>
            <p:cNvSpPr>
              <a:spLocks noChangeShapeType="1"/>
            </p:cNvSpPr>
            <p:nvPr/>
          </p:nvSpPr>
          <p:spPr bwMode="auto">
            <a:xfrm>
              <a:off x="3960" y="2520"/>
              <a:ext cx="0" cy="472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381" name="Line 38"/>
            <p:cNvSpPr>
              <a:spLocks noChangeShapeType="1"/>
            </p:cNvSpPr>
            <p:nvPr/>
          </p:nvSpPr>
          <p:spPr bwMode="auto">
            <a:xfrm flipH="1">
              <a:off x="2216" y="3000"/>
              <a:ext cx="1744" cy="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382" name="Line 39"/>
            <p:cNvSpPr>
              <a:spLocks noChangeShapeType="1"/>
            </p:cNvSpPr>
            <p:nvPr/>
          </p:nvSpPr>
          <p:spPr bwMode="auto">
            <a:xfrm flipV="1">
              <a:off x="2208" y="2616"/>
              <a:ext cx="0" cy="40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383" name="Line 40"/>
            <p:cNvSpPr>
              <a:spLocks noChangeShapeType="1"/>
            </p:cNvSpPr>
            <p:nvPr/>
          </p:nvSpPr>
          <p:spPr bwMode="auto">
            <a:xfrm>
              <a:off x="2208" y="2616"/>
              <a:ext cx="440" cy="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384" name="Line 41"/>
            <p:cNvSpPr>
              <a:spLocks noChangeShapeType="1"/>
            </p:cNvSpPr>
            <p:nvPr/>
          </p:nvSpPr>
          <p:spPr bwMode="auto">
            <a:xfrm>
              <a:off x="1672" y="1576"/>
              <a:ext cx="896" cy="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385" name="Line 42"/>
            <p:cNvSpPr>
              <a:spLocks noChangeShapeType="1"/>
            </p:cNvSpPr>
            <p:nvPr/>
          </p:nvSpPr>
          <p:spPr bwMode="auto">
            <a:xfrm>
              <a:off x="1664" y="1744"/>
              <a:ext cx="912" cy="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386" name="Line 43"/>
            <p:cNvSpPr>
              <a:spLocks noChangeShapeType="1"/>
            </p:cNvSpPr>
            <p:nvPr/>
          </p:nvSpPr>
          <p:spPr bwMode="auto">
            <a:xfrm>
              <a:off x="1672" y="1904"/>
              <a:ext cx="904" cy="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387" name="Line 44"/>
            <p:cNvSpPr>
              <a:spLocks noChangeShapeType="1"/>
            </p:cNvSpPr>
            <p:nvPr/>
          </p:nvSpPr>
          <p:spPr bwMode="auto">
            <a:xfrm>
              <a:off x="1672" y="2328"/>
              <a:ext cx="904" cy="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388" name="Line 45"/>
            <p:cNvSpPr>
              <a:spLocks noChangeShapeType="1"/>
            </p:cNvSpPr>
            <p:nvPr/>
          </p:nvSpPr>
          <p:spPr bwMode="auto">
            <a:xfrm>
              <a:off x="1680" y="2480"/>
              <a:ext cx="936" cy="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389" name="Text Box 46"/>
            <p:cNvSpPr txBox="1">
              <a:spLocks noChangeArrowheads="1"/>
            </p:cNvSpPr>
            <p:nvPr/>
          </p:nvSpPr>
          <p:spPr bwMode="auto">
            <a:xfrm>
              <a:off x="1678" y="1955"/>
              <a:ext cx="592" cy="3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>
              <a:lvl1pPr>
                <a:lnSpc>
                  <a:spcPct val="88000"/>
                </a:lnSpc>
                <a:spcBef>
                  <a:spcPct val="30000"/>
                </a:spcBef>
                <a:buClr>
                  <a:srgbClr val="000066"/>
                </a:buClr>
                <a:buSzPct val="75000"/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88000"/>
                </a:lnSpc>
                <a:spcBef>
                  <a:spcPct val="3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88000"/>
                </a:lnSpc>
                <a:spcBef>
                  <a:spcPct val="30000"/>
                </a:spcBef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1E355E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…..</a:t>
              </a:r>
            </a:p>
            <a:p>
              <a:pPr marL="0" marR="0" lvl="0" indent="0" algn="l" defTabSz="914400" rtl="0" eaLnBrk="0" fontAlgn="base" latinLnBrk="0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390" name="Text Box 47"/>
            <p:cNvSpPr txBox="1">
              <a:spLocks noChangeArrowheads="1"/>
            </p:cNvSpPr>
            <p:nvPr/>
          </p:nvSpPr>
          <p:spPr bwMode="auto">
            <a:xfrm>
              <a:off x="1169" y="1315"/>
              <a:ext cx="514" cy="1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lnSpc>
                  <a:spcPct val="88000"/>
                </a:lnSpc>
                <a:spcBef>
                  <a:spcPct val="30000"/>
                </a:spcBef>
                <a:buClr>
                  <a:srgbClr val="000066"/>
                </a:buClr>
                <a:buSzPct val="75000"/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88000"/>
                </a:lnSpc>
                <a:spcBef>
                  <a:spcPct val="3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88000"/>
                </a:lnSpc>
                <a:spcBef>
                  <a:spcPct val="30000"/>
                </a:spcBef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1E355E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Functional Block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1E355E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Inputs</a:t>
              </a:r>
            </a:p>
          </p:txBody>
        </p:sp>
        <p:sp>
          <p:nvSpPr>
            <p:cNvPr id="57391" name="Text Box 48"/>
            <p:cNvSpPr txBox="1">
              <a:spLocks noChangeArrowheads="1"/>
            </p:cNvSpPr>
            <p:nvPr/>
          </p:nvSpPr>
          <p:spPr bwMode="auto">
            <a:xfrm>
              <a:off x="4457" y="1355"/>
              <a:ext cx="514" cy="1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lnSpc>
                  <a:spcPct val="88000"/>
                </a:lnSpc>
                <a:spcBef>
                  <a:spcPct val="30000"/>
                </a:spcBef>
                <a:buClr>
                  <a:srgbClr val="000066"/>
                </a:buClr>
                <a:buSzPct val="75000"/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88000"/>
                </a:lnSpc>
                <a:spcBef>
                  <a:spcPct val="3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88000"/>
                </a:lnSpc>
                <a:spcBef>
                  <a:spcPct val="30000"/>
                </a:spcBef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1E355E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Functional Block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1E355E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Outputs</a:t>
              </a:r>
            </a:p>
          </p:txBody>
        </p:sp>
        <p:sp>
          <p:nvSpPr>
            <p:cNvPr id="57392" name="Text Box 49"/>
            <p:cNvSpPr txBox="1">
              <a:spLocks noChangeArrowheads="1"/>
            </p:cNvSpPr>
            <p:nvPr/>
          </p:nvSpPr>
          <p:spPr bwMode="auto">
            <a:xfrm>
              <a:off x="2174" y="3034"/>
              <a:ext cx="1956" cy="2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8000"/>
                </a:lnSpc>
                <a:spcBef>
                  <a:spcPct val="30000"/>
                </a:spcBef>
                <a:buClr>
                  <a:srgbClr val="000066"/>
                </a:buClr>
                <a:buSzPct val="75000"/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88000"/>
                </a:lnSpc>
                <a:spcBef>
                  <a:spcPct val="3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88000"/>
                </a:lnSpc>
                <a:spcBef>
                  <a:spcPct val="30000"/>
                </a:spcBef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>
                  <a:ln>
                    <a:noFill/>
                  </a:ln>
                  <a:solidFill>
                    <a:srgbClr val="1E355E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Functional Block Internals</a:t>
              </a:r>
            </a:p>
          </p:txBody>
        </p:sp>
      </p:grpSp>
      <p:sp>
        <p:nvSpPr>
          <p:cNvPr id="57348" name="Rectangle 50"/>
          <p:cNvSpPr>
            <a:spLocks noChangeArrowheads="1"/>
          </p:cNvSpPr>
          <p:nvPr/>
        </p:nvSpPr>
        <p:spPr bwMode="auto">
          <a:xfrm>
            <a:off x="781050" y="5211763"/>
            <a:ext cx="8229600" cy="1068387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88000"/>
              </a:lnSpc>
              <a:spcBef>
                <a:spcPct val="30000"/>
              </a:spcBef>
              <a:buClr>
                <a:srgbClr val="000066"/>
              </a:buClr>
              <a:buSzPct val="75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8000"/>
              </a:lnSpc>
              <a:spcBef>
                <a:spcPct val="3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8000"/>
              </a:lnSpc>
              <a:spcBef>
                <a:spcPct val="3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8000"/>
              </a:lnSpc>
              <a:spcBef>
                <a:spcPct val="3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8000"/>
              </a:lnSpc>
              <a:spcBef>
                <a:spcPct val="30000"/>
              </a:spcBef>
              <a:buSzPct val="100000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buSzPct val="100000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buSzPct val="100000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buSzPct val="100000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buSzPct val="100000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1E355E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FPGAs use the Look-Up Table (LUT) type of functional block. Such a functional block is normally made of one or several logic elements (LE). They differentiate from each other mainly in terms of the input size of a LE and the number of LEs in a functional block. State-of-the-art FPGAs normally use 4-input LEs.</a:t>
            </a:r>
          </a:p>
        </p:txBody>
      </p:sp>
    </p:spTree>
    <p:extLst>
      <p:ext uri="{BB962C8B-B14F-4D97-AF65-F5344CB8AC3E}">
        <p14:creationId xmlns:p14="http://schemas.microsoft.com/office/powerpoint/2010/main" val="1010739830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590" y="175674"/>
            <a:ext cx="7772400" cy="1143000"/>
          </a:xfrm>
        </p:spPr>
        <p:txBody>
          <a:bodyPr/>
          <a:lstStyle/>
          <a:p>
            <a:r>
              <a:rPr lang="en-US" altLang="ko-KR" dirty="0">
                <a:ea typeface="굴림" pitchFamily="32" charset="-127"/>
              </a:rPr>
              <a:t>Simplified FPGA Architecture</a:t>
            </a:r>
          </a:p>
        </p:txBody>
      </p:sp>
      <p:sp>
        <p:nvSpPr>
          <p:cNvPr id="54275" name="Line 175"/>
          <p:cNvSpPr>
            <a:spLocks noChangeShapeType="1"/>
          </p:cNvSpPr>
          <p:nvPr/>
        </p:nvSpPr>
        <p:spPr bwMode="auto">
          <a:xfrm>
            <a:off x="1638300" y="1816100"/>
            <a:ext cx="469900" cy="92710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276" name="Text Box 176"/>
          <p:cNvSpPr txBox="1">
            <a:spLocks noChangeArrowheads="1"/>
          </p:cNvSpPr>
          <p:nvPr/>
        </p:nvSpPr>
        <p:spPr bwMode="auto">
          <a:xfrm>
            <a:off x="1038225" y="1204913"/>
            <a:ext cx="1660525" cy="62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88000"/>
              </a:lnSpc>
              <a:spcBef>
                <a:spcPct val="30000"/>
              </a:spcBef>
              <a:buClr>
                <a:srgbClr val="000066"/>
              </a:buClr>
              <a:buSzPct val="75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8000"/>
              </a:lnSpc>
              <a:spcBef>
                <a:spcPct val="3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8000"/>
              </a:lnSpc>
              <a:spcBef>
                <a:spcPct val="3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8000"/>
              </a:lnSpc>
              <a:spcBef>
                <a:spcPct val="3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8000"/>
              </a:lnSpc>
              <a:spcBef>
                <a:spcPct val="30000"/>
              </a:spcBef>
              <a:buSzPct val="100000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buSzPct val="100000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buSzPct val="100000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buSzPct val="100000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buSzPct val="100000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Tx/>
              <a:buSzTx/>
              <a:buFontTx/>
              <a:buNone/>
            </a:pPr>
            <a:r>
              <a:rPr lang="en-US" altLang="zh-CN" sz="2000">
                <a:ea typeface="宋体" panose="02010600030101010101" pitchFamily="2" charset="-122"/>
              </a:rPr>
              <a:t>Functional Block</a:t>
            </a:r>
          </a:p>
        </p:txBody>
      </p:sp>
      <p:sp>
        <p:nvSpPr>
          <p:cNvPr id="54277" name="Text Box 177"/>
          <p:cNvSpPr txBox="1">
            <a:spLocks noChangeArrowheads="1"/>
          </p:cNvSpPr>
          <p:nvPr/>
        </p:nvSpPr>
        <p:spPr bwMode="auto">
          <a:xfrm>
            <a:off x="1012825" y="6043613"/>
            <a:ext cx="1660525" cy="36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88000"/>
              </a:lnSpc>
              <a:spcBef>
                <a:spcPct val="30000"/>
              </a:spcBef>
              <a:buClr>
                <a:srgbClr val="000066"/>
              </a:buClr>
              <a:buSzPct val="75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8000"/>
              </a:lnSpc>
              <a:spcBef>
                <a:spcPct val="3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8000"/>
              </a:lnSpc>
              <a:spcBef>
                <a:spcPct val="3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8000"/>
              </a:lnSpc>
              <a:spcBef>
                <a:spcPct val="3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8000"/>
              </a:lnSpc>
              <a:spcBef>
                <a:spcPct val="30000"/>
              </a:spcBef>
              <a:buSzPct val="100000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buSzPct val="100000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buSzPct val="100000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buSzPct val="100000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buSzPct val="100000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Tx/>
              <a:buSzTx/>
              <a:buFontTx/>
              <a:buNone/>
            </a:pPr>
            <a:r>
              <a:rPr lang="en-US" altLang="zh-CN" sz="2000">
                <a:ea typeface="宋体" panose="02010600030101010101" pitchFamily="2" charset="-122"/>
              </a:rPr>
              <a:t>I/O Block</a:t>
            </a:r>
          </a:p>
        </p:txBody>
      </p:sp>
      <p:sp>
        <p:nvSpPr>
          <p:cNvPr id="54278" name="Line 178"/>
          <p:cNvSpPr>
            <a:spLocks noChangeShapeType="1"/>
          </p:cNvSpPr>
          <p:nvPr/>
        </p:nvSpPr>
        <p:spPr bwMode="auto">
          <a:xfrm flipH="1" flipV="1">
            <a:off x="1371600" y="4965700"/>
            <a:ext cx="177800" cy="102870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279" name="Text Box 180"/>
          <p:cNvSpPr txBox="1">
            <a:spLocks noChangeArrowheads="1"/>
          </p:cNvSpPr>
          <p:nvPr/>
        </p:nvSpPr>
        <p:spPr bwMode="auto">
          <a:xfrm>
            <a:off x="3946525" y="5789613"/>
            <a:ext cx="1660525" cy="62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88000"/>
              </a:lnSpc>
              <a:spcBef>
                <a:spcPct val="30000"/>
              </a:spcBef>
              <a:buClr>
                <a:srgbClr val="000066"/>
              </a:buClr>
              <a:buSzPct val="75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8000"/>
              </a:lnSpc>
              <a:spcBef>
                <a:spcPct val="3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8000"/>
              </a:lnSpc>
              <a:spcBef>
                <a:spcPct val="3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8000"/>
              </a:lnSpc>
              <a:spcBef>
                <a:spcPct val="3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8000"/>
              </a:lnSpc>
              <a:spcBef>
                <a:spcPct val="30000"/>
              </a:spcBef>
              <a:buSzPct val="100000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buSzPct val="100000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buSzPct val="100000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buSzPct val="100000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buSzPct val="100000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Tx/>
              <a:buSzTx/>
              <a:buFontTx/>
              <a:buNone/>
            </a:pPr>
            <a:r>
              <a:rPr lang="en-US" altLang="zh-CN" sz="2000">
                <a:ea typeface="宋体" panose="02010600030101010101" pitchFamily="2" charset="-122"/>
              </a:rPr>
              <a:t>Routing Network</a:t>
            </a:r>
          </a:p>
        </p:txBody>
      </p:sp>
      <p:sp>
        <p:nvSpPr>
          <p:cNvPr id="54280" name="Text Box 182"/>
          <p:cNvSpPr txBox="1">
            <a:spLocks noChangeArrowheads="1"/>
          </p:cNvSpPr>
          <p:nvPr/>
        </p:nvSpPr>
        <p:spPr bwMode="auto">
          <a:xfrm>
            <a:off x="5470525" y="1431925"/>
            <a:ext cx="3460750" cy="4359275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88000"/>
              </a:lnSpc>
              <a:spcBef>
                <a:spcPct val="30000"/>
              </a:spcBef>
              <a:buClr>
                <a:srgbClr val="000066"/>
              </a:buClr>
              <a:buSzPct val="75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88000"/>
              </a:lnSpc>
              <a:spcBef>
                <a:spcPct val="3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88000"/>
              </a:lnSpc>
              <a:spcBef>
                <a:spcPct val="3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88000"/>
              </a:lnSpc>
              <a:spcBef>
                <a:spcPct val="3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88000"/>
              </a:lnSpc>
              <a:spcBef>
                <a:spcPct val="30000"/>
              </a:spcBef>
              <a:buSzPct val="100000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buSzPct val="100000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buSzPct val="100000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buSzPct val="100000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buSzPct val="100000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lang="en-US" altLang="zh-CN" sz="1800">
                <a:ea typeface="宋体" panose="02010600030101010101" pitchFamily="2" charset="-122"/>
              </a:rPr>
              <a:t>All the three FPGA components can be re-programmed with configurations to implement application-specific digital circuits. </a:t>
            </a:r>
          </a:p>
          <a:p>
            <a:pPr>
              <a:buClrTx/>
              <a:buSzTx/>
              <a:buFontTx/>
              <a:buNone/>
            </a:pPr>
            <a:endParaRPr lang="en-US" altLang="zh-CN" sz="1800">
              <a:ea typeface="宋体" panose="02010600030101010101" pitchFamily="2" charset="-122"/>
            </a:endParaRPr>
          </a:p>
          <a:p>
            <a:pPr>
              <a:buClrTx/>
              <a:buSzTx/>
              <a:buFontTx/>
              <a:buNone/>
            </a:pPr>
            <a:r>
              <a:rPr lang="en-US" altLang="zh-CN" sz="1800">
                <a:ea typeface="宋体" panose="02010600030101010101" pitchFamily="2" charset="-122"/>
              </a:rPr>
              <a:t>For example, each functional block can be programmed to implement a small amount of digital logic of a design; the routing network can be programmed to implement the design specific interconnection pattern; I/O blocks can be programmed to implement the input and output ports according to design requirements.</a:t>
            </a:r>
          </a:p>
        </p:txBody>
      </p:sp>
      <p:grpSp>
        <p:nvGrpSpPr>
          <p:cNvPr id="54281" name="Group 208"/>
          <p:cNvGrpSpPr>
            <a:grpSpLocks/>
          </p:cNvGrpSpPr>
          <p:nvPr/>
        </p:nvGrpSpPr>
        <p:grpSpPr bwMode="auto">
          <a:xfrm>
            <a:off x="1298575" y="1979613"/>
            <a:ext cx="3990975" cy="3671887"/>
            <a:chOff x="818" y="1247"/>
            <a:chExt cx="2514" cy="2313"/>
          </a:xfrm>
        </p:grpSpPr>
        <p:grpSp>
          <p:nvGrpSpPr>
            <p:cNvPr id="54282" name="Group 5"/>
            <p:cNvGrpSpPr>
              <a:grpSpLocks noChangeAspect="1"/>
            </p:cNvGrpSpPr>
            <p:nvPr/>
          </p:nvGrpSpPr>
          <p:grpSpPr bwMode="auto">
            <a:xfrm>
              <a:off x="818" y="1247"/>
              <a:ext cx="2514" cy="2289"/>
              <a:chOff x="1141" y="1158"/>
              <a:chExt cx="3124" cy="2844"/>
            </a:xfrm>
          </p:grpSpPr>
          <p:grpSp>
            <p:nvGrpSpPr>
              <p:cNvPr id="54309" name="Group 6"/>
              <p:cNvGrpSpPr>
                <a:grpSpLocks noChangeAspect="1"/>
              </p:cNvGrpSpPr>
              <p:nvPr/>
            </p:nvGrpSpPr>
            <p:grpSpPr bwMode="auto">
              <a:xfrm>
                <a:off x="1549" y="1570"/>
                <a:ext cx="437" cy="369"/>
                <a:chOff x="1355" y="1609"/>
                <a:chExt cx="437" cy="369"/>
              </a:xfrm>
            </p:grpSpPr>
            <p:sp>
              <p:nvSpPr>
                <p:cNvPr id="54472" name="Rectangle 7"/>
                <p:cNvSpPr>
                  <a:spLocks noChangeAspect="1" noChangeArrowheads="1"/>
                </p:cNvSpPr>
                <p:nvPr/>
              </p:nvSpPr>
              <p:spPr bwMode="auto">
                <a:xfrm>
                  <a:off x="1434" y="1676"/>
                  <a:ext cx="289" cy="241"/>
                </a:xfrm>
                <a:prstGeom prst="rect">
                  <a:avLst/>
                </a:prstGeom>
                <a:solidFill>
                  <a:srgbClr val="000099"/>
                </a:solidFill>
                <a:ln w="9525">
                  <a:solidFill>
                    <a:srgbClr val="000099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473" name="Rectangle 8"/>
                <p:cNvSpPr>
                  <a:spLocks noChangeAspect="1" noChangeArrowheads="1"/>
                </p:cNvSpPr>
                <p:nvPr/>
              </p:nvSpPr>
              <p:spPr bwMode="auto">
                <a:xfrm>
                  <a:off x="1722" y="1699"/>
                  <a:ext cx="70" cy="54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474" name="Rectangle 9"/>
                <p:cNvSpPr>
                  <a:spLocks noChangeAspect="1" noChangeArrowheads="1"/>
                </p:cNvSpPr>
                <p:nvPr/>
              </p:nvSpPr>
              <p:spPr bwMode="auto">
                <a:xfrm>
                  <a:off x="1476" y="1609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475" name="Rectangle 10"/>
                <p:cNvSpPr>
                  <a:spLocks noChangeAspect="1" noChangeArrowheads="1"/>
                </p:cNvSpPr>
                <p:nvPr/>
              </p:nvSpPr>
              <p:spPr bwMode="auto">
                <a:xfrm>
                  <a:off x="1355" y="1814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476" name="Rectangle 11"/>
                <p:cNvSpPr>
                  <a:spLocks noChangeAspect="1" noChangeArrowheads="1"/>
                </p:cNvSpPr>
                <p:nvPr/>
              </p:nvSpPr>
              <p:spPr bwMode="auto">
                <a:xfrm>
                  <a:off x="1619" y="1923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477" name="Rectangle 12"/>
                <p:cNvSpPr>
                  <a:spLocks noChangeAspect="1" noChangeArrowheads="1"/>
                </p:cNvSpPr>
                <p:nvPr/>
              </p:nvSpPr>
              <p:spPr bwMode="auto">
                <a:xfrm>
                  <a:off x="1720" y="1830"/>
                  <a:ext cx="70" cy="55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</p:grpSp>
          <p:grpSp>
            <p:nvGrpSpPr>
              <p:cNvPr id="54310" name="Group 13"/>
              <p:cNvGrpSpPr>
                <a:grpSpLocks noChangeAspect="1"/>
              </p:cNvGrpSpPr>
              <p:nvPr/>
            </p:nvGrpSpPr>
            <p:grpSpPr bwMode="auto">
              <a:xfrm>
                <a:off x="2189" y="1571"/>
                <a:ext cx="437" cy="369"/>
                <a:chOff x="1355" y="1609"/>
                <a:chExt cx="437" cy="369"/>
              </a:xfrm>
            </p:grpSpPr>
            <p:sp>
              <p:nvSpPr>
                <p:cNvPr id="54466" name="Rectangle 14"/>
                <p:cNvSpPr>
                  <a:spLocks noChangeAspect="1" noChangeArrowheads="1"/>
                </p:cNvSpPr>
                <p:nvPr/>
              </p:nvSpPr>
              <p:spPr bwMode="auto">
                <a:xfrm>
                  <a:off x="1434" y="1676"/>
                  <a:ext cx="289" cy="241"/>
                </a:xfrm>
                <a:prstGeom prst="rect">
                  <a:avLst/>
                </a:prstGeom>
                <a:solidFill>
                  <a:srgbClr val="000099"/>
                </a:solidFill>
                <a:ln w="9525">
                  <a:solidFill>
                    <a:srgbClr val="000099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467" name="Rectangle 15"/>
                <p:cNvSpPr>
                  <a:spLocks noChangeAspect="1" noChangeArrowheads="1"/>
                </p:cNvSpPr>
                <p:nvPr/>
              </p:nvSpPr>
              <p:spPr bwMode="auto">
                <a:xfrm>
                  <a:off x="1722" y="1699"/>
                  <a:ext cx="70" cy="54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468" name="Rectangle 16"/>
                <p:cNvSpPr>
                  <a:spLocks noChangeAspect="1" noChangeArrowheads="1"/>
                </p:cNvSpPr>
                <p:nvPr/>
              </p:nvSpPr>
              <p:spPr bwMode="auto">
                <a:xfrm>
                  <a:off x="1476" y="1609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469" name="Rectangle 17"/>
                <p:cNvSpPr>
                  <a:spLocks noChangeAspect="1" noChangeArrowheads="1"/>
                </p:cNvSpPr>
                <p:nvPr/>
              </p:nvSpPr>
              <p:spPr bwMode="auto">
                <a:xfrm>
                  <a:off x="1355" y="1814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470" name="Rectangle 18"/>
                <p:cNvSpPr>
                  <a:spLocks noChangeAspect="1" noChangeArrowheads="1"/>
                </p:cNvSpPr>
                <p:nvPr/>
              </p:nvSpPr>
              <p:spPr bwMode="auto">
                <a:xfrm>
                  <a:off x="1619" y="1923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471" name="Rectangle 19"/>
                <p:cNvSpPr>
                  <a:spLocks noChangeAspect="1" noChangeArrowheads="1"/>
                </p:cNvSpPr>
                <p:nvPr/>
              </p:nvSpPr>
              <p:spPr bwMode="auto">
                <a:xfrm>
                  <a:off x="1720" y="1830"/>
                  <a:ext cx="70" cy="55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</p:grpSp>
          <p:grpSp>
            <p:nvGrpSpPr>
              <p:cNvPr id="54311" name="Group 20"/>
              <p:cNvGrpSpPr>
                <a:grpSpLocks noChangeAspect="1"/>
              </p:cNvGrpSpPr>
              <p:nvPr/>
            </p:nvGrpSpPr>
            <p:grpSpPr bwMode="auto">
              <a:xfrm>
                <a:off x="2793" y="1574"/>
                <a:ext cx="437" cy="369"/>
                <a:chOff x="1355" y="1609"/>
                <a:chExt cx="437" cy="369"/>
              </a:xfrm>
            </p:grpSpPr>
            <p:sp>
              <p:nvSpPr>
                <p:cNvPr id="54460" name="Rectangle 21"/>
                <p:cNvSpPr>
                  <a:spLocks noChangeAspect="1" noChangeArrowheads="1"/>
                </p:cNvSpPr>
                <p:nvPr/>
              </p:nvSpPr>
              <p:spPr bwMode="auto">
                <a:xfrm>
                  <a:off x="1434" y="1676"/>
                  <a:ext cx="289" cy="241"/>
                </a:xfrm>
                <a:prstGeom prst="rect">
                  <a:avLst/>
                </a:prstGeom>
                <a:solidFill>
                  <a:srgbClr val="000099"/>
                </a:solidFill>
                <a:ln w="9525">
                  <a:solidFill>
                    <a:srgbClr val="000099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461" name="Rectangle 22"/>
                <p:cNvSpPr>
                  <a:spLocks noChangeAspect="1" noChangeArrowheads="1"/>
                </p:cNvSpPr>
                <p:nvPr/>
              </p:nvSpPr>
              <p:spPr bwMode="auto">
                <a:xfrm>
                  <a:off x="1722" y="1699"/>
                  <a:ext cx="70" cy="54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462" name="Rectangle 23"/>
                <p:cNvSpPr>
                  <a:spLocks noChangeAspect="1" noChangeArrowheads="1"/>
                </p:cNvSpPr>
                <p:nvPr/>
              </p:nvSpPr>
              <p:spPr bwMode="auto">
                <a:xfrm>
                  <a:off x="1476" y="1609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463" name="Rectangle 24"/>
                <p:cNvSpPr>
                  <a:spLocks noChangeAspect="1" noChangeArrowheads="1"/>
                </p:cNvSpPr>
                <p:nvPr/>
              </p:nvSpPr>
              <p:spPr bwMode="auto">
                <a:xfrm>
                  <a:off x="1355" y="1814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464" name="Rectangle 25"/>
                <p:cNvSpPr>
                  <a:spLocks noChangeAspect="1" noChangeArrowheads="1"/>
                </p:cNvSpPr>
                <p:nvPr/>
              </p:nvSpPr>
              <p:spPr bwMode="auto">
                <a:xfrm>
                  <a:off x="1619" y="1923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465" name="Rectangle 26"/>
                <p:cNvSpPr>
                  <a:spLocks noChangeAspect="1" noChangeArrowheads="1"/>
                </p:cNvSpPr>
                <p:nvPr/>
              </p:nvSpPr>
              <p:spPr bwMode="auto">
                <a:xfrm>
                  <a:off x="1720" y="1830"/>
                  <a:ext cx="70" cy="55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</p:grpSp>
          <p:grpSp>
            <p:nvGrpSpPr>
              <p:cNvPr id="54312" name="Group 27"/>
              <p:cNvGrpSpPr>
                <a:grpSpLocks noChangeAspect="1"/>
              </p:cNvGrpSpPr>
              <p:nvPr/>
            </p:nvGrpSpPr>
            <p:grpSpPr bwMode="auto">
              <a:xfrm>
                <a:off x="3400" y="1575"/>
                <a:ext cx="437" cy="369"/>
                <a:chOff x="1355" y="1609"/>
                <a:chExt cx="437" cy="369"/>
              </a:xfrm>
            </p:grpSpPr>
            <p:sp>
              <p:nvSpPr>
                <p:cNvPr id="54454" name="Rectangle 28"/>
                <p:cNvSpPr>
                  <a:spLocks noChangeAspect="1" noChangeArrowheads="1"/>
                </p:cNvSpPr>
                <p:nvPr/>
              </p:nvSpPr>
              <p:spPr bwMode="auto">
                <a:xfrm>
                  <a:off x="1434" y="1676"/>
                  <a:ext cx="289" cy="241"/>
                </a:xfrm>
                <a:prstGeom prst="rect">
                  <a:avLst/>
                </a:prstGeom>
                <a:solidFill>
                  <a:srgbClr val="000099"/>
                </a:solidFill>
                <a:ln w="9525">
                  <a:solidFill>
                    <a:srgbClr val="000099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455" name="Rectangle 29"/>
                <p:cNvSpPr>
                  <a:spLocks noChangeAspect="1" noChangeArrowheads="1"/>
                </p:cNvSpPr>
                <p:nvPr/>
              </p:nvSpPr>
              <p:spPr bwMode="auto">
                <a:xfrm>
                  <a:off x="1722" y="1699"/>
                  <a:ext cx="70" cy="54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456" name="Rectangle 30"/>
                <p:cNvSpPr>
                  <a:spLocks noChangeAspect="1" noChangeArrowheads="1"/>
                </p:cNvSpPr>
                <p:nvPr/>
              </p:nvSpPr>
              <p:spPr bwMode="auto">
                <a:xfrm>
                  <a:off x="1476" y="1609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457" name="Rectangle 31"/>
                <p:cNvSpPr>
                  <a:spLocks noChangeAspect="1" noChangeArrowheads="1"/>
                </p:cNvSpPr>
                <p:nvPr/>
              </p:nvSpPr>
              <p:spPr bwMode="auto">
                <a:xfrm>
                  <a:off x="1355" y="1814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458" name="Rectangle 32"/>
                <p:cNvSpPr>
                  <a:spLocks noChangeAspect="1" noChangeArrowheads="1"/>
                </p:cNvSpPr>
                <p:nvPr/>
              </p:nvSpPr>
              <p:spPr bwMode="auto">
                <a:xfrm>
                  <a:off x="1619" y="1923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459" name="Rectangle 33"/>
                <p:cNvSpPr>
                  <a:spLocks noChangeAspect="1" noChangeArrowheads="1"/>
                </p:cNvSpPr>
                <p:nvPr/>
              </p:nvSpPr>
              <p:spPr bwMode="auto">
                <a:xfrm>
                  <a:off x="1720" y="1830"/>
                  <a:ext cx="70" cy="55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</p:grpSp>
          <p:grpSp>
            <p:nvGrpSpPr>
              <p:cNvPr id="54313" name="Group 34"/>
              <p:cNvGrpSpPr>
                <a:grpSpLocks noChangeAspect="1"/>
              </p:cNvGrpSpPr>
              <p:nvPr/>
            </p:nvGrpSpPr>
            <p:grpSpPr bwMode="auto">
              <a:xfrm>
                <a:off x="1544" y="2110"/>
                <a:ext cx="437" cy="369"/>
                <a:chOff x="1355" y="1609"/>
                <a:chExt cx="437" cy="369"/>
              </a:xfrm>
            </p:grpSpPr>
            <p:sp>
              <p:nvSpPr>
                <p:cNvPr id="54448" name="Rectangle 35"/>
                <p:cNvSpPr>
                  <a:spLocks noChangeAspect="1" noChangeArrowheads="1"/>
                </p:cNvSpPr>
                <p:nvPr/>
              </p:nvSpPr>
              <p:spPr bwMode="auto">
                <a:xfrm>
                  <a:off x="1434" y="1676"/>
                  <a:ext cx="289" cy="241"/>
                </a:xfrm>
                <a:prstGeom prst="rect">
                  <a:avLst/>
                </a:prstGeom>
                <a:solidFill>
                  <a:srgbClr val="000099"/>
                </a:solidFill>
                <a:ln w="9525">
                  <a:solidFill>
                    <a:srgbClr val="000099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449" name="Rectangle 36"/>
                <p:cNvSpPr>
                  <a:spLocks noChangeAspect="1" noChangeArrowheads="1"/>
                </p:cNvSpPr>
                <p:nvPr/>
              </p:nvSpPr>
              <p:spPr bwMode="auto">
                <a:xfrm>
                  <a:off x="1722" y="1699"/>
                  <a:ext cx="70" cy="54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450" name="Rectangle 37"/>
                <p:cNvSpPr>
                  <a:spLocks noChangeAspect="1" noChangeArrowheads="1"/>
                </p:cNvSpPr>
                <p:nvPr/>
              </p:nvSpPr>
              <p:spPr bwMode="auto">
                <a:xfrm>
                  <a:off x="1476" y="1609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451" name="Rectangle 38"/>
                <p:cNvSpPr>
                  <a:spLocks noChangeAspect="1" noChangeArrowheads="1"/>
                </p:cNvSpPr>
                <p:nvPr/>
              </p:nvSpPr>
              <p:spPr bwMode="auto">
                <a:xfrm>
                  <a:off x="1355" y="1814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452" name="Rectangle 39"/>
                <p:cNvSpPr>
                  <a:spLocks noChangeAspect="1" noChangeArrowheads="1"/>
                </p:cNvSpPr>
                <p:nvPr/>
              </p:nvSpPr>
              <p:spPr bwMode="auto">
                <a:xfrm>
                  <a:off x="1619" y="1923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453" name="Rectangle 40"/>
                <p:cNvSpPr>
                  <a:spLocks noChangeAspect="1" noChangeArrowheads="1"/>
                </p:cNvSpPr>
                <p:nvPr/>
              </p:nvSpPr>
              <p:spPr bwMode="auto">
                <a:xfrm>
                  <a:off x="1720" y="1830"/>
                  <a:ext cx="70" cy="55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</p:grpSp>
          <p:grpSp>
            <p:nvGrpSpPr>
              <p:cNvPr id="54314" name="Group 41"/>
              <p:cNvGrpSpPr>
                <a:grpSpLocks noChangeAspect="1"/>
              </p:cNvGrpSpPr>
              <p:nvPr/>
            </p:nvGrpSpPr>
            <p:grpSpPr bwMode="auto">
              <a:xfrm>
                <a:off x="2184" y="2111"/>
                <a:ext cx="437" cy="369"/>
                <a:chOff x="1355" y="1609"/>
                <a:chExt cx="437" cy="369"/>
              </a:xfrm>
            </p:grpSpPr>
            <p:sp>
              <p:nvSpPr>
                <p:cNvPr id="54442" name="Rectangle 42"/>
                <p:cNvSpPr>
                  <a:spLocks noChangeAspect="1" noChangeArrowheads="1"/>
                </p:cNvSpPr>
                <p:nvPr/>
              </p:nvSpPr>
              <p:spPr bwMode="auto">
                <a:xfrm>
                  <a:off x="1434" y="1676"/>
                  <a:ext cx="289" cy="241"/>
                </a:xfrm>
                <a:prstGeom prst="rect">
                  <a:avLst/>
                </a:prstGeom>
                <a:solidFill>
                  <a:srgbClr val="000099"/>
                </a:solidFill>
                <a:ln w="9525">
                  <a:solidFill>
                    <a:srgbClr val="000099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443" name="Rectangle 43"/>
                <p:cNvSpPr>
                  <a:spLocks noChangeAspect="1" noChangeArrowheads="1"/>
                </p:cNvSpPr>
                <p:nvPr/>
              </p:nvSpPr>
              <p:spPr bwMode="auto">
                <a:xfrm>
                  <a:off x="1722" y="1699"/>
                  <a:ext cx="70" cy="54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444" name="Rectangle 44"/>
                <p:cNvSpPr>
                  <a:spLocks noChangeAspect="1" noChangeArrowheads="1"/>
                </p:cNvSpPr>
                <p:nvPr/>
              </p:nvSpPr>
              <p:spPr bwMode="auto">
                <a:xfrm>
                  <a:off x="1476" y="1609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445" name="Rectangle 45"/>
                <p:cNvSpPr>
                  <a:spLocks noChangeAspect="1" noChangeArrowheads="1"/>
                </p:cNvSpPr>
                <p:nvPr/>
              </p:nvSpPr>
              <p:spPr bwMode="auto">
                <a:xfrm>
                  <a:off x="1355" y="1814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446" name="Rectangle 46"/>
                <p:cNvSpPr>
                  <a:spLocks noChangeAspect="1" noChangeArrowheads="1"/>
                </p:cNvSpPr>
                <p:nvPr/>
              </p:nvSpPr>
              <p:spPr bwMode="auto">
                <a:xfrm>
                  <a:off x="1619" y="1923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447" name="Rectangle 47"/>
                <p:cNvSpPr>
                  <a:spLocks noChangeAspect="1" noChangeArrowheads="1"/>
                </p:cNvSpPr>
                <p:nvPr/>
              </p:nvSpPr>
              <p:spPr bwMode="auto">
                <a:xfrm>
                  <a:off x="1720" y="1830"/>
                  <a:ext cx="70" cy="55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</p:grpSp>
          <p:grpSp>
            <p:nvGrpSpPr>
              <p:cNvPr id="54315" name="Group 48"/>
              <p:cNvGrpSpPr>
                <a:grpSpLocks noChangeAspect="1"/>
              </p:cNvGrpSpPr>
              <p:nvPr/>
            </p:nvGrpSpPr>
            <p:grpSpPr bwMode="auto">
              <a:xfrm>
                <a:off x="2788" y="2114"/>
                <a:ext cx="437" cy="369"/>
                <a:chOff x="1355" y="1609"/>
                <a:chExt cx="437" cy="369"/>
              </a:xfrm>
            </p:grpSpPr>
            <p:sp>
              <p:nvSpPr>
                <p:cNvPr id="54436" name="Rectangle 49"/>
                <p:cNvSpPr>
                  <a:spLocks noChangeAspect="1" noChangeArrowheads="1"/>
                </p:cNvSpPr>
                <p:nvPr/>
              </p:nvSpPr>
              <p:spPr bwMode="auto">
                <a:xfrm>
                  <a:off x="1434" y="1676"/>
                  <a:ext cx="289" cy="241"/>
                </a:xfrm>
                <a:prstGeom prst="rect">
                  <a:avLst/>
                </a:prstGeom>
                <a:solidFill>
                  <a:srgbClr val="000099"/>
                </a:solidFill>
                <a:ln w="9525">
                  <a:solidFill>
                    <a:srgbClr val="000099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437" name="Rectangle 50"/>
                <p:cNvSpPr>
                  <a:spLocks noChangeAspect="1" noChangeArrowheads="1"/>
                </p:cNvSpPr>
                <p:nvPr/>
              </p:nvSpPr>
              <p:spPr bwMode="auto">
                <a:xfrm>
                  <a:off x="1722" y="1699"/>
                  <a:ext cx="70" cy="54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438" name="Rectangle 51"/>
                <p:cNvSpPr>
                  <a:spLocks noChangeAspect="1" noChangeArrowheads="1"/>
                </p:cNvSpPr>
                <p:nvPr/>
              </p:nvSpPr>
              <p:spPr bwMode="auto">
                <a:xfrm>
                  <a:off x="1476" y="1609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439" name="Rectangle 52"/>
                <p:cNvSpPr>
                  <a:spLocks noChangeAspect="1" noChangeArrowheads="1"/>
                </p:cNvSpPr>
                <p:nvPr/>
              </p:nvSpPr>
              <p:spPr bwMode="auto">
                <a:xfrm>
                  <a:off x="1355" y="1814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440" name="Rectangle 53"/>
                <p:cNvSpPr>
                  <a:spLocks noChangeAspect="1" noChangeArrowheads="1"/>
                </p:cNvSpPr>
                <p:nvPr/>
              </p:nvSpPr>
              <p:spPr bwMode="auto">
                <a:xfrm>
                  <a:off x="1619" y="1923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441" name="Rectangle 54"/>
                <p:cNvSpPr>
                  <a:spLocks noChangeAspect="1" noChangeArrowheads="1"/>
                </p:cNvSpPr>
                <p:nvPr/>
              </p:nvSpPr>
              <p:spPr bwMode="auto">
                <a:xfrm>
                  <a:off x="1720" y="1830"/>
                  <a:ext cx="70" cy="55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</p:grpSp>
          <p:grpSp>
            <p:nvGrpSpPr>
              <p:cNvPr id="54316" name="Group 55"/>
              <p:cNvGrpSpPr>
                <a:grpSpLocks noChangeAspect="1"/>
              </p:cNvGrpSpPr>
              <p:nvPr/>
            </p:nvGrpSpPr>
            <p:grpSpPr bwMode="auto">
              <a:xfrm>
                <a:off x="3395" y="2115"/>
                <a:ext cx="437" cy="369"/>
                <a:chOff x="1355" y="1609"/>
                <a:chExt cx="437" cy="369"/>
              </a:xfrm>
            </p:grpSpPr>
            <p:sp>
              <p:nvSpPr>
                <p:cNvPr id="54430" name="Rectangle 56"/>
                <p:cNvSpPr>
                  <a:spLocks noChangeAspect="1" noChangeArrowheads="1"/>
                </p:cNvSpPr>
                <p:nvPr/>
              </p:nvSpPr>
              <p:spPr bwMode="auto">
                <a:xfrm>
                  <a:off x="1434" y="1676"/>
                  <a:ext cx="289" cy="241"/>
                </a:xfrm>
                <a:prstGeom prst="rect">
                  <a:avLst/>
                </a:prstGeom>
                <a:solidFill>
                  <a:srgbClr val="000099"/>
                </a:solidFill>
                <a:ln w="9525">
                  <a:solidFill>
                    <a:srgbClr val="000099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431" name="Rectangle 57"/>
                <p:cNvSpPr>
                  <a:spLocks noChangeAspect="1" noChangeArrowheads="1"/>
                </p:cNvSpPr>
                <p:nvPr/>
              </p:nvSpPr>
              <p:spPr bwMode="auto">
                <a:xfrm>
                  <a:off x="1722" y="1699"/>
                  <a:ext cx="70" cy="54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432" name="Rectangle 58"/>
                <p:cNvSpPr>
                  <a:spLocks noChangeAspect="1" noChangeArrowheads="1"/>
                </p:cNvSpPr>
                <p:nvPr/>
              </p:nvSpPr>
              <p:spPr bwMode="auto">
                <a:xfrm>
                  <a:off x="1476" y="1609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433" name="Rectangle 59"/>
                <p:cNvSpPr>
                  <a:spLocks noChangeAspect="1" noChangeArrowheads="1"/>
                </p:cNvSpPr>
                <p:nvPr/>
              </p:nvSpPr>
              <p:spPr bwMode="auto">
                <a:xfrm>
                  <a:off x="1355" y="1814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434" name="Rectangle 60"/>
                <p:cNvSpPr>
                  <a:spLocks noChangeAspect="1" noChangeArrowheads="1"/>
                </p:cNvSpPr>
                <p:nvPr/>
              </p:nvSpPr>
              <p:spPr bwMode="auto">
                <a:xfrm>
                  <a:off x="1619" y="1923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435" name="Rectangle 61"/>
                <p:cNvSpPr>
                  <a:spLocks noChangeAspect="1" noChangeArrowheads="1"/>
                </p:cNvSpPr>
                <p:nvPr/>
              </p:nvSpPr>
              <p:spPr bwMode="auto">
                <a:xfrm>
                  <a:off x="1720" y="1830"/>
                  <a:ext cx="70" cy="55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</p:grpSp>
          <p:grpSp>
            <p:nvGrpSpPr>
              <p:cNvPr id="54317" name="Group 62"/>
              <p:cNvGrpSpPr>
                <a:grpSpLocks noChangeAspect="1"/>
              </p:cNvGrpSpPr>
              <p:nvPr/>
            </p:nvGrpSpPr>
            <p:grpSpPr bwMode="auto">
              <a:xfrm>
                <a:off x="1536" y="2664"/>
                <a:ext cx="437" cy="369"/>
                <a:chOff x="1355" y="1609"/>
                <a:chExt cx="437" cy="369"/>
              </a:xfrm>
            </p:grpSpPr>
            <p:sp>
              <p:nvSpPr>
                <p:cNvPr id="54424" name="Rectangle 63"/>
                <p:cNvSpPr>
                  <a:spLocks noChangeAspect="1" noChangeArrowheads="1"/>
                </p:cNvSpPr>
                <p:nvPr/>
              </p:nvSpPr>
              <p:spPr bwMode="auto">
                <a:xfrm>
                  <a:off x="1434" y="1676"/>
                  <a:ext cx="289" cy="241"/>
                </a:xfrm>
                <a:prstGeom prst="rect">
                  <a:avLst/>
                </a:prstGeom>
                <a:solidFill>
                  <a:srgbClr val="000099"/>
                </a:solidFill>
                <a:ln w="9525">
                  <a:solidFill>
                    <a:srgbClr val="000099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425" name="Rectangle 64"/>
                <p:cNvSpPr>
                  <a:spLocks noChangeAspect="1" noChangeArrowheads="1"/>
                </p:cNvSpPr>
                <p:nvPr/>
              </p:nvSpPr>
              <p:spPr bwMode="auto">
                <a:xfrm>
                  <a:off x="1722" y="1699"/>
                  <a:ext cx="70" cy="54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426" name="Rectangle 65"/>
                <p:cNvSpPr>
                  <a:spLocks noChangeAspect="1" noChangeArrowheads="1"/>
                </p:cNvSpPr>
                <p:nvPr/>
              </p:nvSpPr>
              <p:spPr bwMode="auto">
                <a:xfrm>
                  <a:off x="1476" y="1609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427" name="Rectangle 66"/>
                <p:cNvSpPr>
                  <a:spLocks noChangeAspect="1" noChangeArrowheads="1"/>
                </p:cNvSpPr>
                <p:nvPr/>
              </p:nvSpPr>
              <p:spPr bwMode="auto">
                <a:xfrm>
                  <a:off x="1355" y="1814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428" name="Rectangle 67"/>
                <p:cNvSpPr>
                  <a:spLocks noChangeAspect="1" noChangeArrowheads="1"/>
                </p:cNvSpPr>
                <p:nvPr/>
              </p:nvSpPr>
              <p:spPr bwMode="auto">
                <a:xfrm>
                  <a:off x="1619" y="1923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429" name="Rectangle 68"/>
                <p:cNvSpPr>
                  <a:spLocks noChangeAspect="1" noChangeArrowheads="1"/>
                </p:cNvSpPr>
                <p:nvPr/>
              </p:nvSpPr>
              <p:spPr bwMode="auto">
                <a:xfrm>
                  <a:off x="1720" y="1830"/>
                  <a:ext cx="70" cy="55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</p:grpSp>
          <p:grpSp>
            <p:nvGrpSpPr>
              <p:cNvPr id="54318" name="Group 69"/>
              <p:cNvGrpSpPr>
                <a:grpSpLocks noChangeAspect="1"/>
              </p:cNvGrpSpPr>
              <p:nvPr/>
            </p:nvGrpSpPr>
            <p:grpSpPr bwMode="auto">
              <a:xfrm>
                <a:off x="2176" y="2665"/>
                <a:ext cx="437" cy="369"/>
                <a:chOff x="1355" y="1609"/>
                <a:chExt cx="437" cy="369"/>
              </a:xfrm>
            </p:grpSpPr>
            <p:sp>
              <p:nvSpPr>
                <p:cNvPr id="54418" name="Rectangle 70"/>
                <p:cNvSpPr>
                  <a:spLocks noChangeAspect="1" noChangeArrowheads="1"/>
                </p:cNvSpPr>
                <p:nvPr/>
              </p:nvSpPr>
              <p:spPr bwMode="auto">
                <a:xfrm>
                  <a:off x="1434" y="1676"/>
                  <a:ext cx="289" cy="241"/>
                </a:xfrm>
                <a:prstGeom prst="rect">
                  <a:avLst/>
                </a:prstGeom>
                <a:solidFill>
                  <a:srgbClr val="000099"/>
                </a:solidFill>
                <a:ln w="9525">
                  <a:solidFill>
                    <a:srgbClr val="000099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419" name="Rectangle 71"/>
                <p:cNvSpPr>
                  <a:spLocks noChangeAspect="1" noChangeArrowheads="1"/>
                </p:cNvSpPr>
                <p:nvPr/>
              </p:nvSpPr>
              <p:spPr bwMode="auto">
                <a:xfrm>
                  <a:off x="1722" y="1699"/>
                  <a:ext cx="70" cy="54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420" name="Rectangle 72"/>
                <p:cNvSpPr>
                  <a:spLocks noChangeAspect="1" noChangeArrowheads="1"/>
                </p:cNvSpPr>
                <p:nvPr/>
              </p:nvSpPr>
              <p:spPr bwMode="auto">
                <a:xfrm>
                  <a:off x="1476" y="1609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421" name="Rectangle 73"/>
                <p:cNvSpPr>
                  <a:spLocks noChangeAspect="1" noChangeArrowheads="1"/>
                </p:cNvSpPr>
                <p:nvPr/>
              </p:nvSpPr>
              <p:spPr bwMode="auto">
                <a:xfrm>
                  <a:off x="1355" y="1814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422" name="Rectangle 74"/>
                <p:cNvSpPr>
                  <a:spLocks noChangeAspect="1" noChangeArrowheads="1"/>
                </p:cNvSpPr>
                <p:nvPr/>
              </p:nvSpPr>
              <p:spPr bwMode="auto">
                <a:xfrm>
                  <a:off x="1619" y="1923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423" name="Rectangle 75"/>
                <p:cNvSpPr>
                  <a:spLocks noChangeAspect="1" noChangeArrowheads="1"/>
                </p:cNvSpPr>
                <p:nvPr/>
              </p:nvSpPr>
              <p:spPr bwMode="auto">
                <a:xfrm>
                  <a:off x="1720" y="1830"/>
                  <a:ext cx="70" cy="55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</p:grpSp>
          <p:grpSp>
            <p:nvGrpSpPr>
              <p:cNvPr id="54319" name="Group 76"/>
              <p:cNvGrpSpPr>
                <a:grpSpLocks noChangeAspect="1"/>
              </p:cNvGrpSpPr>
              <p:nvPr/>
            </p:nvGrpSpPr>
            <p:grpSpPr bwMode="auto">
              <a:xfrm>
                <a:off x="2780" y="2668"/>
                <a:ext cx="437" cy="369"/>
                <a:chOff x="1355" y="1609"/>
                <a:chExt cx="437" cy="369"/>
              </a:xfrm>
            </p:grpSpPr>
            <p:sp>
              <p:nvSpPr>
                <p:cNvPr id="54412" name="Rectangle 77"/>
                <p:cNvSpPr>
                  <a:spLocks noChangeAspect="1" noChangeArrowheads="1"/>
                </p:cNvSpPr>
                <p:nvPr/>
              </p:nvSpPr>
              <p:spPr bwMode="auto">
                <a:xfrm>
                  <a:off x="1434" y="1676"/>
                  <a:ext cx="289" cy="241"/>
                </a:xfrm>
                <a:prstGeom prst="rect">
                  <a:avLst/>
                </a:prstGeom>
                <a:solidFill>
                  <a:srgbClr val="000099"/>
                </a:solidFill>
                <a:ln w="9525">
                  <a:solidFill>
                    <a:srgbClr val="000099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413" name="Rectangle 78"/>
                <p:cNvSpPr>
                  <a:spLocks noChangeAspect="1" noChangeArrowheads="1"/>
                </p:cNvSpPr>
                <p:nvPr/>
              </p:nvSpPr>
              <p:spPr bwMode="auto">
                <a:xfrm>
                  <a:off x="1722" y="1699"/>
                  <a:ext cx="70" cy="54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414" name="Rectangle 79"/>
                <p:cNvSpPr>
                  <a:spLocks noChangeAspect="1" noChangeArrowheads="1"/>
                </p:cNvSpPr>
                <p:nvPr/>
              </p:nvSpPr>
              <p:spPr bwMode="auto">
                <a:xfrm>
                  <a:off x="1476" y="1609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415" name="Rectangle 80"/>
                <p:cNvSpPr>
                  <a:spLocks noChangeAspect="1" noChangeArrowheads="1"/>
                </p:cNvSpPr>
                <p:nvPr/>
              </p:nvSpPr>
              <p:spPr bwMode="auto">
                <a:xfrm>
                  <a:off x="1355" y="1814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416" name="Rectangle 81"/>
                <p:cNvSpPr>
                  <a:spLocks noChangeAspect="1" noChangeArrowheads="1"/>
                </p:cNvSpPr>
                <p:nvPr/>
              </p:nvSpPr>
              <p:spPr bwMode="auto">
                <a:xfrm>
                  <a:off x="1619" y="1923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417" name="Rectangle 82"/>
                <p:cNvSpPr>
                  <a:spLocks noChangeAspect="1" noChangeArrowheads="1"/>
                </p:cNvSpPr>
                <p:nvPr/>
              </p:nvSpPr>
              <p:spPr bwMode="auto">
                <a:xfrm>
                  <a:off x="1720" y="1830"/>
                  <a:ext cx="70" cy="55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</p:grpSp>
          <p:grpSp>
            <p:nvGrpSpPr>
              <p:cNvPr id="54320" name="Group 83"/>
              <p:cNvGrpSpPr>
                <a:grpSpLocks noChangeAspect="1"/>
              </p:cNvGrpSpPr>
              <p:nvPr/>
            </p:nvGrpSpPr>
            <p:grpSpPr bwMode="auto">
              <a:xfrm>
                <a:off x="3387" y="2669"/>
                <a:ext cx="437" cy="369"/>
                <a:chOff x="1355" y="1609"/>
                <a:chExt cx="437" cy="369"/>
              </a:xfrm>
            </p:grpSpPr>
            <p:sp>
              <p:nvSpPr>
                <p:cNvPr id="54406" name="Rectangle 84"/>
                <p:cNvSpPr>
                  <a:spLocks noChangeAspect="1" noChangeArrowheads="1"/>
                </p:cNvSpPr>
                <p:nvPr/>
              </p:nvSpPr>
              <p:spPr bwMode="auto">
                <a:xfrm>
                  <a:off x="1434" y="1676"/>
                  <a:ext cx="289" cy="241"/>
                </a:xfrm>
                <a:prstGeom prst="rect">
                  <a:avLst/>
                </a:prstGeom>
                <a:solidFill>
                  <a:srgbClr val="000099"/>
                </a:solidFill>
                <a:ln w="9525">
                  <a:solidFill>
                    <a:srgbClr val="000099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407" name="Rectangle 85"/>
                <p:cNvSpPr>
                  <a:spLocks noChangeAspect="1" noChangeArrowheads="1"/>
                </p:cNvSpPr>
                <p:nvPr/>
              </p:nvSpPr>
              <p:spPr bwMode="auto">
                <a:xfrm>
                  <a:off x="1722" y="1699"/>
                  <a:ext cx="70" cy="54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408" name="Rectangle 86"/>
                <p:cNvSpPr>
                  <a:spLocks noChangeAspect="1" noChangeArrowheads="1"/>
                </p:cNvSpPr>
                <p:nvPr/>
              </p:nvSpPr>
              <p:spPr bwMode="auto">
                <a:xfrm>
                  <a:off x="1476" y="1609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409" name="Rectangle 87"/>
                <p:cNvSpPr>
                  <a:spLocks noChangeAspect="1" noChangeArrowheads="1"/>
                </p:cNvSpPr>
                <p:nvPr/>
              </p:nvSpPr>
              <p:spPr bwMode="auto">
                <a:xfrm>
                  <a:off x="1355" y="1814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410" name="Rectangle 88"/>
                <p:cNvSpPr>
                  <a:spLocks noChangeAspect="1" noChangeArrowheads="1"/>
                </p:cNvSpPr>
                <p:nvPr/>
              </p:nvSpPr>
              <p:spPr bwMode="auto">
                <a:xfrm>
                  <a:off x="1619" y="1923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411" name="Rectangle 89"/>
                <p:cNvSpPr>
                  <a:spLocks noChangeAspect="1" noChangeArrowheads="1"/>
                </p:cNvSpPr>
                <p:nvPr/>
              </p:nvSpPr>
              <p:spPr bwMode="auto">
                <a:xfrm>
                  <a:off x="1720" y="1830"/>
                  <a:ext cx="70" cy="55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</p:grpSp>
          <p:grpSp>
            <p:nvGrpSpPr>
              <p:cNvPr id="54321" name="Group 90"/>
              <p:cNvGrpSpPr>
                <a:grpSpLocks noChangeAspect="1"/>
              </p:cNvGrpSpPr>
              <p:nvPr/>
            </p:nvGrpSpPr>
            <p:grpSpPr bwMode="auto">
              <a:xfrm>
                <a:off x="1543" y="3217"/>
                <a:ext cx="437" cy="369"/>
                <a:chOff x="1355" y="1609"/>
                <a:chExt cx="437" cy="369"/>
              </a:xfrm>
            </p:grpSpPr>
            <p:sp>
              <p:nvSpPr>
                <p:cNvPr id="54400" name="Rectangle 91"/>
                <p:cNvSpPr>
                  <a:spLocks noChangeAspect="1" noChangeArrowheads="1"/>
                </p:cNvSpPr>
                <p:nvPr/>
              </p:nvSpPr>
              <p:spPr bwMode="auto">
                <a:xfrm>
                  <a:off x="1434" y="1676"/>
                  <a:ext cx="289" cy="241"/>
                </a:xfrm>
                <a:prstGeom prst="rect">
                  <a:avLst/>
                </a:prstGeom>
                <a:solidFill>
                  <a:srgbClr val="000099"/>
                </a:solidFill>
                <a:ln w="9525">
                  <a:solidFill>
                    <a:srgbClr val="000099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401" name="Rectangle 92"/>
                <p:cNvSpPr>
                  <a:spLocks noChangeAspect="1" noChangeArrowheads="1"/>
                </p:cNvSpPr>
                <p:nvPr/>
              </p:nvSpPr>
              <p:spPr bwMode="auto">
                <a:xfrm>
                  <a:off x="1722" y="1699"/>
                  <a:ext cx="70" cy="54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402" name="Rectangle 93"/>
                <p:cNvSpPr>
                  <a:spLocks noChangeAspect="1" noChangeArrowheads="1"/>
                </p:cNvSpPr>
                <p:nvPr/>
              </p:nvSpPr>
              <p:spPr bwMode="auto">
                <a:xfrm>
                  <a:off x="1476" y="1609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403" name="Rectangle 94"/>
                <p:cNvSpPr>
                  <a:spLocks noChangeAspect="1" noChangeArrowheads="1"/>
                </p:cNvSpPr>
                <p:nvPr/>
              </p:nvSpPr>
              <p:spPr bwMode="auto">
                <a:xfrm>
                  <a:off x="1355" y="1814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404" name="Rectangle 95"/>
                <p:cNvSpPr>
                  <a:spLocks noChangeAspect="1" noChangeArrowheads="1"/>
                </p:cNvSpPr>
                <p:nvPr/>
              </p:nvSpPr>
              <p:spPr bwMode="auto">
                <a:xfrm>
                  <a:off x="1619" y="1923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405" name="Rectangle 96"/>
                <p:cNvSpPr>
                  <a:spLocks noChangeAspect="1" noChangeArrowheads="1"/>
                </p:cNvSpPr>
                <p:nvPr/>
              </p:nvSpPr>
              <p:spPr bwMode="auto">
                <a:xfrm>
                  <a:off x="1720" y="1830"/>
                  <a:ext cx="70" cy="55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</p:grpSp>
          <p:grpSp>
            <p:nvGrpSpPr>
              <p:cNvPr id="54322" name="Group 97"/>
              <p:cNvGrpSpPr>
                <a:grpSpLocks noChangeAspect="1"/>
              </p:cNvGrpSpPr>
              <p:nvPr/>
            </p:nvGrpSpPr>
            <p:grpSpPr bwMode="auto">
              <a:xfrm>
                <a:off x="2183" y="3218"/>
                <a:ext cx="437" cy="369"/>
                <a:chOff x="1355" y="1609"/>
                <a:chExt cx="437" cy="369"/>
              </a:xfrm>
            </p:grpSpPr>
            <p:sp>
              <p:nvSpPr>
                <p:cNvPr id="54394" name="Rectangle 98"/>
                <p:cNvSpPr>
                  <a:spLocks noChangeAspect="1" noChangeArrowheads="1"/>
                </p:cNvSpPr>
                <p:nvPr/>
              </p:nvSpPr>
              <p:spPr bwMode="auto">
                <a:xfrm>
                  <a:off x="1434" y="1676"/>
                  <a:ext cx="289" cy="241"/>
                </a:xfrm>
                <a:prstGeom prst="rect">
                  <a:avLst/>
                </a:prstGeom>
                <a:solidFill>
                  <a:srgbClr val="000099"/>
                </a:solidFill>
                <a:ln w="9525">
                  <a:solidFill>
                    <a:srgbClr val="000099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395" name="Rectangle 99"/>
                <p:cNvSpPr>
                  <a:spLocks noChangeAspect="1" noChangeArrowheads="1"/>
                </p:cNvSpPr>
                <p:nvPr/>
              </p:nvSpPr>
              <p:spPr bwMode="auto">
                <a:xfrm>
                  <a:off x="1722" y="1699"/>
                  <a:ext cx="70" cy="54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396" name="Rectangle 100"/>
                <p:cNvSpPr>
                  <a:spLocks noChangeAspect="1" noChangeArrowheads="1"/>
                </p:cNvSpPr>
                <p:nvPr/>
              </p:nvSpPr>
              <p:spPr bwMode="auto">
                <a:xfrm>
                  <a:off x="1476" y="1609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397" name="Rectangle 101"/>
                <p:cNvSpPr>
                  <a:spLocks noChangeAspect="1" noChangeArrowheads="1"/>
                </p:cNvSpPr>
                <p:nvPr/>
              </p:nvSpPr>
              <p:spPr bwMode="auto">
                <a:xfrm>
                  <a:off x="1355" y="1814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398" name="Rectangle 102"/>
                <p:cNvSpPr>
                  <a:spLocks noChangeAspect="1" noChangeArrowheads="1"/>
                </p:cNvSpPr>
                <p:nvPr/>
              </p:nvSpPr>
              <p:spPr bwMode="auto">
                <a:xfrm>
                  <a:off x="1619" y="1923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399" name="Rectangle 103"/>
                <p:cNvSpPr>
                  <a:spLocks noChangeAspect="1" noChangeArrowheads="1"/>
                </p:cNvSpPr>
                <p:nvPr/>
              </p:nvSpPr>
              <p:spPr bwMode="auto">
                <a:xfrm>
                  <a:off x="1720" y="1830"/>
                  <a:ext cx="70" cy="55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</p:grpSp>
          <p:grpSp>
            <p:nvGrpSpPr>
              <p:cNvPr id="54323" name="Group 104"/>
              <p:cNvGrpSpPr>
                <a:grpSpLocks noChangeAspect="1"/>
              </p:cNvGrpSpPr>
              <p:nvPr/>
            </p:nvGrpSpPr>
            <p:grpSpPr bwMode="auto">
              <a:xfrm>
                <a:off x="2787" y="3221"/>
                <a:ext cx="437" cy="369"/>
                <a:chOff x="1355" y="1609"/>
                <a:chExt cx="437" cy="369"/>
              </a:xfrm>
            </p:grpSpPr>
            <p:sp>
              <p:nvSpPr>
                <p:cNvPr id="54388" name="Rectangle 105"/>
                <p:cNvSpPr>
                  <a:spLocks noChangeAspect="1" noChangeArrowheads="1"/>
                </p:cNvSpPr>
                <p:nvPr/>
              </p:nvSpPr>
              <p:spPr bwMode="auto">
                <a:xfrm>
                  <a:off x="1434" y="1676"/>
                  <a:ext cx="289" cy="241"/>
                </a:xfrm>
                <a:prstGeom prst="rect">
                  <a:avLst/>
                </a:prstGeom>
                <a:solidFill>
                  <a:srgbClr val="000099"/>
                </a:solidFill>
                <a:ln w="9525">
                  <a:solidFill>
                    <a:srgbClr val="000099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389" name="Rectangle 106"/>
                <p:cNvSpPr>
                  <a:spLocks noChangeAspect="1" noChangeArrowheads="1"/>
                </p:cNvSpPr>
                <p:nvPr/>
              </p:nvSpPr>
              <p:spPr bwMode="auto">
                <a:xfrm>
                  <a:off x="1722" y="1699"/>
                  <a:ext cx="70" cy="54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390" name="Rectangle 107"/>
                <p:cNvSpPr>
                  <a:spLocks noChangeAspect="1" noChangeArrowheads="1"/>
                </p:cNvSpPr>
                <p:nvPr/>
              </p:nvSpPr>
              <p:spPr bwMode="auto">
                <a:xfrm>
                  <a:off x="1476" y="1609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391" name="Rectangle 108"/>
                <p:cNvSpPr>
                  <a:spLocks noChangeAspect="1" noChangeArrowheads="1"/>
                </p:cNvSpPr>
                <p:nvPr/>
              </p:nvSpPr>
              <p:spPr bwMode="auto">
                <a:xfrm>
                  <a:off x="1355" y="1814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392" name="Rectangle 109"/>
                <p:cNvSpPr>
                  <a:spLocks noChangeAspect="1" noChangeArrowheads="1"/>
                </p:cNvSpPr>
                <p:nvPr/>
              </p:nvSpPr>
              <p:spPr bwMode="auto">
                <a:xfrm>
                  <a:off x="1619" y="1923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393" name="Rectangle 110"/>
                <p:cNvSpPr>
                  <a:spLocks noChangeAspect="1" noChangeArrowheads="1"/>
                </p:cNvSpPr>
                <p:nvPr/>
              </p:nvSpPr>
              <p:spPr bwMode="auto">
                <a:xfrm>
                  <a:off x="1720" y="1830"/>
                  <a:ext cx="70" cy="55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</p:grpSp>
          <p:grpSp>
            <p:nvGrpSpPr>
              <p:cNvPr id="54324" name="Group 111"/>
              <p:cNvGrpSpPr>
                <a:grpSpLocks noChangeAspect="1"/>
              </p:cNvGrpSpPr>
              <p:nvPr/>
            </p:nvGrpSpPr>
            <p:grpSpPr bwMode="auto">
              <a:xfrm>
                <a:off x="3394" y="3222"/>
                <a:ext cx="437" cy="369"/>
                <a:chOff x="1355" y="1609"/>
                <a:chExt cx="437" cy="369"/>
              </a:xfrm>
            </p:grpSpPr>
            <p:sp>
              <p:nvSpPr>
                <p:cNvPr id="54382" name="Rectangle 112"/>
                <p:cNvSpPr>
                  <a:spLocks noChangeAspect="1" noChangeArrowheads="1"/>
                </p:cNvSpPr>
                <p:nvPr/>
              </p:nvSpPr>
              <p:spPr bwMode="auto">
                <a:xfrm>
                  <a:off x="1434" y="1676"/>
                  <a:ext cx="289" cy="241"/>
                </a:xfrm>
                <a:prstGeom prst="rect">
                  <a:avLst/>
                </a:prstGeom>
                <a:solidFill>
                  <a:srgbClr val="000099"/>
                </a:solidFill>
                <a:ln w="9525">
                  <a:solidFill>
                    <a:srgbClr val="000099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383" name="Rectangle 113"/>
                <p:cNvSpPr>
                  <a:spLocks noChangeAspect="1" noChangeArrowheads="1"/>
                </p:cNvSpPr>
                <p:nvPr/>
              </p:nvSpPr>
              <p:spPr bwMode="auto">
                <a:xfrm>
                  <a:off x="1722" y="1699"/>
                  <a:ext cx="70" cy="54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384" name="Rectangle 114"/>
                <p:cNvSpPr>
                  <a:spLocks noChangeAspect="1" noChangeArrowheads="1"/>
                </p:cNvSpPr>
                <p:nvPr/>
              </p:nvSpPr>
              <p:spPr bwMode="auto">
                <a:xfrm>
                  <a:off x="1476" y="1609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385" name="Rectangle 115"/>
                <p:cNvSpPr>
                  <a:spLocks noChangeAspect="1" noChangeArrowheads="1"/>
                </p:cNvSpPr>
                <p:nvPr/>
              </p:nvSpPr>
              <p:spPr bwMode="auto">
                <a:xfrm>
                  <a:off x="1355" y="1814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386" name="Rectangle 116"/>
                <p:cNvSpPr>
                  <a:spLocks noChangeAspect="1" noChangeArrowheads="1"/>
                </p:cNvSpPr>
                <p:nvPr/>
              </p:nvSpPr>
              <p:spPr bwMode="auto">
                <a:xfrm>
                  <a:off x="1619" y="1923"/>
                  <a:ext cx="70" cy="55"/>
                </a:xfrm>
                <a:prstGeom prst="rect">
                  <a:avLst/>
                </a:prstGeom>
                <a:solidFill>
                  <a:srgbClr val="66FF33"/>
                </a:solidFill>
                <a:ln w="9525">
                  <a:solidFill>
                    <a:srgbClr val="66FF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387" name="Rectangle 117"/>
                <p:cNvSpPr>
                  <a:spLocks noChangeAspect="1" noChangeArrowheads="1"/>
                </p:cNvSpPr>
                <p:nvPr/>
              </p:nvSpPr>
              <p:spPr bwMode="auto">
                <a:xfrm>
                  <a:off x="1720" y="1830"/>
                  <a:ext cx="70" cy="55"/>
                </a:xfrm>
                <a:prstGeom prst="rect">
                  <a:avLst/>
                </a:prstGeom>
                <a:solidFill>
                  <a:srgbClr val="FF0000"/>
                </a:solidFill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</p:grpSp>
          <p:grpSp>
            <p:nvGrpSpPr>
              <p:cNvPr id="54325" name="Group 118"/>
              <p:cNvGrpSpPr>
                <a:grpSpLocks noChangeAspect="1"/>
              </p:cNvGrpSpPr>
              <p:nvPr/>
            </p:nvGrpSpPr>
            <p:grpSpPr bwMode="auto">
              <a:xfrm>
                <a:off x="1422" y="1443"/>
                <a:ext cx="2538" cy="2256"/>
                <a:chOff x="1422" y="1443"/>
                <a:chExt cx="2538" cy="2256"/>
              </a:xfrm>
            </p:grpSpPr>
            <p:sp>
              <p:nvSpPr>
                <p:cNvPr id="54342" name="Rectangle 119"/>
                <p:cNvSpPr>
                  <a:spLocks noChangeAspect="1" noChangeArrowheads="1"/>
                </p:cNvSpPr>
                <p:nvPr/>
              </p:nvSpPr>
              <p:spPr bwMode="auto">
                <a:xfrm>
                  <a:off x="2056" y="1597"/>
                  <a:ext cx="70" cy="312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343" name="Rectangle 120"/>
                <p:cNvSpPr>
                  <a:spLocks noChangeAspect="1" noChangeArrowheads="1"/>
                </p:cNvSpPr>
                <p:nvPr/>
              </p:nvSpPr>
              <p:spPr bwMode="auto">
                <a:xfrm>
                  <a:off x="1435" y="1592"/>
                  <a:ext cx="70" cy="312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344" name="Rectangle 121"/>
                <p:cNvSpPr>
                  <a:spLocks noChangeAspect="1" noChangeArrowheads="1"/>
                </p:cNvSpPr>
                <p:nvPr/>
              </p:nvSpPr>
              <p:spPr bwMode="auto">
                <a:xfrm>
                  <a:off x="2676" y="1595"/>
                  <a:ext cx="70" cy="312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345" name="Rectangle 122"/>
                <p:cNvSpPr>
                  <a:spLocks noChangeAspect="1" noChangeArrowheads="1"/>
                </p:cNvSpPr>
                <p:nvPr/>
              </p:nvSpPr>
              <p:spPr bwMode="auto">
                <a:xfrm>
                  <a:off x="3278" y="1597"/>
                  <a:ext cx="70" cy="312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346" name="Rectangle 123"/>
                <p:cNvSpPr>
                  <a:spLocks noChangeAspect="1" noChangeArrowheads="1"/>
                </p:cNvSpPr>
                <p:nvPr/>
              </p:nvSpPr>
              <p:spPr bwMode="auto">
                <a:xfrm>
                  <a:off x="3890" y="1592"/>
                  <a:ext cx="70" cy="312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347" name="Rectangle 124"/>
                <p:cNvSpPr>
                  <a:spLocks noChangeAspect="1" noChangeArrowheads="1"/>
                </p:cNvSpPr>
                <p:nvPr/>
              </p:nvSpPr>
              <p:spPr bwMode="auto">
                <a:xfrm>
                  <a:off x="1550" y="1979"/>
                  <a:ext cx="436" cy="70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348" name="Rectangle 125"/>
                <p:cNvSpPr>
                  <a:spLocks noChangeAspect="1" noChangeArrowheads="1"/>
                </p:cNvSpPr>
                <p:nvPr/>
              </p:nvSpPr>
              <p:spPr bwMode="auto">
                <a:xfrm>
                  <a:off x="2191" y="1982"/>
                  <a:ext cx="436" cy="70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349" name="Rectangle 126"/>
                <p:cNvSpPr>
                  <a:spLocks noChangeAspect="1" noChangeArrowheads="1"/>
                </p:cNvSpPr>
                <p:nvPr/>
              </p:nvSpPr>
              <p:spPr bwMode="auto">
                <a:xfrm>
                  <a:off x="2786" y="1976"/>
                  <a:ext cx="436" cy="70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350" name="Rectangle 127"/>
                <p:cNvSpPr>
                  <a:spLocks noChangeAspect="1" noChangeArrowheads="1"/>
                </p:cNvSpPr>
                <p:nvPr/>
              </p:nvSpPr>
              <p:spPr bwMode="auto">
                <a:xfrm>
                  <a:off x="3396" y="1979"/>
                  <a:ext cx="436" cy="70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351" name="Rectangle 128"/>
                <p:cNvSpPr>
                  <a:spLocks noChangeAspect="1" noChangeArrowheads="1"/>
                </p:cNvSpPr>
                <p:nvPr/>
              </p:nvSpPr>
              <p:spPr bwMode="auto">
                <a:xfrm>
                  <a:off x="2051" y="2137"/>
                  <a:ext cx="70" cy="312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352" name="Rectangle 129"/>
                <p:cNvSpPr>
                  <a:spLocks noChangeAspect="1" noChangeArrowheads="1"/>
                </p:cNvSpPr>
                <p:nvPr/>
              </p:nvSpPr>
              <p:spPr bwMode="auto">
                <a:xfrm>
                  <a:off x="1430" y="2132"/>
                  <a:ext cx="70" cy="312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353" name="Rectangle 130"/>
                <p:cNvSpPr>
                  <a:spLocks noChangeAspect="1" noChangeArrowheads="1"/>
                </p:cNvSpPr>
                <p:nvPr/>
              </p:nvSpPr>
              <p:spPr bwMode="auto">
                <a:xfrm>
                  <a:off x="2671" y="2135"/>
                  <a:ext cx="70" cy="312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354" name="Rectangle 131"/>
                <p:cNvSpPr>
                  <a:spLocks noChangeAspect="1" noChangeArrowheads="1"/>
                </p:cNvSpPr>
                <p:nvPr/>
              </p:nvSpPr>
              <p:spPr bwMode="auto">
                <a:xfrm>
                  <a:off x="3273" y="2137"/>
                  <a:ext cx="70" cy="312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355" name="Rectangle 132"/>
                <p:cNvSpPr>
                  <a:spLocks noChangeAspect="1" noChangeArrowheads="1"/>
                </p:cNvSpPr>
                <p:nvPr/>
              </p:nvSpPr>
              <p:spPr bwMode="auto">
                <a:xfrm>
                  <a:off x="3885" y="2132"/>
                  <a:ext cx="70" cy="312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356" name="Rectangle 133"/>
                <p:cNvSpPr>
                  <a:spLocks noChangeAspect="1" noChangeArrowheads="1"/>
                </p:cNvSpPr>
                <p:nvPr/>
              </p:nvSpPr>
              <p:spPr bwMode="auto">
                <a:xfrm>
                  <a:off x="1545" y="2519"/>
                  <a:ext cx="436" cy="70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357" name="Rectangle 134"/>
                <p:cNvSpPr>
                  <a:spLocks noChangeAspect="1" noChangeArrowheads="1"/>
                </p:cNvSpPr>
                <p:nvPr/>
              </p:nvSpPr>
              <p:spPr bwMode="auto">
                <a:xfrm>
                  <a:off x="2186" y="2522"/>
                  <a:ext cx="436" cy="70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358" name="Rectangle 135"/>
                <p:cNvSpPr>
                  <a:spLocks noChangeAspect="1" noChangeArrowheads="1"/>
                </p:cNvSpPr>
                <p:nvPr/>
              </p:nvSpPr>
              <p:spPr bwMode="auto">
                <a:xfrm>
                  <a:off x="2781" y="2516"/>
                  <a:ext cx="436" cy="70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359" name="Rectangle 136"/>
                <p:cNvSpPr>
                  <a:spLocks noChangeAspect="1" noChangeArrowheads="1"/>
                </p:cNvSpPr>
                <p:nvPr/>
              </p:nvSpPr>
              <p:spPr bwMode="auto">
                <a:xfrm>
                  <a:off x="3391" y="2519"/>
                  <a:ext cx="436" cy="70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360" name="Rectangle 137"/>
                <p:cNvSpPr>
                  <a:spLocks noChangeAspect="1" noChangeArrowheads="1"/>
                </p:cNvSpPr>
                <p:nvPr/>
              </p:nvSpPr>
              <p:spPr bwMode="auto">
                <a:xfrm>
                  <a:off x="2043" y="2691"/>
                  <a:ext cx="70" cy="312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361" name="Rectangle 138"/>
                <p:cNvSpPr>
                  <a:spLocks noChangeAspect="1" noChangeArrowheads="1"/>
                </p:cNvSpPr>
                <p:nvPr/>
              </p:nvSpPr>
              <p:spPr bwMode="auto">
                <a:xfrm>
                  <a:off x="1422" y="2686"/>
                  <a:ext cx="70" cy="312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362" name="Rectangle 139"/>
                <p:cNvSpPr>
                  <a:spLocks noChangeAspect="1" noChangeArrowheads="1"/>
                </p:cNvSpPr>
                <p:nvPr/>
              </p:nvSpPr>
              <p:spPr bwMode="auto">
                <a:xfrm>
                  <a:off x="2663" y="2689"/>
                  <a:ext cx="70" cy="312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363" name="Rectangle 140"/>
                <p:cNvSpPr>
                  <a:spLocks noChangeAspect="1" noChangeArrowheads="1"/>
                </p:cNvSpPr>
                <p:nvPr/>
              </p:nvSpPr>
              <p:spPr bwMode="auto">
                <a:xfrm>
                  <a:off x="3265" y="2691"/>
                  <a:ext cx="70" cy="312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364" name="Rectangle 141"/>
                <p:cNvSpPr>
                  <a:spLocks noChangeAspect="1" noChangeArrowheads="1"/>
                </p:cNvSpPr>
                <p:nvPr/>
              </p:nvSpPr>
              <p:spPr bwMode="auto">
                <a:xfrm>
                  <a:off x="3877" y="2686"/>
                  <a:ext cx="70" cy="312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365" name="Rectangle 142"/>
                <p:cNvSpPr>
                  <a:spLocks noChangeAspect="1" noChangeArrowheads="1"/>
                </p:cNvSpPr>
                <p:nvPr/>
              </p:nvSpPr>
              <p:spPr bwMode="auto">
                <a:xfrm>
                  <a:off x="1537" y="3073"/>
                  <a:ext cx="436" cy="70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366" name="Rectangle 143"/>
                <p:cNvSpPr>
                  <a:spLocks noChangeAspect="1" noChangeArrowheads="1"/>
                </p:cNvSpPr>
                <p:nvPr/>
              </p:nvSpPr>
              <p:spPr bwMode="auto">
                <a:xfrm>
                  <a:off x="2178" y="3076"/>
                  <a:ext cx="436" cy="70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367" name="Rectangle 144"/>
                <p:cNvSpPr>
                  <a:spLocks noChangeAspect="1" noChangeArrowheads="1"/>
                </p:cNvSpPr>
                <p:nvPr/>
              </p:nvSpPr>
              <p:spPr bwMode="auto">
                <a:xfrm>
                  <a:off x="2773" y="3070"/>
                  <a:ext cx="436" cy="70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368" name="Rectangle 145"/>
                <p:cNvSpPr>
                  <a:spLocks noChangeAspect="1" noChangeArrowheads="1"/>
                </p:cNvSpPr>
                <p:nvPr/>
              </p:nvSpPr>
              <p:spPr bwMode="auto">
                <a:xfrm>
                  <a:off x="3383" y="3073"/>
                  <a:ext cx="436" cy="70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369" name="Rectangle 146"/>
                <p:cNvSpPr>
                  <a:spLocks noChangeAspect="1" noChangeArrowheads="1"/>
                </p:cNvSpPr>
                <p:nvPr/>
              </p:nvSpPr>
              <p:spPr bwMode="auto">
                <a:xfrm>
                  <a:off x="2050" y="3244"/>
                  <a:ext cx="70" cy="312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370" name="Rectangle 147"/>
                <p:cNvSpPr>
                  <a:spLocks noChangeAspect="1" noChangeArrowheads="1"/>
                </p:cNvSpPr>
                <p:nvPr/>
              </p:nvSpPr>
              <p:spPr bwMode="auto">
                <a:xfrm>
                  <a:off x="1429" y="3239"/>
                  <a:ext cx="70" cy="312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371" name="Rectangle 148"/>
                <p:cNvSpPr>
                  <a:spLocks noChangeAspect="1" noChangeArrowheads="1"/>
                </p:cNvSpPr>
                <p:nvPr/>
              </p:nvSpPr>
              <p:spPr bwMode="auto">
                <a:xfrm>
                  <a:off x="2670" y="3242"/>
                  <a:ext cx="70" cy="312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372" name="Rectangle 149"/>
                <p:cNvSpPr>
                  <a:spLocks noChangeAspect="1" noChangeArrowheads="1"/>
                </p:cNvSpPr>
                <p:nvPr/>
              </p:nvSpPr>
              <p:spPr bwMode="auto">
                <a:xfrm>
                  <a:off x="3272" y="3244"/>
                  <a:ext cx="70" cy="312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373" name="Rectangle 150"/>
                <p:cNvSpPr>
                  <a:spLocks noChangeAspect="1" noChangeArrowheads="1"/>
                </p:cNvSpPr>
                <p:nvPr/>
              </p:nvSpPr>
              <p:spPr bwMode="auto">
                <a:xfrm>
                  <a:off x="3884" y="3239"/>
                  <a:ext cx="70" cy="312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374" name="Rectangle 151"/>
                <p:cNvSpPr>
                  <a:spLocks noChangeAspect="1" noChangeArrowheads="1"/>
                </p:cNvSpPr>
                <p:nvPr/>
              </p:nvSpPr>
              <p:spPr bwMode="auto">
                <a:xfrm>
                  <a:off x="1544" y="3626"/>
                  <a:ext cx="436" cy="70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375" name="Rectangle 152"/>
                <p:cNvSpPr>
                  <a:spLocks noChangeAspect="1" noChangeArrowheads="1"/>
                </p:cNvSpPr>
                <p:nvPr/>
              </p:nvSpPr>
              <p:spPr bwMode="auto">
                <a:xfrm>
                  <a:off x="2185" y="3629"/>
                  <a:ext cx="436" cy="70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376" name="Rectangle 153"/>
                <p:cNvSpPr>
                  <a:spLocks noChangeAspect="1" noChangeArrowheads="1"/>
                </p:cNvSpPr>
                <p:nvPr/>
              </p:nvSpPr>
              <p:spPr bwMode="auto">
                <a:xfrm>
                  <a:off x="2780" y="3623"/>
                  <a:ext cx="436" cy="70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377" name="Rectangle 154"/>
                <p:cNvSpPr>
                  <a:spLocks noChangeAspect="1" noChangeArrowheads="1"/>
                </p:cNvSpPr>
                <p:nvPr/>
              </p:nvSpPr>
              <p:spPr bwMode="auto">
                <a:xfrm>
                  <a:off x="3390" y="3626"/>
                  <a:ext cx="436" cy="70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378" name="Rectangle 155"/>
                <p:cNvSpPr>
                  <a:spLocks noChangeAspect="1" noChangeArrowheads="1"/>
                </p:cNvSpPr>
                <p:nvPr/>
              </p:nvSpPr>
              <p:spPr bwMode="auto">
                <a:xfrm>
                  <a:off x="1562" y="1446"/>
                  <a:ext cx="436" cy="70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379" name="Rectangle 156"/>
                <p:cNvSpPr>
                  <a:spLocks noChangeAspect="1" noChangeArrowheads="1"/>
                </p:cNvSpPr>
                <p:nvPr/>
              </p:nvSpPr>
              <p:spPr bwMode="auto">
                <a:xfrm>
                  <a:off x="2203" y="1449"/>
                  <a:ext cx="436" cy="70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380" name="Rectangle 157"/>
                <p:cNvSpPr>
                  <a:spLocks noChangeAspect="1" noChangeArrowheads="1"/>
                </p:cNvSpPr>
                <p:nvPr/>
              </p:nvSpPr>
              <p:spPr bwMode="auto">
                <a:xfrm>
                  <a:off x="2798" y="1443"/>
                  <a:ext cx="436" cy="70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  <p:sp>
              <p:nvSpPr>
                <p:cNvPr id="54381" name="Rectangle 158"/>
                <p:cNvSpPr>
                  <a:spLocks noChangeAspect="1" noChangeArrowheads="1"/>
                </p:cNvSpPr>
                <p:nvPr/>
              </p:nvSpPr>
              <p:spPr bwMode="auto">
                <a:xfrm>
                  <a:off x="3408" y="1446"/>
                  <a:ext cx="436" cy="70"/>
                </a:xfrm>
                <a:prstGeom prst="rect">
                  <a:avLst/>
                </a:prstGeom>
                <a:solidFill>
                  <a:srgbClr val="99CC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8000"/>
                    </a:lnSpc>
                    <a:spcBef>
                      <a:spcPct val="30000"/>
                    </a:spcBef>
                    <a:buClr>
                      <a:srgbClr val="000066"/>
                    </a:buClr>
                    <a:buSzPct val="75000"/>
                    <a:buFont typeface="Wingdings" panose="05000000000000000000" pitchFamily="2" charset="2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lnSpc>
                      <a:spcPct val="88000"/>
                    </a:lnSpc>
                    <a:spcBef>
                      <a:spcPct val="30000"/>
                    </a:spcBef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lnSpc>
                      <a:spcPct val="88000"/>
                    </a:lnSpc>
                    <a:spcBef>
                      <a:spcPct val="3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lnSpc>
                      <a:spcPct val="88000"/>
                    </a:lnSpc>
                    <a:spcBef>
                      <a:spcPct val="30000"/>
                    </a:spcBef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lnSpc>
                      <a:spcPct val="88000"/>
                    </a:lnSpc>
                    <a:spcBef>
                      <a:spcPct val="30000"/>
                    </a:spcBef>
                    <a:spcAft>
                      <a:spcPct val="0"/>
                    </a:spcAft>
                    <a:buSzPct val="100000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buClrTx/>
                    <a:buSzTx/>
                    <a:buFontTx/>
                    <a:buNone/>
                  </a:pPr>
                  <a:endParaRPr lang="en-SG" altLang="en-US"/>
                </a:p>
              </p:txBody>
            </p:sp>
          </p:grpSp>
          <p:sp>
            <p:nvSpPr>
              <p:cNvPr id="54326" name="Rectangle 159"/>
              <p:cNvSpPr>
                <a:spLocks noChangeAspect="1" noChangeArrowheads="1"/>
              </p:cNvSpPr>
              <p:nvPr/>
            </p:nvSpPr>
            <p:spPr bwMode="auto">
              <a:xfrm>
                <a:off x="1573" y="1161"/>
                <a:ext cx="429" cy="202"/>
              </a:xfrm>
              <a:prstGeom prst="rect">
                <a:avLst/>
              </a:prstGeom>
              <a:solidFill>
                <a:srgbClr val="993300"/>
              </a:solidFill>
              <a:ln w="25400">
                <a:solidFill>
                  <a:srgbClr val="9933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88000"/>
                  </a:lnSpc>
                  <a:spcBef>
                    <a:spcPct val="30000"/>
                  </a:spcBef>
                  <a:buClr>
                    <a:srgbClr val="000066"/>
                  </a:buClr>
                  <a:buSzPct val="75000"/>
                  <a:buFont typeface="Wingdings" panose="05000000000000000000" pitchFamily="2" charset="2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88000"/>
                  </a:lnSpc>
                  <a:spcBef>
                    <a:spcPct val="3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88000"/>
                  </a:lnSpc>
                  <a:spcBef>
                    <a:spcPct val="30000"/>
                  </a:spcBef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88000"/>
                  </a:lnSpc>
                  <a:spcBef>
                    <a:spcPct val="3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88000"/>
                  </a:lnSpc>
                  <a:spcBef>
                    <a:spcPct val="30000"/>
                  </a:spcBef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buClrTx/>
                  <a:buSzTx/>
                  <a:buFontTx/>
                  <a:buNone/>
                </a:pPr>
                <a:endParaRPr lang="en-SG" altLang="en-US"/>
              </a:p>
            </p:txBody>
          </p:sp>
          <p:sp>
            <p:nvSpPr>
              <p:cNvPr id="54327" name="Rectangle 160"/>
              <p:cNvSpPr>
                <a:spLocks noChangeAspect="1" noChangeArrowheads="1"/>
              </p:cNvSpPr>
              <p:nvPr/>
            </p:nvSpPr>
            <p:spPr bwMode="auto">
              <a:xfrm>
                <a:off x="2216" y="1163"/>
                <a:ext cx="429" cy="202"/>
              </a:xfrm>
              <a:prstGeom prst="rect">
                <a:avLst/>
              </a:prstGeom>
              <a:solidFill>
                <a:srgbClr val="993300"/>
              </a:solidFill>
              <a:ln w="25400">
                <a:solidFill>
                  <a:srgbClr val="9933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88000"/>
                  </a:lnSpc>
                  <a:spcBef>
                    <a:spcPct val="30000"/>
                  </a:spcBef>
                  <a:buClr>
                    <a:srgbClr val="000066"/>
                  </a:buClr>
                  <a:buSzPct val="75000"/>
                  <a:buFont typeface="Wingdings" panose="05000000000000000000" pitchFamily="2" charset="2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88000"/>
                  </a:lnSpc>
                  <a:spcBef>
                    <a:spcPct val="3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88000"/>
                  </a:lnSpc>
                  <a:spcBef>
                    <a:spcPct val="30000"/>
                  </a:spcBef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88000"/>
                  </a:lnSpc>
                  <a:spcBef>
                    <a:spcPct val="3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88000"/>
                  </a:lnSpc>
                  <a:spcBef>
                    <a:spcPct val="30000"/>
                  </a:spcBef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buClrTx/>
                  <a:buSzTx/>
                  <a:buFontTx/>
                  <a:buNone/>
                </a:pPr>
                <a:endParaRPr lang="en-SG" altLang="en-US"/>
              </a:p>
            </p:txBody>
          </p:sp>
          <p:sp>
            <p:nvSpPr>
              <p:cNvPr id="54328" name="Rectangle 161"/>
              <p:cNvSpPr>
                <a:spLocks noChangeAspect="1" noChangeArrowheads="1"/>
              </p:cNvSpPr>
              <p:nvPr/>
            </p:nvSpPr>
            <p:spPr bwMode="auto">
              <a:xfrm>
                <a:off x="2802" y="1158"/>
                <a:ext cx="429" cy="202"/>
              </a:xfrm>
              <a:prstGeom prst="rect">
                <a:avLst/>
              </a:prstGeom>
              <a:solidFill>
                <a:srgbClr val="993300"/>
              </a:solidFill>
              <a:ln w="25400">
                <a:solidFill>
                  <a:srgbClr val="9933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88000"/>
                  </a:lnSpc>
                  <a:spcBef>
                    <a:spcPct val="30000"/>
                  </a:spcBef>
                  <a:buClr>
                    <a:srgbClr val="000066"/>
                  </a:buClr>
                  <a:buSzPct val="75000"/>
                  <a:buFont typeface="Wingdings" panose="05000000000000000000" pitchFamily="2" charset="2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88000"/>
                  </a:lnSpc>
                  <a:spcBef>
                    <a:spcPct val="3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88000"/>
                  </a:lnSpc>
                  <a:spcBef>
                    <a:spcPct val="30000"/>
                  </a:spcBef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88000"/>
                  </a:lnSpc>
                  <a:spcBef>
                    <a:spcPct val="3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88000"/>
                  </a:lnSpc>
                  <a:spcBef>
                    <a:spcPct val="30000"/>
                  </a:spcBef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buClrTx/>
                  <a:buSzTx/>
                  <a:buFontTx/>
                  <a:buNone/>
                </a:pPr>
                <a:endParaRPr lang="en-SG" altLang="en-US"/>
              </a:p>
            </p:txBody>
          </p:sp>
          <p:sp>
            <p:nvSpPr>
              <p:cNvPr id="54329" name="Rectangle 162"/>
              <p:cNvSpPr>
                <a:spLocks noChangeAspect="1" noChangeArrowheads="1"/>
              </p:cNvSpPr>
              <p:nvPr/>
            </p:nvSpPr>
            <p:spPr bwMode="auto">
              <a:xfrm>
                <a:off x="3404" y="1169"/>
                <a:ext cx="429" cy="202"/>
              </a:xfrm>
              <a:prstGeom prst="rect">
                <a:avLst/>
              </a:prstGeom>
              <a:solidFill>
                <a:srgbClr val="993300"/>
              </a:solidFill>
              <a:ln w="25400">
                <a:solidFill>
                  <a:srgbClr val="9933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88000"/>
                  </a:lnSpc>
                  <a:spcBef>
                    <a:spcPct val="30000"/>
                  </a:spcBef>
                  <a:buClr>
                    <a:srgbClr val="000066"/>
                  </a:buClr>
                  <a:buSzPct val="75000"/>
                  <a:buFont typeface="Wingdings" panose="05000000000000000000" pitchFamily="2" charset="2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88000"/>
                  </a:lnSpc>
                  <a:spcBef>
                    <a:spcPct val="3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88000"/>
                  </a:lnSpc>
                  <a:spcBef>
                    <a:spcPct val="30000"/>
                  </a:spcBef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88000"/>
                  </a:lnSpc>
                  <a:spcBef>
                    <a:spcPct val="3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88000"/>
                  </a:lnSpc>
                  <a:spcBef>
                    <a:spcPct val="30000"/>
                  </a:spcBef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buClrTx/>
                  <a:buSzTx/>
                  <a:buFontTx/>
                  <a:buNone/>
                </a:pPr>
                <a:endParaRPr lang="en-SG" altLang="en-US"/>
              </a:p>
            </p:txBody>
          </p:sp>
          <p:sp>
            <p:nvSpPr>
              <p:cNvPr id="54330" name="Rectangle 163"/>
              <p:cNvSpPr>
                <a:spLocks noChangeAspect="1" noChangeArrowheads="1"/>
              </p:cNvSpPr>
              <p:nvPr/>
            </p:nvSpPr>
            <p:spPr bwMode="auto">
              <a:xfrm>
                <a:off x="1552" y="3798"/>
                <a:ext cx="429" cy="202"/>
              </a:xfrm>
              <a:prstGeom prst="rect">
                <a:avLst/>
              </a:prstGeom>
              <a:solidFill>
                <a:srgbClr val="993300"/>
              </a:solidFill>
              <a:ln w="25400">
                <a:solidFill>
                  <a:srgbClr val="9933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88000"/>
                  </a:lnSpc>
                  <a:spcBef>
                    <a:spcPct val="30000"/>
                  </a:spcBef>
                  <a:buClr>
                    <a:srgbClr val="000066"/>
                  </a:buClr>
                  <a:buSzPct val="75000"/>
                  <a:buFont typeface="Wingdings" panose="05000000000000000000" pitchFamily="2" charset="2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88000"/>
                  </a:lnSpc>
                  <a:spcBef>
                    <a:spcPct val="3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88000"/>
                  </a:lnSpc>
                  <a:spcBef>
                    <a:spcPct val="30000"/>
                  </a:spcBef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88000"/>
                  </a:lnSpc>
                  <a:spcBef>
                    <a:spcPct val="3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88000"/>
                  </a:lnSpc>
                  <a:spcBef>
                    <a:spcPct val="30000"/>
                  </a:spcBef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buClrTx/>
                  <a:buSzTx/>
                  <a:buFontTx/>
                  <a:buNone/>
                </a:pPr>
                <a:endParaRPr lang="en-SG" altLang="en-US"/>
              </a:p>
            </p:txBody>
          </p:sp>
          <p:sp>
            <p:nvSpPr>
              <p:cNvPr id="54331" name="Rectangle 164"/>
              <p:cNvSpPr>
                <a:spLocks noChangeAspect="1" noChangeArrowheads="1"/>
              </p:cNvSpPr>
              <p:nvPr/>
            </p:nvSpPr>
            <p:spPr bwMode="auto">
              <a:xfrm>
                <a:off x="2179" y="3800"/>
                <a:ext cx="429" cy="202"/>
              </a:xfrm>
              <a:prstGeom prst="rect">
                <a:avLst/>
              </a:prstGeom>
              <a:solidFill>
                <a:srgbClr val="993300"/>
              </a:solidFill>
              <a:ln w="25400">
                <a:solidFill>
                  <a:srgbClr val="9933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88000"/>
                  </a:lnSpc>
                  <a:spcBef>
                    <a:spcPct val="30000"/>
                  </a:spcBef>
                  <a:buClr>
                    <a:srgbClr val="000066"/>
                  </a:buClr>
                  <a:buSzPct val="75000"/>
                  <a:buFont typeface="Wingdings" panose="05000000000000000000" pitchFamily="2" charset="2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88000"/>
                  </a:lnSpc>
                  <a:spcBef>
                    <a:spcPct val="3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88000"/>
                  </a:lnSpc>
                  <a:spcBef>
                    <a:spcPct val="30000"/>
                  </a:spcBef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88000"/>
                  </a:lnSpc>
                  <a:spcBef>
                    <a:spcPct val="3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88000"/>
                  </a:lnSpc>
                  <a:spcBef>
                    <a:spcPct val="30000"/>
                  </a:spcBef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buClrTx/>
                  <a:buSzTx/>
                  <a:buFontTx/>
                  <a:buNone/>
                </a:pPr>
                <a:endParaRPr lang="en-SG" altLang="en-US"/>
              </a:p>
            </p:txBody>
          </p:sp>
          <p:sp>
            <p:nvSpPr>
              <p:cNvPr id="54332" name="Rectangle 165"/>
              <p:cNvSpPr>
                <a:spLocks noChangeAspect="1" noChangeArrowheads="1"/>
              </p:cNvSpPr>
              <p:nvPr/>
            </p:nvSpPr>
            <p:spPr bwMode="auto">
              <a:xfrm>
                <a:off x="2781" y="3795"/>
                <a:ext cx="429" cy="202"/>
              </a:xfrm>
              <a:prstGeom prst="rect">
                <a:avLst/>
              </a:prstGeom>
              <a:solidFill>
                <a:srgbClr val="993300"/>
              </a:solidFill>
              <a:ln w="25400">
                <a:solidFill>
                  <a:srgbClr val="9933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88000"/>
                  </a:lnSpc>
                  <a:spcBef>
                    <a:spcPct val="30000"/>
                  </a:spcBef>
                  <a:buClr>
                    <a:srgbClr val="000066"/>
                  </a:buClr>
                  <a:buSzPct val="75000"/>
                  <a:buFont typeface="Wingdings" panose="05000000000000000000" pitchFamily="2" charset="2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88000"/>
                  </a:lnSpc>
                  <a:spcBef>
                    <a:spcPct val="3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88000"/>
                  </a:lnSpc>
                  <a:spcBef>
                    <a:spcPct val="30000"/>
                  </a:spcBef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88000"/>
                  </a:lnSpc>
                  <a:spcBef>
                    <a:spcPct val="3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88000"/>
                  </a:lnSpc>
                  <a:spcBef>
                    <a:spcPct val="30000"/>
                  </a:spcBef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buClrTx/>
                  <a:buSzTx/>
                  <a:buFontTx/>
                  <a:buNone/>
                </a:pPr>
                <a:endParaRPr lang="en-SG" altLang="en-US"/>
              </a:p>
            </p:txBody>
          </p:sp>
          <p:sp>
            <p:nvSpPr>
              <p:cNvPr id="54333" name="Rectangle 166"/>
              <p:cNvSpPr>
                <a:spLocks noChangeAspect="1" noChangeArrowheads="1"/>
              </p:cNvSpPr>
              <p:nvPr/>
            </p:nvSpPr>
            <p:spPr bwMode="auto">
              <a:xfrm>
                <a:off x="3407" y="3791"/>
                <a:ext cx="429" cy="202"/>
              </a:xfrm>
              <a:prstGeom prst="rect">
                <a:avLst/>
              </a:prstGeom>
              <a:solidFill>
                <a:srgbClr val="993300"/>
              </a:solidFill>
              <a:ln w="25400">
                <a:solidFill>
                  <a:srgbClr val="9933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88000"/>
                  </a:lnSpc>
                  <a:spcBef>
                    <a:spcPct val="30000"/>
                  </a:spcBef>
                  <a:buClr>
                    <a:srgbClr val="000066"/>
                  </a:buClr>
                  <a:buSzPct val="75000"/>
                  <a:buFont typeface="Wingdings" panose="05000000000000000000" pitchFamily="2" charset="2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88000"/>
                  </a:lnSpc>
                  <a:spcBef>
                    <a:spcPct val="3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88000"/>
                  </a:lnSpc>
                  <a:spcBef>
                    <a:spcPct val="30000"/>
                  </a:spcBef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88000"/>
                  </a:lnSpc>
                  <a:spcBef>
                    <a:spcPct val="3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88000"/>
                  </a:lnSpc>
                  <a:spcBef>
                    <a:spcPct val="30000"/>
                  </a:spcBef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buClrTx/>
                  <a:buSzTx/>
                  <a:buFontTx/>
                  <a:buNone/>
                </a:pPr>
                <a:endParaRPr lang="en-SG" altLang="en-US"/>
              </a:p>
            </p:txBody>
          </p:sp>
          <p:sp>
            <p:nvSpPr>
              <p:cNvPr id="54334" name="Rectangle 167"/>
              <p:cNvSpPr>
                <a:spLocks noChangeAspect="1" noChangeArrowheads="1"/>
              </p:cNvSpPr>
              <p:nvPr/>
            </p:nvSpPr>
            <p:spPr bwMode="auto">
              <a:xfrm>
                <a:off x="1153" y="1581"/>
                <a:ext cx="203" cy="328"/>
              </a:xfrm>
              <a:prstGeom prst="rect">
                <a:avLst/>
              </a:prstGeom>
              <a:solidFill>
                <a:srgbClr val="9933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88000"/>
                  </a:lnSpc>
                  <a:spcBef>
                    <a:spcPct val="30000"/>
                  </a:spcBef>
                  <a:buClr>
                    <a:srgbClr val="000066"/>
                  </a:buClr>
                  <a:buSzPct val="75000"/>
                  <a:buFont typeface="Wingdings" panose="05000000000000000000" pitchFamily="2" charset="2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88000"/>
                  </a:lnSpc>
                  <a:spcBef>
                    <a:spcPct val="3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88000"/>
                  </a:lnSpc>
                  <a:spcBef>
                    <a:spcPct val="30000"/>
                  </a:spcBef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88000"/>
                  </a:lnSpc>
                  <a:spcBef>
                    <a:spcPct val="3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88000"/>
                  </a:lnSpc>
                  <a:spcBef>
                    <a:spcPct val="30000"/>
                  </a:spcBef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buClrTx/>
                  <a:buSzTx/>
                  <a:buFontTx/>
                  <a:buNone/>
                </a:pPr>
                <a:endParaRPr lang="en-SG" altLang="en-US"/>
              </a:p>
            </p:txBody>
          </p:sp>
          <p:sp>
            <p:nvSpPr>
              <p:cNvPr id="54335" name="Rectangle 168"/>
              <p:cNvSpPr>
                <a:spLocks noChangeAspect="1" noChangeArrowheads="1"/>
              </p:cNvSpPr>
              <p:nvPr/>
            </p:nvSpPr>
            <p:spPr bwMode="auto">
              <a:xfrm>
                <a:off x="1141" y="2129"/>
                <a:ext cx="203" cy="328"/>
              </a:xfrm>
              <a:prstGeom prst="rect">
                <a:avLst/>
              </a:prstGeom>
              <a:solidFill>
                <a:srgbClr val="9933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88000"/>
                  </a:lnSpc>
                  <a:spcBef>
                    <a:spcPct val="30000"/>
                  </a:spcBef>
                  <a:buClr>
                    <a:srgbClr val="000066"/>
                  </a:buClr>
                  <a:buSzPct val="75000"/>
                  <a:buFont typeface="Wingdings" panose="05000000000000000000" pitchFamily="2" charset="2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88000"/>
                  </a:lnSpc>
                  <a:spcBef>
                    <a:spcPct val="3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88000"/>
                  </a:lnSpc>
                  <a:spcBef>
                    <a:spcPct val="30000"/>
                  </a:spcBef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88000"/>
                  </a:lnSpc>
                  <a:spcBef>
                    <a:spcPct val="3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88000"/>
                  </a:lnSpc>
                  <a:spcBef>
                    <a:spcPct val="30000"/>
                  </a:spcBef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buClrTx/>
                  <a:buSzTx/>
                  <a:buFontTx/>
                  <a:buNone/>
                </a:pPr>
                <a:endParaRPr lang="en-SG" altLang="en-US"/>
              </a:p>
            </p:txBody>
          </p:sp>
          <p:sp>
            <p:nvSpPr>
              <p:cNvPr id="54336" name="Rectangle 169"/>
              <p:cNvSpPr>
                <a:spLocks noChangeAspect="1" noChangeArrowheads="1"/>
              </p:cNvSpPr>
              <p:nvPr/>
            </p:nvSpPr>
            <p:spPr bwMode="auto">
              <a:xfrm>
                <a:off x="1142" y="2670"/>
                <a:ext cx="203" cy="328"/>
              </a:xfrm>
              <a:prstGeom prst="rect">
                <a:avLst/>
              </a:prstGeom>
              <a:solidFill>
                <a:srgbClr val="9933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88000"/>
                  </a:lnSpc>
                  <a:spcBef>
                    <a:spcPct val="30000"/>
                  </a:spcBef>
                  <a:buClr>
                    <a:srgbClr val="000066"/>
                  </a:buClr>
                  <a:buSzPct val="75000"/>
                  <a:buFont typeface="Wingdings" panose="05000000000000000000" pitchFamily="2" charset="2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88000"/>
                  </a:lnSpc>
                  <a:spcBef>
                    <a:spcPct val="3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88000"/>
                  </a:lnSpc>
                  <a:spcBef>
                    <a:spcPct val="30000"/>
                  </a:spcBef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88000"/>
                  </a:lnSpc>
                  <a:spcBef>
                    <a:spcPct val="3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88000"/>
                  </a:lnSpc>
                  <a:spcBef>
                    <a:spcPct val="30000"/>
                  </a:spcBef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buClrTx/>
                  <a:buSzTx/>
                  <a:buFontTx/>
                  <a:buNone/>
                </a:pPr>
                <a:endParaRPr lang="en-SG" altLang="en-US"/>
              </a:p>
            </p:txBody>
          </p:sp>
          <p:sp>
            <p:nvSpPr>
              <p:cNvPr id="54337" name="Rectangle 170"/>
              <p:cNvSpPr>
                <a:spLocks noChangeAspect="1" noChangeArrowheads="1"/>
              </p:cNvSpPr>
              <p:nvPr/>
            </p:nvSpPr>
            <p:spPr bwMode="auto">
              <a:xfrm>
                <a:off x="1145" y="3233"/>
                <a:ext cx="203" cy="328"/>
              </a:xfrm>
              <a:prstGeom prst="rect">
                <a:avLst/>
              </a:prstGeom>
              <a:solidFill>
                <a:srgbClr val="9933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88000"/>
                  </a:lnSpc>
                  <a:spcBef>
                    <a:spcPct val="30000"/>
                  </a:spcBef>
                  <a:buClr>
                    <a:srgbClr val="000066"/>
                  </a:buClr>
                  <a:buSzPct val="75000"/>
                  <a:buFont typeface="Wingdings" panose="05000000000000000000" pitchFamily="2" charset="2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88000"/>
                  </a:lnSpc>
                  <a:spcBef>
                    <a:spcPct val="3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88000"/>
                  </a:lnSpc>
                  <a:spcBef>
                    <a:spcPct val="30000"/>
                  </a:spcBef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88000"/>
                  </a:lnSpc>
                  <a:spcBef>
                    <a:spcPct val="3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88000"/>
                  </a:lnSpc>
                  <a:spcBef>
                    <a:spcPct val="30000"/>
                  </a:spcBef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buClrTx/>
                  <a:buSzTx/>
                  <a:buFontTx/>
                  <a:buNone/>
                </a:pPr>
                <a:endParaRPr lang="en-SG" altLang="en-US"/>
              </a:p>
            </p:txBody>
          </p:sp>
          <p:sp>
            <p:nvSpPr>
              <p:cNvPr id="54338" name="Rectangle 171"/>
              <p:cNvSpPr>
                <a:spLocks noChangeAspect="1" noChangeArrowheads="1"/>
              </p:cNvSpPr>
              <p:nvPr/>
            </p:nvSpPr>
            <p:spPr bwMode="auto">
              <a:xfrm>
                <a:off x="4062" y="1583"/>
                <a:ext cx="203" cy="328"/>
              </a:xfrm>
              <a:prstGeom prst="rect">
                <a:avLst/>
              </a:prstGeom>
              <a:solidFill>
                <a:srgbClr val="9933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88000"/>
                  </a:lnSpc>
                  <a:spcBef>
                    <a:spcPct val="30000"/>
                  </a:spcBef>
                  <a:buClr>
                    <a:srgbClr val="000066"/>
                  </a:buClr>
                  <a:buSzPct val="75000"/>
                  <a:buFont typeface="Wingdings" panose="05000000000000000000" pitchFamily="2" charset="2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88000"/>
                  </a:lnSpc>
                  <a:spcBef>
                    <a:spcPct val="3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88000"/>
                  </a:lnSpc>
                  <a:spcBef>
                    <a:spcPct val="30000"/>
                  </a:spcBef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88000"/>
                  </a:lnSpc>
                  <a:spcBef>
                    <a:spcPct val="3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88000"/>
                  </a:lnSpc>
                  <a:spcBef>
                    <a:spcPct val="30000"/>
                  </a:spcBef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buClrTx/>
                  <a:buSzTx/>
                  <a:buFontTx/>
                  <a:buNone/>
                </a:pPr>
                <a:endParaRPr lang="en-SG" altLang="en-US"/>
              </a:p>
            </p:txBody>
          </p:sp>
          <p:sp>
            <p:nvSpPr>
              <p:cNvPr id="54339" name="Rectangle 172"/>
              <p:cNvSpPr>
                <a:spLocks noChangeAspect="1" noChangeArrowheads="1"/>
              </p:cNvSpPr>
              <p:nvPr/>
            </p:nvSpPr>
            <p:spPr bwMode="auto">
              <a:xfrm>
                <a:off x="4050" y="2131"/>
                <a:ext cx="203" cy="328"/>
              </a:xfrm>
              <a:prstGeom prst="rect">
                <a:avLst/>
              </a:prstGeom>
              <a:solidFill>
                <a:srgbClr val="9933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88000"/>
                  </a:lnSpc>
                  <a:spcBef>
                    <a:spcPct val="30000"/>
                  </a:spcBef>
                  <a:buClr>
                    <a:srgbClr val="000066"/>
                  </a:buClr>
                  <a:buSzPct val="75000"/>
                  <a:buFont typeface="Wingdings" panose="05000000000000000000" pitchFamily="2" charset="2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88000"/>
                  </a:lnSpc>
                  <a:spcBef>
                    <a:spcPct val="3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88000"/>
                  </a:lnSpc>
                  <a:spcBef>
                    <a:spcPct val="30000"/>
                  </a:spcBef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88000"/>
                  </a:lnSpc>
                  <a:spcBef>
                    <a:spcPct val="3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88000"/>
                  </a:lnSpc>
                  <a:spcBef>
                    <a:spcPct val="30000"/>
                  </a:spcBef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buClrTx/>
                  <a:buSzTx/>
                  <a:buFontTx/>
                  <a:buNone/>
                </a:pPr>
                <a:endParaRPr lang="en-SG" altLang="en-US"/>
              </a:p>
            </p:txBody>
          </p:sp>
          <p:sp>
            <p:nvSpPr>
              <p:cNvPr id="54340" name="Rectangle 173"/>
              <p:cNvSpPr>
                <a:spLocks noChangeAspect="1" noChangeArrowheads="1"/>
              </p:cNvSpPr>
              <p:nvPr/>
            </p:nvSpPr>
            <p:spPr bwMode="auto">
              <a:xfrm>
                <a:off x="4051" y="2672"/>
                <a:ext cx="203" cy="328"/>
              </a:xfrm>
              <a:prstGeom prst="rect">
                <a:avLst/>
              </a:prstGeom>
              <a:solidFill>
                <a:srgbClr val="9933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88000"/>
                  </a:lnSpc>
                  <a:spcBef>
                    <a:spcPct val="30000"/>
                  </a:spcBef>
                  <a:buClr>
                    <a:srgbClr val="000066"/>
                  </a:buClr>
                  <a:buSzPct val="75000"/>
                  <a:buFont typeface="Wingdings" panose="05000000000000000000" pitchFamily="2" charset="2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88000"/>
                  </a:lnSpc>
                  <a:spcBef>
                    <a:spcPct val="3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88000"/>
                  </a:lnSpc>
                  <a:spcBef>
                    <a:spcPct val="30000"/>
                  </a:spcBef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88000"/>
                  </a:lnSpc>
                  <a:spcBef>
                    <a:spcPct val="3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88000"/>
                  </a:lnSpc>
                  <a:spcBef>
                    <a:spcPct val="30000"/>
                  </a:spcBef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buClrTx/>
                  <a:buSzTx/>
                  <a:buFontTx/>
                  <a:buNone/>
                </a:pPr>
                <a:endParaRPr lang="en-SG" altLang="en-US"/>
              </a:p>
            </p:txBody>
          </p:sp>
          <p:sp>
            <p:nvSpPr>
              <p:cNvPr id="54341" name="Rectangle 174"/>
              <p:cNvSpPr>
                <a:spLocks noChangeAspect="1" noChangeArrowheads="1"/>
              </p:cNvSpPr>
              <p:nvPr/>
            </p:nvSpPr>
            <p:spPr bwMode="auto">
              <a:xfrm>
                <a:off x="4054" y="3235"/>
                <a:ext cx="203" cy="328"/>
              </a:xfrm>
              <a:prstGeom prst="rect">
                <a:avLst/>
              </a:prstGeom>
              <a:solidFill>
                <a:srgbClr val="9933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88000"/>
                  </a:lnSpc>
                  <a:spcBef>
                    <a:spcPct val="30000"/>
                  </a:spcBef>
                  <a:buClr>
                    <a:srgbClr val="000066"/>
                  </a:buClr>
                  <a:buSzPct val="75000"/>
                  <a:buFont typeface="Wingdings" panose="05000000000000000000" pitchFamily="2" charset="2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88000"/>
                  </a:lnSpc>
                  <a:spcBef>
                    <a:spcPct val="3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88000"/>
                  </a:lnSpc>
                  <a:spcBef>
                    <a:spcPct val="30000"/>
                  </a:spcBef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88000"/>
                  </a:lnSpc>
                  <a:spcBef>
                    <a:spcPct val="3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88000"/>
                  </a:lnSpc>
                  <a:spcBef>
                    <a:spcPct val="30000"/>
                  </a:spcBef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88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buClrTx/>
                  <a:buSzTx/>
                  <a:buFontTx/>
                  <a:buNone/>
                </a:pPr>
                <a:endParaRPr lang="en-SG" altLang="en-US"/>
              </a:p>
            </p:txBody>
          </p:sp>
        </p:grpSp>
        <p:sp>
          <p:nvSpPr>
            <p:cNvPr id="54283" name="Line 179"/>
            <p:cNvSpPr>
              <a:spLocks noChangeShapeType="1"/>
            </p:cNvSpPr>
            <p:nvPr/>
          </p:nvSpPr>
          <p:spPr bwMode="auto">
            <a:xfrm flipH="1" flipV="1">
              <a:off x="3056" y="3128"/>
              <a:ext cx="24" cy="432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284" name="Rectangle 183"/>
            <p:cNvSpPr>
              <a:spLocks noChangeArrowheads="1"/>
            </p:cNvSpPr>
            <p:nvPr/>
          </p:nvSpPr>
          <p:spPr bwMode="auto">
            <a:xfrm>
              <a:off x="1024" y="1848"/>
              <a:ext cx="120" cy="168"/>
            </a:xfrm>
            <a:prstGeom prst="rect">
              <a:avLst/>
            </a:prstGeom>
            <a:noFill/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88000"/>
                </a:lnSpc>
                <a:spcBef>
                  <a:spcPct val="30000"/>
                </a:spcBef>
                <a:buClr>
                  <a:srgbClr val="000066"/>
                </a:buClr>
                <a:buSzPct val="75000"/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88000"/>
                </a:lnSpc>
                <a:spcBef>
                  <a:spcPct val="3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88000"/>
                </a:lnSpc>
                <a:spcBef>
                  <a:spcPct val="30000"/>
                </a:spcBef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Tx/>
                <a:buSzTx/>
                <a:buFontTx/>
                <a:buNone/>
              </a:pPr>
              <a:endParaRPr lang="en-SG" altLang="en-US"/>
            </a:p>
          </p:txBody>
        </p:sp>
        <p:sp>
          <p:nvSpPr>
            <p:cNvPr id="54285" name="Rectangle 184"/>
            <p:cNvSpPr>
              <a:spLocks noChangeArrowheads="1"/>
            </p:cNvSpPr>
            <p:nvPr/>
          </p:nvSpPr>
          <p:spPr bwMode="auto">
            <a:xfrm>
              <a:off x="1512" y="1848"/>
              <a:ext cx="120" cy="168"/>
            </a:xfrm>
            <a:prstGeom prst="rect">
              <a:avLst/>
            </a:prstGeom>
            <a:noFill/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88000"/>
                </a:lnSpc>
                <a:spcBef>
                  <a:spcPct val="30000"/>
                </a:spcBef>
                <a:buClr>
                  <a:srgbClr val="000066"/>
                </a:buClr>
                <a:buSzPct val="75000"/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88000"/>
                </a:lnSpc>
                <a:spcBef>
                  <a:spcPct val="3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88000"/>
                </a:lnSpc>
                <a:spcBef>
                  <a:spcPct val="30000"/>
                </a:spcBef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Tx/>
                <a:buSzTx/>
                <a:buFontTx/>
                <a:buNone/>
              </a:pPr>
              <a:endParaRPr lang="en-SG" altLang="en-US"/>
            </a:p>
          </p:txBody>
        </p:sp>
        <p:sp>
          <p:nvSpPr>
            <p:cNvPr id="54286" name="Rectangle 185"/>
            <p:cNvSpPr>
              <a:spLocks noChangeArrowheads="1"/>
            </p:cNvSpPr>
            <p:nvPr/>
          </p:nvSpPr>
          <p:spPr bwMode="auto">
            <a:xfrm>
              <a:off x="2008" y="1856"/>
              <a:ext cx="120" cy="168"/>
            </a:xfrm>
            <a:prstGeom prst="rect">
              <a:avLst/>
            </a:prstGeom>
            <a:noFill/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88000"/>
                </a:lnSpc>
                <a:spcBef>
                  <a:spcPct val="30000"/>
                </a:spcBef>
                <a:buClr>
                  <a:srgbClr val="000066"/>
                </a:buClr>
                <a:buSzPct val="75000"/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88000"/>
                </a:lnSpc>
                <a:spcBef>
                  <a:spcPct val="3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88000"/>
                </a:lnSpc>
                <a:spcBef>
                  <a:spcPct val="30000"/>
                </a:spcBef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Tx/>
                <a:buSzTx/>
                <a:buFontTx/>
                <a:buNone/>
              </a:pPr>
              <a:endParaRPr lang="en-SG" altLang="en-US"/>
            </a:p>
          </p:txBody>
        </p:sp>
        <p:sp>
          <p:nvSpPr>
            <p:cNvPr id="54287" name="Rectangle 186"/>
            <p:cNvSpPr>
              <a:spLocks noChangeArrowheads="1"/>
            </p:cNvSpPr>
            <p:nvPr/>
          </p:nvSpPr>
          <p:spPr bwMode="auto">
            <a:xfrm>
              <a:off x="2496" y="1856"/>
              <a:ext cx="120" cy="168"/>
            </a:xfrm>
            <a:prstGeom prst="rect">
              <a:avLst/>
            </a:prstGeom>
            <a:noFill/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88000"/>
                </a:lnSpc>
                <a:spcBef>
                  <a:spcPct val="30000"/>
                </a:spcBef>
                <a:buClr>
                  <a:srgbClr val="000066"/>
                </a:buClr>
                <a:buSzPct val="75000"/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88000"/>
                </a:lnSpc>
                <a:spcBef>
                  <a:spcPct val="3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88000"/>
                </a:lnSpc>
                <a:spcBef>
                  <a:spcPct val="30000"/>
                </a:spcBef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Tx/>
                <a:buSzTx/>
                <a:buFontTx/>
                <a:buNone/>
              </a:pPr>
              <a:endParaRPr lang="en-SG" altLang="en-US"/>
            </a:p>
          </p:txBody>
        </p:sp>
        <p:sp>
          <p:nvSpPr>
            <p:cNvPr id="54288" name="Rectangle 187"/>
            <p:cNvSpPr>
              <a:spLocks noChangeArrowheads="1"/>
            </p:cNvSpPr>
            <p:nvPr/>
          </p:nvSpPr>
          <p:spPr bwMode="auto">
            <a:xfrm>
              <a:off x="2992" y="1848"/>
              <a:ext cx="120" cy="168"/>
            </a:xfrm>
            <a:prstGeom prst="rect">
              <a:avLst/>
            </a:prstGeom>
            <a:noFill/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88000"/>
                </a:lnSpc>
                <a:spcBef>
                  <a:spcPct val="30000"/>
                </a:spcBef>
                <a:buClr>
                  <a:srgbClr val="000066"/>
                </a:buClr>
                <a:buSzPct val="75000"/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88000"/>
                </a:lnSpc>
                <a:spcBef>
                  <a:spcPct val="3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88000"/>
                </a:lnSpc>
                <a:spcBef>
                  <a:spcPct val="30000"/>
                </a:spcBef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Tx/>
                <a:buSzTx/>
                <a:buFontTx/>
                <a:buNone/>
              </a:pPr>
              <a:endParaRPr lang="en-SG" altLang="en-US"/>
            </a:p>
          </p:txBody>
        </p:sp>
        <p:sp>
          <p:nvSpPr>
            <p:cNvPr id="54289" name="Rectangle 188"/>
            <p:cNvSpPr>
              <a:spLocks noChangeArrowheads="1"/>
            </p:cNvSpPr>
            <p:nvPr/>
          </p:nvSpPr>
          <p:spPr bwMode="auto">
            <a:xfrm>
              <a:off x="1008" y="2296"/>
              <a:ext cx="120" cy="168"/>
            </a:xfrm>
            <a:prstGeom prst="rect">
              <a:avLst/>
            </a:prstGeom>
            <a:noFill/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88000"/>
                </a:lnSpc>
                <a:spcBef>
                  <a:spcPct val="30000"/>
                </a:spcBef>
                <a:buClr>
                  <a:srgbClr val="000066"/>
                </a:buClr>
                <a:buSzPct val="75000"/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88000"/>
                </a:lnSpc>
                <a:spcBef>
                  <a:spcPct val="3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88000"/>
                </a:lnSpc>
                <a:spcBef>
                  <a:spcPct val="30000"/>
                </a:spcBef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Tx/>
                <a:buSzTx/>
                <a:buFontTx/>
                <a:buNone/>
              </a:pPr>
              <a:endParaRPr lang="en-SG" altLang="en-US"/>
            </a:p>
          </p:txBody>
        </p:sp>
        <p:sp>
          <p:nvSpPr>
            <p:cNvPr id="54290" name="Rectangle 189"/>
            <p:cNvSpPr>
              <a:spLocks noChangeArrowheads="1"/>
            </p:cNvSpPr>
            <p:nvPr/>
          </p:nvSpPr>
          <p:spPr bwMode="auto">
            <a:xfrm>
              <a:off x="1512" y="2296"/>
              <a:ext cx="120" cy="168"/>
            </a:xfrm>
            <a:prstGeom prst="rect">
              <a:avLst/>
            </a:prstGeom>
            <a:noFill/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88000"/>
                </a:lnSpc>
                <a:spcBef>
                  <a:spcPct val="30000"/>
                </a:spcBef>
                <a:buClr>
                  <a:srgbClr val="000066"/>
                </a:buClr>
                <a:buSzPct val="75000"/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88000"/>
                </a:lnSpc>
                <a:spcBef>
                  <a:spcPct val="3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88000"/>
                </a:lnSpc>
                <a:spcBef>
                  <a:spcPct val="30000"/>
                </a:spcBef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Tx/>
                <a:buSzTx/>
                <a:buFontTx/>
                <a:buNone/>
              </a:pPr>
              <a:endParaRPr lang="en-SG" altLang="en-US"/>
            </a:p>
          </p:txBody>
        </p:sp>
        <p:sp>
          <p:nvSpPr>
            <p:cNvPr id="54291" name="Rectangle 190"/>
            <p:cNvSpPr>
              <a:spLocks noChangeArrowheads="1"/>
            </p:cNvSpPr>
            <p:nvPr/>
          </p:nvSpPr>
          <p:spPr bwMode="auto">
            <a:xfrm>
              <a:off x="2008" y="2296"/>
              <a:ext cx="120" cy="168"/>
            </a:xfrm>
            <a:prstGeom prst="rect">
              <a:avLst/>
            </a:prstGeom>
            <a:noFill/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88000"/>
                </a:lnSpc>
                <a:spcBef>
                  <a:spcPct val="30000"/>
                </a:spcBef>
                <a:buClr>
                  <a:srgbClr val="000066"/>
                </a:buClr>
                <a:buSzPct val="75000"/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88000"/>
                </a:lnSpc>
                <a:spcBef>
                  <a:spcPct val="3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88000"/>
                </a:lnSpc>
                <a:spcBef>
                  <a:spcPct val="30000"/>
                </a:spcBef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Tx/>
                <a:buSzTx/>
                <a:buFontTx/>
                <a:buNone/>
              </a:pPr>
              <a:endParaRPr lang="en-SG" altLang="en-US"/>
            </a:p>
          </p:txBody>
        </p:sp>
        <p:sp>
          <p:nvSpPr>
            <p:cNvPr id="54292" name="Rectangle 191"/>
            <p:cNvSpPr>
              <a:spLocks noChangeArrowheads="1"/>
            </p:cNvSpPr>
            <p:nvPr/>
          </p:nvSpPr>
          <p:spPr bwMode="auto">
            <a:xfrm>
              <a:off x="2504" y="2296"/>
              <a:ext cx="120" cy="168"/>
            </a:xfrm>
            <a:prstGeom prst="rect">
              <a:avLst/>
            </a:prstGeom>
            <a:noFill/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88000"/>
                </a:lnSpc>
                <a:spcBef>
                  <a:spcPct val="30000"/>
                </a:spcBef>
                <a:buClr>
                  <a:srgbClr val="000066"/>
                </a:buClr>
                <a:buSzPct val="75000"/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88000"/>
                </a:lnSpc>
                <a:spcBef>
                  <a:spcPct val="3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88000"/>
                </a:lnSpc>
                <a:spcBef>
                  <a:spcPct val="30000"/>
                </a:spcBef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Tx/>
                <a:buSzTx/>
                <a:buFontTx/>
                <a:buNone/>
              </a:pPr>
              <a:endParaRPr lang="en-SG" altLang="en-US"/>
            </a:p>
          </p:txBody>
        </p:sp>
        <p:sp>
          <p:nvSpPr>
            <p:cNvPr id="54293" name="Rectangle 192"/>
            <p:cNvSpPr>
              <a:spLocks noChangeArrowheads="1"/>
            </p:cNvSpPr>
            <p:nvPr/>
          </p:nvSpPr>
          <p:spPr bwMode="auto">
            <a:xfrm>
              <a:off x="2992" y="2296"/>
              <a:ext cx="120" cy="168"/>
            </a:xfrm>
            <a:prstGeom prst="rect">
              <a:avLst/>
            </a:prstGeom>
            <a:noFill/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88000"/>
                </a:lnSpc>
                <a:spcBef>
                  <a:spcPct val="30000"/>
                </a:spcBef>
                <a:buClr>
                  <a:srgbClr val="000066"/>
                </a:buClr>
                <a:buSzPct val="75000"/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88000"/>
                </a:lnSpc>
                <a:spcBef>
                  <a:spcPct val="3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88000"/>
                </a:lnSpc>
                <a:spcBef>
                  <a:spcPct val="30000"/>
                </a:spcBef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Tx/>
                <a:buSzTx/>
                <a:buFontTx/>
                <a:buNone/>
              </a:pPr>
              <a:endParaRPr lang="en-SG" altLang="en-US"/>
            </a:p>
          </p:txBody>
        </p:sp>
        <p:sp>
          <p:nvSpPr>
            <p:cNvPr id="54294" name="Rectangle 193"/>
            <p:cNvSpPr>
              <a:spLocks noChangeArrowheads="1"/>
            </p:cNvSpPr>
            <p:nvPr/>
          </p:nvSpPr>
          <p:spPr bwMode="auto">
            <a:xfrm>
              <a:off x="1016" y="2744"/>
              <a:ext cx="120" cy="168"/>
            </a:xfrm>
            <a:prstGeom prst="rect">
              <a:avLst/>
            </a:prstGeom>
            <a:noFill/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88000"/>
                </a:lnSpc>
                <a:spcBef>
                  <a:spcPct val="30000"/>
                </a:spcBef>
                <a:buClr>
                  <a:srgbClr val="000066"/>
                </a:buClr>
                <a:buSzPct val="75000"/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88000"/>
                </a:lnSpc>
                <a:spcBef>
                  <a:spcPct val="3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88000"/>
                </a:lnSpc>
                <a:spcBef>
                  <a:spcPct val="30000"/>
                </a:spcBef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Tx/>
                <a:buSzTx/>
                <a:buFontTx/>
                <a:buNone/>
              </a:pPr>
              <a:endParaRPr lang="en-SG" altLang="en-US"/>
            </a:p>
          </p:txBody>
        </p:sp>
        <p:sp>
          <p:nvSpPr>
            <p:cNvPr id="54295" name="Rectangle 194"/>
            <p:cNvSpPr>
              <a:spLocks noChangeArrowheads="1"/>
            </p:cNvSpPr>
            <p:nvPr/>
          </p:nvSpPr>
          <p:spPr bwMode="auto">
            <a:xfrm>
              <a:off x="1520" y="2744"/>
              <a:ext cx="120" cy="168"/>
            </a:xfrm>
            <a:prstGeom prst="rect">
              <a:avLst/>
            </a:prstGeom>
            <a:noFill/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88000"/>
                </a:lnSpc>
                <a:spcBef>
                  <a:spcPct val="30000"/>
                </a:spcBef>
                <a:buClr>
                  <a:srgbClr val="000066"/>
                </a:buClr>
                <a:buSzPct val="75000"/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88000"/>
                </a:lnSpc>
                <a:spcBef>
                  <a:spcPct val="3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88000"/>
                </a:lnSpc>
                <a:spcBef>
                  <a:spcPct val="30000"/>
                </a:spcBef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Tx/>
                <a:buSzTx/>
                <a:buFontTx/>
                <a:buNone/>
              </a:pPr>
              <a:endParaRPr lang="en-SG" altLang="en-US"/>
            </a:p>
          </p:txBody>
        </p:sp>
        <p:sp>
          <p:nvSpPr>
            <p:cNvPr id="54296" name="Rectangle 195"/>
            <p:cNvSpPr>
              <a:spLocks noChangeArrowheads="1"/>
            </p:cNvSpPr>
            <p:nvPr/>
          </p:nvSpPr>
          <p:spPr bwMode="auto">
            <a:xfrm>
              <a:off x="2016" y="2744"/>
              <a:ext cx="120" cy="168"/>
            </a:xfrm>
            <a:prstGeom prst="rect">
              <a:avLst/>
            </a:prstGeom>
            <a:noFill/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88000"/>
                </a:lnSpc>
                <a:spcBef>
                  <a:spcPct val="30000"/>
                </a:spcBef>
                <a:buClr>
                  <a:srgbClr val="000066"/>
                </a:buClr>
                <a:buSzPct val="75000"/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88000"/>
                </a:lnSpc>
                <a:spcBef>
                  <a:spcPct val="3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88000"/>
                </a:lnSpc>
                <a:spcBef>
                  <a:spcPct val="30000"/>
                </a:spcBef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Tx/>
                <a:buSzTx/>
                <a:buFontTx/>
                <a:buNone/>
              </a:pPr>
              <a:endParaRPr lang="en-SG" altLang="en-US"/>
            </a:p>
          </p:txBody>
        </p:sp>
        <p:sp>
          <p:nvSpPr>
            <p:cNvPr id="54297" name="Rectangle 196"/>
            <p:cNvSpPr>
              <a:spLocks noChangeArrowheads="1"/>
            </p:cNvSpPr>
            <p:nvPr/>
          </p:nvSpPr>
          <p:spPr bwMode="auto">
            <a:xfrm>
              <a:off x="2512" y="2744"/>
              <a:ext cx="120" cy="168"/>
            </a:xfrm>
            <a:prstGeom prst="rect">
              <a:avLst/>
            </a:prstGeom>
            <a:noFill/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88000"/>
                </a:lnSpc>
                <a:spcBef>
                  <a:spcPct val="30000"/>
                </a:spcBef>
                <a:buClr>
                  <a:srgbClr val="000066"/>
                </a:buClr>
                <a:buSzPct val="75000"/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88000"/>
                </a:lnSpc>
                <a:spcBef>
                  <a:spcPct val="3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88000"/>
                </a:lnSpc>
                <a:spcBef>
                  <a:spcPct val="30000"/>
                </a:spcBef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Tx/>
                <a:buSzTx/>
                <a:buFontTx/>
                <a:buNone/>
              </a:pPr>
              <a:endParaRPr lang="en-SG" altLang="en-US"/>
            </a:p>
          </p:txBody>
        </p:sp>
        <p:sp>
          <p:nvSpPr>
            <p:cNvPr id="54298" name="Rectangle 197"/>
            <p:cNvSpPr>
              <a:spLocks noChangeArrowheads="1"/>
            </p:cNvSpPr>
            <p:nvPr/>
          </p:nvSpPr>
          <p:spPr bwMode="auto">
            <a:xfrm>
              <a:off x="3000" y="2744"/>
              <a:ext cx="120" cy="168"/>
            </a:xfrm>
            <a:prstGeom prst="rect">
              <a:avLst/>
            </a:prstGeom>
            <a:noFill/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88000"/>
                </a:lnSpc>
                <a:spcBef>
                  <a:spcPct val="30000"/>
                </a:spcBef>
                <a:buClr>
                  <a:srgbClr val="000066"/>
                </a:buClr>
                <a:buSzPct val="75000"/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88000"/>
                </a:lnSpc>
                <a:spcBef>
                  <a:spcPct val="3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88000"/>
                </a:lnSpc>
                <a:spcBef>
                  <a:spcPct val="30000"/>
                </a:spcBef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Tx/>
                <a:buSzTx/>
                <a:buFontTx/>
                <a:buNone/>
              </a:pPr>
              <a:endParaRPr lang="en-SG" altLang="en-US"/>
            </a:p>
          </p:txBody>
        </p:sp>
        <p:sp>
          <p:nvSpPr>
            <p:cNvPr id="54299" name="Rectangle 198"/>
            <p:cNvSpPr>
              <a:spLocks noChangeArrowheads="1"/>
            </p:cNvSpPr>
            <p:nvPr/>
          </p:nvSpPr>
          <p:spPr bwMode="auto">
            <a:xfrm>
              <a:off x="1016" y="3184"/>
              <a:ext cx="120" cy="168"/>
            </a:xfrm>
            <a:prstGeom prst="rect">
              <a:avLst/>
            </a:prstGeom>
            <a:noFill/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88000"/>
                </a:lnSpc>
                <a:spcBef>
                  <a:spcPct val="30000"/>
                </a:spcBef>
                <a:buClr>
                  <a:srgbClr val="000066"/>
                </a:buClr>
                <a:buSzPct val="75000"/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88000"/>
                </a:lnSpc>
                <a:spcBef>
                  <a:spcPct val="3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88000"/>
                </a:lnSpc>
                <a:spcBef>
                  <a:spcPct val="30000"/>
                </a:spcBef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Tx/>
                <a:buSzTx/>
                <a:buFontTx/>
                <a:buNone/>
              </a:pPr>
              <a:endParaRPr lang="en-SG" altLang="en-US"/>
            </a:p>
          </p:txBody>
        </p:sp>
        <p:sp>
          <p:nvSpPr>
            <p:cNvPr id="54300" name="Rectangle 199"/>
            <p:cNvSpPr>
              <a:spLocks noChangeArrowheads="1"/>
            </p:cNvSpPr>
            <p:nvPr/>
          </p:nvSpPr>
          <p:spPr bwMode="auto">
            <a:xfrm>
              <a:off x="1520" y="3184"/>
              <a:ext cx="120" cy="168"/>
            </a:xfrm>
            <a:prstGeom prst="rect">
              <a:avLst/>
            </a:prstGeom>
            <a:noFill/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88000"/>
                </a:lnSpc>
                <a:spcBef>
                  <a:spcPct val="30000"/>
                </a:spcBef>
                <a:buClr>
                  <a:srgbClr val="000066"/>
                </a:buClr>
                <a:buSzPct val="75000"/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88000"/>
                </a:lnSpc>
                <a:spcBef>
                  <a:spcPct val="3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88000"/>
                </a:lnSpc>
                <a:spcBef>
                  <a:spcPct val="30000"/>
                </a:spcBef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Tx/>
                <a:buSzTx/>
                <a:buFontTx/>
                <a:buNone/>
              </a:pPr>
              <a:endParaRPr lang="en-SG" altLang="en-US"/>
            </a:p>
          </p:txBody>
        </p:sp>
        <p:sp>
          <p:nvSpPr>
            <p:cNvPr id="54301" name="Rectangle 200"/>
            <p:cNvSpPr>
              <a:spLocks noChangeArrowheads="1"/>
            </p:cNvSpPr>
            <p:nvPr/>
          </p:nvSpPr>
          <p:spPr bwMode="auto">
            <a:xfrm>
              <a:off x="2016" y="3184"/>
              <a:ext cx="120" cy="168"/>
            </a:xfrm>
            <a:prstGeom prst="rect">
              <a:avLst/>
            </a:prstGeom>
            <a:noFill/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88000"/>
                </a:lnSpc>
                <a:spcBef>
                  <a:spcPct val="30000"/>
                </a:spcBef>
                <a:buClr>
                  <a:srgbClr val="000066"/>
                </a:buClr>
                <a:buSzPct val="75000"/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88000"/>
                </a:lnSpc>
                <a:spcBef>
                  <a:spcPct val="3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88000"/>
                </a:lnSpc>
                <a:spcBef>
                  <a:spcPct val="30000"/>
                </a:spcBef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Tx/>
                <a:buSzTx/>
                <a:buFontTx/>
                <a:buNone/>
              </a:pPr>
              <a:endParaRPr lang="en-SG" altLang="en-US"/>
            </a:p>
          </p:txBody>
        </p:sp>
        <p:sp>
          <p:nvSpPr>
            <p:cNvPr id="54302" name="Rectangle 201"/>
            <p:cNvSpPr>
              <a:spLocks noChangeArrowheads="1"/>
            </p:cNvSpPr>
            <p:nvPr/>
          </p:nvSpPr>
          <p:spPr bwMode="auto">
            <a:xfrm>
              <a:off x="2512" y="3184"/>
              <a:ext cx="120" cy="168"/>
            </a:xfrm>
            <a:prstGeom prst="rect">
              <a:avLst/>
            </a:prstGeom>
            <a:noFill/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88000"/>
                </a:lnSpc>
                <a:spcBef>
                  <a:spcPct val="30000"/>
                </a:spcBef>
                <a:buClr>
                  <a:srgbClr val="000066"/>
                </a:buClr>
                <a:buSzPct val="75000"/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88000"/>
                </a:lnSpc>
                <a:spcBef>
                  <a:spcPct val="3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88000"/>
                </a:lnSpc>
                <a:spcBef>
                  <a:spcPct val="30000"/>
                </a:spcBef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Tx/>
                <a:buSzTx/>
                <a:buFontTx/>
                <a:buNone/>
              </a:pPr>
              <a:endParaRPr lang="en-SG" altLang="en-US"/>
            </a:p>
          </p:txBody>
        </p:sp>
        <p:sp>
          <p:nvSpPr>
            <p:cNvPr id="54303" name="Rectangle 202"/>
            <p:cNvSpPr>
              <a:spLocks noChangeArrowheads="1"/>
            </p:cNvSpPr>
            <p:nvPr/>
          </p:nvSpPr>
          <p:spPr bwMode="auto">
            <a:xfrm>
              <a:off x="3000" y="3184"/>
              <a:ext cx="120" cy="168"/>
            </a:xfrm>
            <a:prstGeom prst="rect">
              <a:avLst/>
            </a:prstGeom>
            <a:noFill/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88000"/>
                </a:lnSpc>
                <a:spcBef>
                  <a:spcPct val="30000"/>
                </a:spcBef>
                <a:buClr>
                  <a:srgbClr val="000066"/>
                </a:buClr>
                <a:buSzPct val="75000"/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88000"/>
                </a:lnSpc>
                <a:spcBef>
                  <a:spcPct val="3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88000"/>
                </a:lnSpc>
                <a:spcBef>
                  <a:spcPct val="30000"/>
                </a:spcBef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Tx/>
                <a:buSzTx/>
                <a:buFontTx/>
                <a:buNone/>
              </a:pPr>
              <a:endParaRPr lang="en-SG" altLang="en-US"/>
            </a:p>
          </p:txBody>
        </p:sp>
        <p:sp>
          <p:nvSpPr>
            <p:cNvPr id="54304" name="Rectangle 203"/>
            <p:cNvSpPr>
              <a:spLocks noChangeArrowheads="1"/>
            </p:cNvSpPr>
            <p:nvPr/>
          </p:nvSpPr>
          <p:spPr bwMode="auto">
            <a:xfrm>
              <a:off x="1024" y="1416"/>
              <a:ext cx="120" cy="168"/>
            </a:xfrm>
            <a:prstGeom prst="rect">
              <a:avLst/>
            </a:prstGeom>
            <a:noFill/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88000"/>
                </a:lnSpc>
                <a:spcBef>
                  <a:spcPct val="30000"/>
                </a:spcBef>
                <a:buClr>
                  <a:srgbClr val="000066"/>
                </a:buClr>
                <a:buSzPct val="75000"/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88000"/>
                </a:lnSpc>
                <a:spcBef>
                  <a:spcPct val="3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88000"/>
                </a:lnSpc>
                <a:spcBef>
                  <a:spcPct val="30000"/>
                </a:spcBef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Tx/>
                <a:buSzTx/>
                <a:buFontTx/>
                <a:buNone/>
              </a:pPr>
              <a:endParaRPr lang="en-SG" altLang="en-US"/>
            </a:p>
          </p:txBody>
        </p:sp>
        <p:sp>
          <p:nvSpPr>
            <p:cNvPr id="54305" name="Rectangle 204"/>
            <p:cNvSpPr>
              <a:spLocks noChangeArrowheads="1"/>
            </p:cNvSpPr>
            <p:nvPr/>
          </p:nvSpPr>
          <p:spPr bwMode="auto">
            <a:xfrm>
              <a:off x="1528" y="1416"/>
              <a:ext cx="120" cy="168"/>
            </a:xfrm>
            <a:prstGeom prst="rect">
              <a:avLst/>
            </a:prstGeom>
            <a:noFill/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88000"/>
                </a:lnSpc>
                <a:spcBef>
                  <a:spcPct val="30000"/>
                </a:spcBef>
                <a:buClr>
                  <a:srgbClr val="000066"/>
                </a:buClr>
                <a:buSzPct val="75000"/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88000"/>
                </a:lnSpc>
                <a:spcBef>
                  <a:spcPct val="3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88000"/>
                </a:lnSpc>
                <a:spcBef>
                  <a:spcPct val="30000"/>
                </a:spcBef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Tx/>
                <a:buSzTx/>
                <a:buFontTx/>
                <a:buNone/>
              </a:pPr>
              <a:endParaRPr lang="en-SG" altLang="en-US"/>
            </a:p>
          </p:txBody>
        </p:sp>
        <p:sp>
          <p:nvSpPr>
            <p:cNvPr id="54306" name="Rectangle 205"/>
            <p:cNvSpPr>
              <a:spLocks noChangeArrowheads="1"/>
            </p:cNvSpPr>
            <p:nvPr/>
          </p:nvSpPr>
          <p:spPr bwMode="auto">
            <a:xfrm>
              <a:off x="2024" y="1416"/>
              <a:ext cx="120" cy="168"/>
            </a:xfrm>
            <a:prstGeom prst="rect">
              <a:avLst/>
            </a:prstGeom>
            <a:noFill/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88000"/>
                </a:lnSpc>
                <a:spcBef>
                  <a:spcPct val="30000"/>
                </a:spcBef>
                <a:buClr>
                  <a:srgbClr val="000066"/>
                </a:buClr>
                <a:buSzPct val="75000"/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88000"/>
                </a:lnSpc>
                <a:spcBef>
                  <a:spcPct val="3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88000"/>
                </a:lnSpc>
                <a:spcBef>
                  <a:spcPct val="30000"/>
                </a:spcBef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Tx/>
                <a:buSzTx/>
                <a:buFontTx/>
                <a:buNone/>
              </a:pPr>
              <a:endParaRPr lang="en-SG" altLang="en-US"/>
            </a:p>
          </p:txBody>
        </p:sp>
        <p:sp>
          <p:nvSpPr>
            <p:cNvPr id="54307" name="Rectangle 206"/>
            <p:cNvSpPr>
              <a:spLocks noChangeArrowheads="1"/>
            </p:cNvSpPr>
            <p:nvPr/>
          </p:nvSpPr>
          <p:spPr bwMode="auto">
            <a:xfrm>
              <a:off x="2512" y="1416"/>
              <a:ext cx="120" cy="168"/>
            </a:xfrm>
            <a:prstGeom prst="rect">
              <a:avLst/>
            </a:prstGeom>
            <a:noFill/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88000"/>
                </a:lnSpc>
                <a:spcBef>
                  <a:spcPct val="30000"/>
                </a:spcBef>
                <a:buClr>
                  <a:srgbClr val="000066"/>
                </a:buClr>
                <a:buSzPct val="75000"/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88000"/>
                </a:lnSpc>
                <a:spcBef>
                  <a:spcPct val="3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88000"/>
                </a:lnSpc>
                <a:spcBef>
                  <a:spcPct val="30000"/>
                </a:spcBef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Tx/>
                <a:buSzTx/>
                <a:buFontTx/>
                <a:buNone/>
              </a:pPr>
              <a:endParaRPr lang="en-SG" altLang="en-US"/>
            </a:p>
          </p:txBody>
        </p:sp>
        <p:sp>
          <p:nvSpPr>
            <p:cNvPr id="54308" name="Rectangle 207"/>
            <p:cNvSpPr>
              <a:spLocks noChangeArrowheads="1"/>
            </p:cNvSpPr>
            <p:nvPr/>
          </p:nvSpPr>
          <p:spPr bwMode="auto">
            <a:xfrm>
              <a:off x="3008" y="1416"/>
              <a:ext cx="120" cy="168"/>
            </a:xfrm>
            <a:prstGeom prst="rect">
              <a:avLst/>
            </a:prstGeom>
            <a:noFill/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88000"/>
                </a:lnSpc>
                <a:spcBef>
                  <a:spcPct val="30000"/>
                </a:spcBef>
                <a:buClr>
                  <a:srgbClr val="000066"/>
                </a:buClr>
                <a:buSzPct val="75000"/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88000"/>
                </a:lnSpc>
                <a:spcBef>
                  <a:spcPct val="30000"/>
                </a:spcBef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88000"/>
                </a:lnSpc>
                <a:spcBef>
                  <a:spcPct val="3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88000"/>
                </a:lnSpc>
                <a:spcBef>
                  <a:spcPct val="30000"/>
                </a:spcBef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buSzPct val="100000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buClrTx/>
                <a:buSzTx/>
                <a:buFontTx/>
                <a:buNone/>
              </a:pPr>
              <a:endParaRPr lang="en-SG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90146274"/>
      </p:ext>
    </p:extLst>
  </p:cSld>
  <p:clrMapOvr>
    <a:masterClrMapping/>
  </p:clrMapOvr>
  <p:transition>
    <p:dissolv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683568" y="447675"/>
            <a:ext cx="7772400" cy="1143000"/>
          </a:xfrm>
        </p:spPr>
        <p:txBody>
          <a:bodyPr/>
          <a:lstStyle/>
          <a:p>
            <a:r>
              <a:rPr lang="en-US" altLang="ko-KR" dirty="0">
                <a:ea typeface="굴림" pitchFamily="32" charset="-127"/>
              </a:rPr>
              <a:t>Contemporary FPGA Architecture</a:t>
            </a:r>
          </a:p>
        </p:txBody>
      </p:sp>
      <p:pic>
        <p:nvPicPr>
          <p:cNvPr id="60419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9125" y="1019175"/>
            <a:ext cx="4951413" cy="3341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420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8600" y="4465638"/>
            <a:ext cx="5730875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8179314"/>
      </p:ext>
    </p:extLst>
  </p:cSld>
  <p:clrMapOvr>
    <a:masterClrMapping/>
  </p:clrMapOvr>
  <p:transition>
    <p:dissolv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Content Placeholder 1">
            <a:extLst>
              <a:ext uri="{FF2B5EF4-FFF2-40B4-BE49-F238E27FC236}">
                <a16:creationId xmlns:a16="http://schemas.microsoft.com/office/drawing/2014/main" id="{B1D6827E-D43B-4FC3-B385-097E93FE841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049933" y="1916832"/>
            <a:ext cx="7772400" cy="4114800"/>
          </a:xfrm>
        </p:spPr>
        <p:txBody>
          <a:bodyPr lIns="91440" tIns="45720" rIns="91440" bIns="45720"/>
          <a:lstStyle/>
          <a:p>
            <a:pPr eaLnBrk="1" hangingPunct="1"/>
            <a:r>
              <a:rPr lang="en-US" altLang="en-US" sz="2000" dirty="0"/>
              <a:t>LUTs + DFFs can implement any arbitrary digital </a:t>
            </a:r>
          </a:p>
          <a:p>
            <a:pPr eaLnBrk="1" hangingPunct="1"/>
            <a:r>
              <a:rPr lang="en-US" altLang="en-US" sz="2000" dirty="0"/>
              <a:t>logic. But not optimally (ASICs give make much </a:t>
            </a:r>
          </a:p>
          <a:p>
            <a:pPr eaLnBrk="1" hangingPunct="1"/>
            <a:r>
              <a:rPr lang="en-US" altLang="en-US" sz="2000" dirty="0"/>
              <a:t>better use of silicon area for Power, Speed, routing </a:t>
            </a:r>
          </a:p>
          <a:p>
            <a:pPr eaLnBrk="1" hangingPunct="1"/>
            <a:r>
              <a:rPr lang="en-US" altLang="en-US" sz="2000" dirty="0"/>
              <a:t>resources)</a:t>
            </a:r>
          </a:p>
          <a:p>
            <a:pPr eaLnBrk="1" hangingPunct="1"/>
            <a:endParaRPr lang="en-US" altLang="en-US" sz="2000" dirty="0"/>
          </a:p>
          <a:p>
            <a:pPr eaLnBrk="1" hangingPunct="1"/>
            <a:r>
              <a:rPr lang="en-US" altLang="en-US" sz="2000" dirty="0"/>
              <a:t>Arithmetic</a:t>
            </a:r>
          </a:p>
          <a:p>
            <a:pPr lvl="1" eaLnBrk="1" hangingPunct="1"/>
            <a:r>
              <a:rPr lang="en-US" altLang="en-US" sz="1600" dirty="0"/>
              <a:t>Add, Multiply</a:t>
            </a:r>
          </a:p>
          <a:p>
            <a:pPr eaLnBrk="1" hangingPunct="1"/>
            <a:r>
              <a:rPr lang="en-US" altLang="en-US" sz="2000" dirty="0"/>
              <a:t>On chip memory</a:t>
            </a:r>
          </a:p>
          <a:p>
            <a:pPr eaLnBrk="1" hangingPunct="1"/>
            <a:r>
              <a:rPr lang="en-US" altLang="en-US" sz="2000" dirty="0"/>
              <a:t>System on chip building blocks</a:t>
            </a:r>
          </a:p>
          <a:p>
            <a:pPr lvl="1" eaLnBrk="1" hangingPunct="1"/>
            <a:r>
              <a:rPr lang="en-US" altLang="en-US" sz="1600" dirty="0"/>
              <a:t>Processor, PCI-express, Gigabit Ethernet, ADC, etc. </a:t>
            </a:r>
          </a:p>
          <a:p>
            <a:pPr eaLnBrk="1" hangingPunct="1"/>
            <a:endParaRPr lang="en-US" altLang="en-US" sz="2000" dirty="0"/>
          </a:p>
        </p:txBody>
      </p:sp>
      <p:sp>
        <p:nvSpPr>
          <p:cNvPr id="27653" name="Title 2">
            <a:extLst>
              <a:ext uri="{FF2B5EF4-FFF2-40B4-BE49-F238E27FC236}">
                <a16:creationId xmlns:a16="http://schemas.microsoft.com/office/drawing/2014/main" id="{FFCB4E06-81D0-4F9E-BA35-B142DDE5C4B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83568" y="260648"/>
            <a:ext cx="8089900" cy="762000"/>
          </a:xfrm>
        </p:spPr>
        <p:txBody>
          <a:bodyPr lIns="274320" tIns="45720" rIns="274320" bIns="45720"/>
          <a:lstStyle/>
          <a:p>
            <a:r>
              <a:rPr lang="en-US" altLang="en-US" sz="3200" b="1" kern="1200" dirty="0">
                <a:solidFill>
                  <a:srgbClr val="CC0066"/>
                </a:solidFill>
                <a:latin typeface="+mn-lt"/>
                <a:ea typeface="+mn-ea"/>
                <a:cs typeface="+mn-cs"/>
              </a:rPr>
              <a:t>Optimized Resources: Dedicated Logic</a:t>
            </a:r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998CC9D4-3798-4747-8848-0EAA225A0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7958"/>
            <a:ext cx="1905000" cy="35719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7510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Title 2">
            <a:extLst>
              <a:ext uri="{FF2B5EF4-FFF2-40B4-BE49-F238E27FC236}">
                <a16:creationId xmlns:a16="http://schemas.microsoft.com/office/drawing/2014/main" id="{A91F2F4A-FC3D-4866-89F9-E84C9F0167A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1750" y="152400"/>
            <a:ext cx="9142527" cy="762000"/>
          </a:xfrm>
        </p:spPr>
        <p:txBody>
          <a:bodyPr lIns="274320" tIns="45720" rIns="274320" bIns="45720"/>
          <a:lstStyle/>
          <a:p>
            <a:pPr eaLnBrk="1" hangingPunct="1"/>
            <a:r>
              <a:rPr lang="en-US" altLang="en-US" sz="3200" b="1" kern="1200" dirty="0">
                <a:solidFill>
                  <a:srgbClr val="CC0066"/>
                </a:solidFill>
                <a:latin typeface="+mn-lt"/>
                <a:ea typeface="+mn-ea"/>
                <a:cs typeface="+mn-cs"/>
              </a:rPr>
              <a:t>Optimized Resources: Dedicated Logic</a:t>
            </a:r>
          </a:p>
        </p:txBody>
      </p:sp>
      <p:grpSp>
        <p:nvGrpSpPr>
          <p:cNvPr id="28677" name="Group 224">
            <a:extLst>
              <a:ext uri="{FF2B5EF4-FFF2-40B4-BE49-F238E27FC236}">
                <a16:creationId xmlns:a16="http://schemas.microsoft.com/office/drawing/2014/main" id="{961C3C22-171B-49A0-A5CE-F24CBF42E288}"/>
              </a:ext>
            </a:extLst>
          </p:cNvPr>
          <p:cNvGrpSpPr>
            <a:grpSpLocks/>
          </p:cNvGrpSpPr>
          <p:nvPr/>
        </p:nvGrpSpPr>
        <p:grpSpPr bwMode="auto">
          <a:xfrm>
            <a:off x="169863" y="1524000"/>
            <a:ext cx="3373437" cy="1524000"/>
            <a:chOff x="18028" y="1447800"/>
            <a:chExt cx="3372872" cy="1524000"/>
          </a:xfrm>
        </p:grpSpPr>
        <p:pic>
          <p:nvPicPr>
            <p:cNvPr id="28783" name="Picture 2">
              <a:extLst>
                <a:ext uri="{FF2B5EF4-FFF2-40B4-BE49-F238E27FC236}">
                  <a16:creationId xmlns:a16="http://schemas.microsoft.com/office/drawing/2014/main" id="{3B7FE042-C485-45D2-97E6-01C96185E5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84" t="4527" r="26765" b="40755"/>
            <a:stretch>
              <a:fillRect/>
            </a:stretch>
          </p:blipFill>
          <p:spPr bwMode="auto">
            <a:xfrm>
              <a:off x="266700" y="1447800"/>
              <a:ext cx="3039550" cy="9172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E2E2D914-5C01-40D9-8FEB-EE782C8AC065}"/>
                </a:ext>
              </a:extLst>
            </p:cNvPr>
            <p:cNvSpPr/>
            <p:nvPr/>
          </p:nvSpPr>
          <p:spPr>
            <a:xfrm>
              <a:off x="381504" y="2476500"/>
              <a:ext cx="2666553" cy="4953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defRPr/>
              </a:pPr>
              <a:r>
                <a:rPr lang="en-US" sz="2000" dirty="0">
                  <a:solidFill>
                    <a:schemeClr val="tx1"/>
                  </a:solidFill>
                </a:rPr>
                <a:t>Carry Look Ahead</a:t>
              </a:r>
            </a:p>
          </p:txBody>
        </p:sp>
        <p:cxnSp>
          <p:nvCxnSpPr>
            <p:cNvPr id="205" name="Straight Arrow Connector 204">
              <a:extLst>
                <a:ext uri="{FF2B5EF4-FFF2-40B4-BE49-F238E27FC236}">
                  <a16:creationId xmlns:a16="http://schemas.microsoft.com/office/drawing/2014/main" id="{7BBF71B9-ED47-46B4-8887-019750B94FCE}"/>
                </a:ext>
              </a:extLst>
            </p:cNvPr>
            <p:cNvCxnSpPr/>
            <p:nvPr/>
          </p:nvCxnSpPr>
          <p:spPr>
            <a:xfrm rot="5400000">
              <a:off x="552117" y="2380456"/>
              <a:ext cx="190500" cy="15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Arrow Connector 205">
              <a:extLst>
                <a:ext uri="{FF2B5EF4-FFF2-40B4-BE49-F238E27FC236}">
                  <a16:creationId xmlns:a16="http://schemas.microsoft.com/office/drawing/2014/main" id="{77516BFF-B208-4DD3-8D92-43B667636B3A}"/>
                </a:ext>
              </a:extLst>
            </p:cNvPr>
            <p:cNvCxnSpPr/>
            <p:nvPr/>
          </p:nvCxnSpPr>
          <p:spPr>
            <a:xfrm rot="5400000">
              <a:off x="744171" y="2380456"/>
              <a:ext cx="190500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Arrow Connector 206">
              <a:extLst>
                <a:ext uri="{FF2B5EF4-FFF2-40B4-BE49-F238E27FC236}">
                  <a16:creationId xmlns:a16="http://schemas.microsoft.com/office/drawing/2014/main" id="{379CE218-7427-48E5-9F5E-C6D0751346AC}"/>
                </a:ext>
              </a:extLst>
            </p:cNvPr>
            <p:cNvCxnSpPr/>
            <p:nvPr/>
          </p:nvCxnSpPr>
          <p:spPr>
            <a:xfrm rot="5400000">
              <a:off x="1504457" y="2380456"/>
              <a:ext cx="190500" cy="15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Arrow Connector 207">
              <a:extLst>
                <a:ext uri="{FF2B5EF4-FFF2-40B4-BE49-F238E27FC236}">
                  <a16:creationId xmlns:a16="http://schemas.microsoft.com/office/drawing/2014/main" id="{D8056C53-9D9A-44D5-AA9E-8E040D4E26DC}"/>
                </a:ext>
              </a:extLst>
            </p:cNvPr>
            <p:cNvCxnSpPr/>
            <p:nvPr/>
          </p:nvCxnSpPr>
          <p:spPr>
            <a:xfrm rot="5400000">
              <a:off x="1694925" y="2380456"/>
              <a:ext cx="190500" cy="15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Arrow Connector 208">
              <a:extLst>
                <a:ext uri="{FF2B5EF4-FFF2-40B4-BE49-F238E27FC236}">
                  <a16:creationId xmlns:a16="http://schemas.microsoft.com/office/drawing/2014/main" id="{5C95C5BB-963E-403B-B8EA-282E69D4087A}"/>
                </a:ext>
              </a:extLst>
            </p:cNvPr>
            <p:cNvCxnSpPr/>
            <p:nvPr/>
          </p:nvCxnSpPr>
          <p:spPr>
            <a:xfrm rot="5400000">
              <a:off x="2456798" y="2380456"/>
              <a:ext cx="190500" cy="15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Arrow Connector 209">
              <a:extLst>
                <a:ext uri="{FF2B5EF4-FFF2-40B4-BE49-F238E27FC236}">
                  <a16:creationId xmlns:a16="http://schemas.microsoft.com/office/drawing/2014/main" id="{670F5123-FE78-43B8-B6F9-E0F3F5C624B8}"/>
                </a:ext>
              </a:extLst>
            </p:cNvPr>
            <p:cNvCxnSpPr/>
            <p:nvPr/>
          </p:nvCxnSpPr>
          <p:spPr>
            <a:xfrm rot="5400000">
              <a:off x="2648852" y="2380456"/>
              <a:ext cx="190500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Arrow Connector 210">
              <a:extLst>
                <a:ext uri="{FF2B5EF4-FFF2-40B4-BE49-F238E27FC236}">
                  <a16:creationId xmlns:a16="http://schemas.microsoft.com/office/drawing/2014/main" id="{6B10456E-8144-4F89-95F2-F933E2C4B37F}"/>
                </a:ext>
              </a:extLst>
            </p:cNvPr>
            <p:cNvCxnSpPr/>
            <p:nvPr/>
          </p:nvCxnSpPr>
          <p:spPr>
            <a:xfrm rot="10800000">
              <a:off x="3048057" y="2705100"/>
              <a:ext cx="152374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Arrow Connector 212">
              <a:extLst>
                <a:ext uri="{FF2B5EF4-FFF2-40B4-BE49-F238E27FC236}">
                  <a16:creationId xmlns:a16="http://schemas.microsoft.com/office/drawing/2014/main" id="{47842A4F-9B6F-4C1B-B00B-397D36A38754}"/>
                </a:ext>
              </a:extLst>
            </p:cNvPr>
            <p:cNvCxnSpPr/>
            <p:nvPr/>
          </p:nvCxnSpPr>
          <p:spPr>
            <a:xfrm rot="10800000">
              <a:off x="152942" y="2741613"/>
              <a:ext cx="228562" cy="15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793" name="TextBox 213">
              <a:extLst>
                <a:ext uri="{FF2B5EF4-FFF2-40B4-BE49-F238E27FC236}">
                  <a16:creationId xmlns:a16="http://schemas.microsoft.com/office/drawing/2014/main" id="{D4CEF69D-C95F-43DA-AA43-15FBFA008C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28" y="2400300"/>
              <a:ext cx="398396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600"/>
                <a:t>c4</a:t>
              </a:r>
            </a:p>
          </p:txBody>
        </p: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1D736D85-EF7C-41AF-9E61-396D977ECA66}"/>
                </a:ext>
              </a:extLst>
            </p:cNvPr>
            <p:cNvCxnSpPr/>
            <p:nvPr/>
          </p:nvCxnSpPr>
          <p:spPr>
            <a:xfrm rot="5400000">
              <a:off x="2952782" y="2457450"/>
              <a:ext cx="4953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882F2596-89D5-45C0-90DD-A42341F362E0}"/>
                </a:ext>
              </a:extLst>
            </p:cNvPr>
            <p:cNvCxnSpPr/>
            <p:nvPr/>
          </p:nvCxnSpPr>
          <p:spPr>
            <a:xfrm rot="5400000">
              <a:off x="2152841" y="2381250"/>
              <a:ext cx="1905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ED41F880-87E0-424D-86C4-67BE890CB454}"/>
                </a:ext>
              </a:extLst>
            </p:cNvPr>
            <p:cNvCxnSpPr/>
            <p:nvPr/>
          </p:nvCxnSpPr>
          <p:spPr>
            <a:xfrm rot="5400000">
              <a:off x="1200501" y="2381250"/>
              <a:ext cx="1905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37EADBCB-564D-4D32-86D2-DF4F9ACA4A10}"/>
                </a:ext>
              </a:extLst>
            </p:cNvPr>
            <p:cNvCxnSpPr/>
            <p:nvPr/>
          </p:nvCxnSpPr>
          <p:spPr>
            <a:xfrm rot="10800000">
              <a:off x="3200432" y="2362200"/>
              <a:ext cx="190468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52">
            <a:extLst>
              <a:ext uri="{FF2B5EF4-FFF2-40B4-BE49-F238E27FC236}">
                <a16:creationId xmlns:a16="http://schemas.microsoft.com/office/drawing/2014/main" id="{79B865A3-5A3A-44AD-A0BF-8D4B6E3AA1C3}"/>
              </a:ext>
            </a:extLst>
          </p:cNvPr>
          <p:cNvGrpSpPr>
            <a:grpSpLocks/>
          </p:cNvGrpSpPr>
          <p:nvPr/>
        </p:nvGrpSpPr>
        <p:grpSpPr bwMode="auto">
          <a:xfrm>
            <a:off x="3962400" y="1249363"/>
            <a:ext cx="5105400" cy="5434012"/>
            <a:chOff x="3962400" y="1172899"/>
            <a:chExt cx="5105400" cy="5434336"/>
          </a:xfrm>
        </p:grpSpPr>
        <p:pic>
          <p:nvPicPr>
            <p:cNvPr id="28755" name="Picture 4" descr="Carry_Chain_block.bmp">
              <a:extLst>
                <a:ext uri="{FF2B5EF4-FFF2-40B4-BE49-F238E27FC236}">
                  <a16:creationId xmlns:a16="http://schemas.microsoft.com/office/drawing/2014/main" id="{F6E39CA1-EDBE-4E31-875A-80AD1E43BD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27" r="18732" b="30275"/>
            <a:stretch>
              <a:fillRect/>
            </a:stretch>
          </p:blipFill>
          <p:spPr bwMode="auto">
            <a:xfrm>
              <a:off x="5524500" y="1382509"/>
              <a:ext cx="3188263" cy="49039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A280F32-314B-43A1-B27E-0263A3D91BF7}"/>
                </a:ext>
              </a:extLst>
            </p:cNvPr>
            <p:cNvCxnSpPr/>
            <p:nvPr/>
          </p:nvCxnSpPr>
          <p:spPr>
            <a:xfrm>
              <a:off x="5829300" y="6259552"/>
              <a:ext cx="2133600" cy="0"/>
            </a:xfrm>
            <a:prstGeom prst="line">
              <a:avLst/>
            </a:prstGeom>
            <a:ln w="381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757" name="TextBox 7">
              <a:extLst>
                <a:ext uri="{FF2B5EF4-FFF2-40B4-BE49-F238E27FC236}">
                  <a16:creationId xmlns:a16="http://schemas.microsoft.com/office/drawing/2014/main" id="{D265B91D-D80A-4E0D-BF15-F0F5752717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2200" y="6210336"/>
              <a:ext cx="1073150" cy="3968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Carry in</a:t>
              </a:r>
            </a:p>
          </p:txBody>
        </p:sp>
        <p:sp>
          <p:nvSpPr>
            <p:cNvPr id="28758" name="TextBox 8">
              <a:extLst>
                <a:ext uri="{FF2B5EF4-FFF2-40B4-BE49-F238E27FC236}">
                  <a16:creationId xmlns:a16="http://schemas.microsoft.com/office/drawing/2014/main" id="{8A4DC7D3-D0E5-4F9C-BEF4-B921F3EDE1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48350" y="1172899"/>
              <a:ext cx="1227138" cy="3968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Carry out</a:t>
              </a:r>
            </a:p>
          </p:txBody>
        </p:sp>
        <p:sp>
          <p:nvSpPr>
            <p:cNvPr id="28759" name="Rectangle 8">
              <a:extLst>
                <a:ext uri="{FF2B5EF4-FFF2-40B4-BE49-F238E27FC236}">
                  <a16:creationId xmlns:a16="http://schemas.microsoft.com/office/drawing/2014/main" id="{9970F956-E993-45E7-A66C-2B9348165C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2500" y="1984171"/>
              <a:ext cx="768350" cy="103663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6-LUT</a:t>
              </a:r>
            </a:p>
          </p:txBody>
        </p:sp>
        <p:sp>
          <p:nvSpPr>
            <p:cNvPr id="28760" name="Rectangle 8">
              <a:extLst>
                <a:ext uri="{FF2B5EF4-FFF2-40B4-BE49-F238E27FC236}">
                  <a16:creationId xmlns:a16="http://schemas.microsoft.com/office/drawing/2014/main" id="{94C47DC9-8ABC-407A-A858-EEF41E765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6150" y="3508171"/>
              <a:ext cx="768350" cy="103663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6-LUT</a:t>
              </a:r>
            </a:p>
          </p:txBody>
        </p:sp>
        <p:sp>
          <p:nvSpPr>
            <p:cNvPr id="28761" name="Rectangle 8">
              <a:extLst>
                <a:ext uri="{FF2B5EF4-FFF2-40B4-BE49-F238E27FC236}">
                  <a16:creationId xmlns:a16="http://schemas.microsoft.com/office/drawing/2014/main" id="{AC248A49-C349-490E-9129-7D6132E9B4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2500" y="4955971"/>
              <a:ext cx="768350" cy="103663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6-LUT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24BFBC9C-7470-4785-B7D5-DE6B2E43FC45}"/>
                </a:ext>
              </a:extLst>
            </p:cNvPr>
            <p:cNvCxnSpPr/>
            <p:nvPr/>
          </p:nvCxnSpPr>
          <p:spPr>
            <a:xfrm>
              <a:off x="8648700" y="2563632"/>
              <a:ext cx="381000" cy="15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486A511A-FA08-4E07-A097-72DFCFE45AD0}"/>
                </a:ext>
              </a:extLst>
            </p:cNvPr>
            <p:cNvCxnSpPr/>
            <p:nvPr/>
          </p:nvCxnSpPr>
          <p:spPr>
            <a:xfrm>
              <a:off x="8686800" y="2866862"/>
              <a:ext cx="381000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FD106FA1-5A0F-4E9E-B327-2700B501FF15}"/>
                </a:ext>
              </a:extLst>
            </p:cNvPr>
            <p:cNvCxnSpPr/>
            <p:nvPr/>
          </p:nvCxnSpPr>
          <p:spPr>
            <a:xfrm>
              <a:off x="8686800" y="4049621"/>
              <a:ext cx="381000" cy="15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4C3125E-3A3E-4006-9F26-848DBFF6C12E}"/>
                </a:ext>
              </a:extLst>
            </p:cNvPr>
            <p:cNvCxnSpPr/>
            <p:nvPr/>
          </p:nvCxnSpPr>
          <p:spPr>
            <a:xfrm>
              <a:off x="8686800" y="4354439"/>
              <a:ext cx="381000" cy="15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31DEF840-02A4-4713-B082-A32EC1DA1969}"/>
                </a:ext>
              </a:extLst>
            </p:cNvPr>
            <p:cNvCxnSpPr/>
            <p:nvPr/>
          </p:nvCxnSpPr>
          <p:spPr>
            <a:xfrm>
              <a:off x="8648700" y="5000589"/>
              <a:ext cx="381000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0B7EF456-115D-41D0-B05A-9352B77D6EEE}"/>
                </a:ext>
              </a:extLst>
            </p:cNvPr>
            <p:cNvCxnSpPr/>
            <p:nvPr/>
          </p:nvCxnSpPr>
          <p:spPr>
            <a:xfrm>
              <a:off x="8648700" y="5535609"/>
              <a:ext cx="381000" cy="15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768" name="Line 9">
              <a:extLst>
                <a:ext uri="{FF2B5EF4-FFF2-40B4-BE49-F238E27FC236}">
                  <a16:creationId xmlns:a16="http://schemas.microsoft.com/office/drawing/2014/main" id="{02DCDB4B-D0B2-4F92-9099-4FC59E7108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0225" y="2141334"/>
              <a:ext cx="42227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69" name="Line 10">
              <a:extLst>
                <a:ext uri="{FF2B5EF4-FFF2-40B4-BE49-F238E27FC236}">
                  <a16:creationId xmlns:a16="http://schemas.microsoft.com/office/drawing/2014/main" id="{6E9A391E-906E-405E-8843-20816C6FCB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0225" y="2677909"/>
              <a:ext cx="42227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70" name="Text Box 14">
              <a:extLst>
                <a:ext uri="{FF2B5EF4-FFF2-40B4-BE49-F238E27FC236}">
                  <a16:creationId xmlns:a16="http://schemas.microsoft.com/office/drawing/2014/main" id="{252DF79E-E43A-4042-817C-3932AE1ED0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2400" y="1934944"/>
              <a:ext cx="446088" cy="3968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A</a:t>
              </a:r>
              <a:r>
                <a:rPr lang="en-US" altLang="en-US" sz="2000" baseline="-25000"/>
                <a:t>3</a:t>
              </a:r>
            </a:p>
          </p:txBody>
        </p:sp>
        <p:sp>
          <p:nvSpPr>
            <p:cNvPr id="28771" name="Text Box 14">
              <a:extLst>
                <a:ext uri="{FF2B5EF4-FFF2-40B4-BE49-F238E27FC236}">
                  <a16:creationId xmlns:a16="http://schemas.microsoft.com/office/drawing/2014/main" id="{AF5DBA59-B299-4CE5-994E-859A93D1EA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2400" y="2506478"/>
              <a:ext cx="446088" cy="3968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B</a:t>
              </a:r>
              <a:r>
                <a:rPr lang="en-US" altLang="en-US" sz="2000" baseline="-25000"/>
                <a:t>3</a:t>
              </a:r>
            </a:p>
          </p:txBody>
        </p:sp>
        <p:sp>
          <p:nvSpPr>
            <p:cNvPr id="28772" name="Line 9">
              <a:extLst>
                <a:ext uri="{FF2B5EF4-FFF2-40B4-BE49-F238E27FC236}">
                  <a16:creationId xmlns:a16="http://schemas.microsoft.com/office/drawing/2014/main" id="{906F5B05-DF69-4044-A7E5-4AE756D96A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0225" y="3722484"/>
              <a:ext cx="42227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73" name="Line 10">
              <a:extLst>
                <a:ext uri="{FF2B5EF4-FFF2-40B4-BE49-F238E27FC236}">
                  <a16:creationId xmlns:a16="http://schemas.microsoft.com/office/drawing/2014/main" id="{BA0E6AAE-500B-4D71-8EB8-5B2BEA1E2F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0225" y="4259059"/>
              <a:ext cx="42227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74" name="Text Box 14">
              <a:extLst>
                <a:ext uri="{FF2B5EF4-FFF2-40B4-BE49-F238E27FC236}">
                  <a16:creationId xmlns:a16="http://schemas.microsoft.com/office/drawing/2014/main" id="{BFEF8BF6-729D-4939-96BE-010F026E13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2400" y="3516188"/>
              <a:ext cx="446088" cy="3968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A</a:t>
              </a:r>
              <a:r>
                <a:rPr lang="en-US" altLang="en-US" sz="2000" baseline="-25000"/>
                <a:t>2</a:t>
              </a:r>
            </a:p>
          </p:txBody>
        </p:sp>
        <p:sp>
          <p:nvSpPr>
            <p:cNvPr id="28775" name="Text Box 14">
              <a:extLst>
                <a:ext uri="{FF2B5EF4-FFF2-40B4-BE49-F238E27FC236}">
                  <a16:creationId xmlns:a16="http://schemas.microsoft.com/office/drawing/2014/main" id="{98C1D540-B782-42C4-94D1-FF632A9F75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2400" y="4087722"/>
              <a:ext cx="446088" cy="3968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B</a:t>
              </a:r>
              <a:r>
                <a:rPr lang="en-US" altLang="en-US" sz="2000" baseline="-25000"/>
                <a:t>2</a:t>
              </a:r>
            </a:p>
          </p:txBody>
        </p:sp>
        <p:sp>
          <p:nvSpPr>
            <p:cNvPr id="28776" name="Line 9">
              <a:extLst>
                <a:ext uri="{FF2B5EF4-FFF2-40B4-BE49-F238E27FC236}">
                  <a16:creationId xmlns:a16="http://schemas.microsoft.com/office/drawing/2014/main" id="{1F1209FE-CAB8-4E67-B43D-55288595EA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0225" y="5189334"/>
              <a:ext cx="42227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77" name="Line 10">
              <a:extLst>
                <a:ext uri="{FF2B5EF4-FFF2-40B4-BE49-F238E27FC236}">
                  <a16:creationId xmlns:a16="http://schemas.microsoft.com/office/drawing/2014/main" id="{78867DCF-3EE8-469F-A5CA-141D9A5BE2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0225" y="5725909"/>
              <a:ext cx="42227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78" name="Text Box 14">
              <a:extLst>
                <a:ext uri="{FF2B5EF4-FFF2-40B4-BE49-F238E27FC236}">
                  <a16:creationId xmlns:a16="http://schemas.microsoft.com/office/drawing/2014/main" id="{C3ED911F-F766-4324-A5E0-656C4FC013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2400" y="4983126"/>
              <a:ext cx="446088" cy="3968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A</a:t>
              </a:r>
              <a:r>
                <a:rPr lang="en-US" altLang="en-US" sz="2000" baseline="-25000"/>
                <a:t>1</a:t>
              </a:r>
            </a:p>
          </p:txBody>
        </p:sp>
        <p:sp>
          <p:nvSpPr>
            <p:cNvPr id="28779" name="Text Box 14">
              <a:extLst>
                <a:ext uri="{FF2B5EF4-FFF2-40B4-BE49-F238E27FC236}">
                  <a16:creationId xmlns:a16="http://schemas.microsoft.com/office/drawing/2014/main" id="{3CCB8D50-EB1F-4D42-A31C-E010F54A5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2400" y="5554660"/>
              <a:ext cx="446088" cy="3968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/>
                <a:t>B</a:t>
              </a:r>
              <a:r>
                <a:rPr lang="en-US" altLang="en-US" sz="2000" baseline="-25000"/>
                <a:t>1</a:t>
              </a:r>
            </a:p>
          </p:txBody>
        </p:sp>
        <p:sp>
          <p:nvSpPr>
            <p:cNvPr id="28780" name="TextBox 239">
              <a:extLst>
                <a:ext uri="{FF2B5EF4-FFF2-40B4-BE49-F238E27FC236}">
                  <a16:creationId xmlns:a16="http://schemas.microsoft.com/office/drawing/2014/main" id="{C064CF61-F56C-4BBC-9EE2-5C42F5F9B1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15300" y="2487427"/>
              <a:ext cx="844550" cy="3667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800"/>
                <a:t>Sum 3</a:t>
              </a:r>
            </a:p>
          </p:txBody>
        </p:sp>
        <p:sp>
          <p:nvSpPr>
            <p:cNvPr id="28781" name="TextBox 240">
              <a:extLst>
                <a:ext uri="{FF2B5EF4-FFF2-40B4-BE49-F238E27FC236}">
                  <a16:creationId xmlns:a16="http://schemas.microsoft.com/office/drawing/2014/main" id="{344676A5-4750-4C7D-B241-C673A21629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40700" y="3973416"/>
              <a:ext cx="844550" cy="3667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800"/>
                <a:t>Sum 2</a:t>
              </a:r>
            </a:p>
          </p:txBody>
        </p:sp>
        <p:sp>
          <p:nvSpPr>
            <p:cNvPr id="28782" name="TextBox 241">
              <a:extLst>
                <a:ext uri="{FF2B5EF4-FFF2-40B4-BE49-F238E27FC236}">
                  <a16:creationId xmlns:a16="http://schemas.microsoft.com/office/drawing/2014/main" id="{2C130C20-22B0-4C74-ABCA-DC8B37E2E9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40700" y="5459404"/>
              <a:ext cx="844550" cy="3667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800"/>
                <a:t>Sum 1</a:t>
              </a:r>
            </a:p>
          </p:txBody>
        </p:sp>
      </p:grpSp>
      <p:grpSp>
        <p:nvGrpSpPr>
          <p:cNvPr id="4" name="Group 251">
            <a:extLst>
              <a:ext uri="{FF2B5EF4-FFF2-40B4-BE49-F238E27FC236}">
                <a16:creationId xmlns:a16="http://schemas.microsoft.com/office/drawing/2014/main" id="{2643BD76-CB9A-4158-9810-432C92DAB1EC}"/>
              </a:ext>
            </a:extLst>
          </p:cNvPr>
          <p:cNvGrpSpPr>
            <a:grpSpLocks/>
          </p:cNvGrpSpPr>
          <p:nvPr/>
        </p:nvGrpSpPr>
        <p:grpSpPr bwMode="auto">
          <a:xfrm>
            <a:off x="0" y="3281363"/>
            <a:ext cx="3657600" cy="2967037"/>
            <a:chOff x="0" y="3204746"/>
            <a:chExt cx="3657600" cy="2967454"/>
          </a:xfrm>
        </p:grpSpPr>
        <p:sp>
          <p:nvSpPr>
            <p:cNvPr id="28692" name="Rectangle 33">
              <a:extLst>
                <a:ext uri="{FF2B5EF4-FFF2-40B4-BE49-F238E27FC236}">
                  <a16:creationId xmlns:a16="http://schemas.microsoft.com/office/drawing/2014/main" id="{E18F668A-75B6-45C7-A822-35AAA9188E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700" y="3695700"/>
              <a:ext cx="2781300" cy="24765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endParaRPr lang="en-US" altLang="en-US" sz="2000"/>
            </a:p>
          </p:txBody>
        </p:sp>
        <p:sp>
          <p:nvSpPr>
            <p:cNvPr id="28693" name="Rectangle 34">
              <a:extLst>
                <a:ext uri="{FF2B5EF4-FFF2-40B4-BE49-F238E27FC236}">
                  <a16:creationId xmlns:a16="http://schemas.microsoft.com/office/drawing/2014/main" id="{D93BC2FD-7294-4E6D-90CD-CA300A4478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3900" y="4648200"/>
              <a:ext cx="588011" cy="537569"/>
            </a:xfrm>
            <a:prstGeom prst="rect">
              <a:avLst/>
            </a:prstGeom>
            <a:solidFill>
              <a:schemeClr val="hlink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800">
                  <a:solidFill>
                    <a:srgbClr val="FFFFFF"/>
                  </a:solidFill>
                </a:rPr>
                <a:t>G1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endParaRPr lang="en-US" altLang="en-US" sz="1800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184F594-C4F2-4F7A-AD57-4528CA78B2CA}"/>
                </a:ext>
              </a:extLst>
            </p:cNvPr>
            <p:cNvCxnSpPr>
              <a:stCxn id="28695" idx="2"/>
              <a:endCxn id="28693" idx="0"/>
            </p:cNvCxnSpPr>
            <p:nvPr/>
          </p:nvCxnSpPr>
          <p:spPr>
            <a:xfrm rot="16200000" flipH="1">
              <a:off x="843733" y="4474130"/>
              <a:ext cx="342948" cy="4763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695" name="Rectangle 36">
              <a:extLst>
                <a:ext uri="{FF2B5EF4-FFF2-40B4-BE49-F238E27FC236}">
                  <a16:creationId xmlns:a16="http://schemas.microsoft.com/office/drawing/2014/main" id="{9C1D2181-C1B0-4599-8153-4E55504A80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3900" y="3757612"/>
              <a:ext cx="579437" cy="547688"/>
            </a:xfrm>
            <a:prstGeom prst="rect">
              <a:avLst/>
            </a:prstGeom>
            <a:solidFill>
              <a:schemeClr val="hlink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800">
                  <a:solidFill>
                    <a:srgbClr val="FFFFFF"/>
                  </a:solidFill>
                </a:rPr>
                <a:t>P1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endParaRPr lang="en-US" altLang="en-US" sz="1800"/>
            </a:p>
          </p:txBody>
        </p:sp>
        <p:sp>
          <p:nvSpPr>
            <p:cNvPr id="28696" name="Rectangle 37">
              <a:extLst>
                <a:ext uri="{FF2B5EF4-FFF2-40B4-BE49-F238E27FC236}">
                  <a16:creationId xmlns:a16="http://schemas.microsoft.com/office/drawing/2014/main" id="{316561A8-11D1-4623-A66B-BC60237E08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5963" y="5524500"/>
              <a:ext cx="579437" cy="547688"/>
            </a:xfrm>
            <a:prstGeom prst="rect">
              <a:avLst/>
            </a:prstGeom>
            <a:solidFill>
              <a:schemeClr val="hlink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800">
                  <a:solidFill>
                    <a:srgbClr val="FFFFFF"/>
                  </a:solidFill>
                </a:rPr>
                <a:t>Sum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800">
                  <a:solidFill>
                    <a:srgbClr val="FFFFFF"/>
                  </a:solidFill>
                </a:rPr>
                <a:t>1</a:t>
              </a:r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B8B27D7-F252-4D77-A5FE-B3373D4C0839}"/>
                </a:ext>
              </a:extLst>
            </p:cNvPr>
            <p:cNvCxnSpPr/>
            <p:nvPr/>
          </p:nvCxnSpPr>
          <p:spPr>
            <a:xfrm rot="16200000" flipH="1">
              <a:off x="854845" y="5350554"/>
              <a:ext cx="342948" cy="476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698" name="Rectangle 44">
              <a:extLst>
                <a:ext uri="{FF2B5EF4-FFF2-40B4-BE49-F238E27FC236}">
                  <a16:creationId xmlns:a16="http://schemas.microsoft.com/office/drawing/2014/main" id="{5617564A-F9D6-4292-B519-FC9B699ED2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4500" y="3757612"/>
              <a:ext cx="579437" cy="547688"/>
            </a:xfrm>
            <a:prstGeom prst="rect">
              <a:avLst/>
            </a:prstGeom>
            <a:solidFill>
              <a:schemeClr val="hlink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800">
                  <a:solidFill>
                    <a:srgbClr val="FFFFFF"/>
                  </a:solidFill>
                </a:rPr>
                <a:t>CLB</a:t>
              </a:r>
            </a:p>
          </p:txBody>
        </p:sp>
        <p:sp>
          <p:nvSpPr>
            <p:cNvPr id="28699" name="Rectangle 45">
              <a:extLst>
                <a:ext uri="{FF2B5EF4-FFF2-40B4-BE49-F238E27FC236}">
                  <a16:creationId xmlns:a16="http://schemas.microsoft.com/office/drawing/2014/main" id="{3271FC31-DCD6-4A0C-8D1C-A4C0937787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3200" y="3771900"/>
              <a:ext cx="579437" cy="547688"/>
            </a:xfrm>
            <a:prstGeom prst="rect">
              <a:avLst/>
            </a:prstGeom>
            <a:solidFill>
              <a:schemeClr val="hlink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800">
                  <a:solidFill>
                    <a:srgbClr val="FFFFFF"/>
                  </a:solidFill>
                </a:rPr>
                <a:t>P2</a:t>
              </a:r>
            </a:p>
          </p:txBody>
        </p:sp>
        <p:sp>
          <p:nvSpPr>
            <p:cNvPr id="28700" name="Rectangle 49">
              <a:extLst>
                <a:ext uri="{FF2B5EF4-FFF2-40B4-BE49-F238E27FC236}">
                  <a16:creationId xmlns:a16="http://schemas.microsoft.com/office/drawing/2014/main" id="{699FB59F-51F4-433A-B0CA-DBBAA2C90A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4500" y="4657724"/>
              <a:ext cx="579437" cy="547688"/>
            </a:xfrm>
            <a:prstGeom prst="rect">
              <a:avLst/>
            </a:prstGeom>
            <a:solidFill>
              <a:schemeClr val="hlink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800">
                  <a:solidFill>
                    <a:srgbClr val="FFFFFF"/>
                  </a:solidFill>
                </a:rPr>
                <a:t>Carry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800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28701" name="Rectangle 50">
              <a:extLst>
                <a:ext uri="{FF2B5EF4-FFF2-40B4-BE49-F238E27FC236}">
                  <a16:creationId xmlns:a16="http://schemas.microsoft.com/office/drawing/2014/main" id="{E992729C-4E8E-4F8A-8897-31B57D1F9B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3200" y="4672012"/>
              <a:ext cx="579437" cy="547688"/>
            </a:xfrm>
            <a:prstGeom prst="rect">
              <a:avLst/>
            </a:prstGeom>
            <a:solidFill>
              <a:schemeClr val="hlink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800">
                  <a:solidFill>
                    <a:srgbClr val="FFFFFF"/>
                  </a:solidFill>
                </a:rPr>
                <a:t>G2</a:t>
              </a:r>
            </a:p>
          </p:txBody>
        </p:sp>
        <p:sp>
          <p:nvSpPr>
            <p:cNvPr id="28702" name="Rectangle 54">
              <a:extLst>
                <a:ext uri="{FF2B5EF4-FFF2-40B4-BE49-F238E27FC236}">
                  <a16:creationId xmlns:a16="http://schemas.microsoft.com/office/drawing/2014/main" id="{30B0DDB1-A0E7-4599-814A-378E6E0731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4500" y="5534024"/>
              <a:ext cx="579437" cy="547688"/>
            </a:xfrm>
            <a:prstGeom prst="rect">
              <a:avLst/>
            </a:prstGeom>
            <a:solidFill>
              <a:schemeClr val="hlink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800">
                  <a:solidFill>
                    <a:srgbClr val="FFFFFF"/>
                  </a:solidFill>
                </a:rPr>
                <a:t>CLB</a:t>
              </a:r>
            </a:p>
          </p:txBody>
        </p:sp>
        <p:sp>
          <p:nvSpPr>
            <p:cNvPr id="28703" name="Rectangle 55">
              <a:extLst>
                <a:ext uri="{FF2B5EF4-FFF2-40B4-BE49-F238E27FC236}">
                  <a16:creationId xmlns:a16="http://schemas.microsoft.com/office/drawing/2014/main" id="{5C982851-39DA-4DA6-99F0-69F6FB52D7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3200" y="5548312"/>
              <a:ext cx="579437" cy="547688"/>
            </a:xfrm>
            <a:prstGeom prst="rect">
              <a:avLst/>
            </a:prstGeom>
            <a:solidFill>
              <a:schemeClr val="hlink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800">
                  <a:solidFill>
                    <a:srgbClr val="FFFFFF"/>
                  </a:solidFill>
                </a:rPr>
                <a:t>Sum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800">
                  <a:solidFill>
                    <a:srgbClr val="FFFFFF"/>
                  </a:solidFill>
                </a:rPr>
                <a:t>2</a:t>
              </a:r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04E883B1-336C-4D16-A294-A9B93BA22864}"/>
                </a:ext>
              </a:extLst>
            </p:cNvPr>
            <p:cNvCxnSpPr/>
            <p:nvPr/>
          </p:nvCxnSpPr>
          <p:spPr>
            <a:xfrm rot="16200000" flipH="1">
              <a:off x="1872433" y="4474130"/>
              <a:ext cx="342948" cy="4763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8AAE1FF5-42A5-4E4E-BCF3-11917511A70B}"/>
                </a:ext>
              </a:extLst>
            </p:cNvPr>
            <p:cNvCxnSpPr/>
            <p:nvPr/>
          </p:nvCxnSpPr>
          <p:spPr>
            <a:xfrm rot="16200000" flipH="1">
              <a:off x="1883545" y="5350554"/>
              <a:ext cx="342948" cy="476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47DEC7B-7793-468D-8B14-A417E2F07C59}"/>
                </a:ext>
              </a:extLst>
            </p:cNvPr>
            <p:cNvCxnSpPr/>
            <p:nvPr/>
          </p:nvCxnSpPr>
          <p:spPr>
            <a:xfrm rot="16200000" flipH="1">
              <a:off x="2878908" y="4474130"/>
              <a:ext cx="342948" cy="4763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FCCA747E-0B01-4CFE-897F-C6C2DDD18E67}"/>
                </a:ext>
              </a:extLst>
            </p:cNvPr>
            <p:cNvCxnSpPr/>
            <p:nvPr/>
          </p:nvCxnSpPr>
          <p:spPr>
            <a:xfrm rot="16200000" flipH="1">
              <a:off x="2889227" y="5389452"/>
              <a:ext cx="342948" cy="3175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A1C371DB-6C2E-40DB-A6C2-F549C5D2DD63}"/>
                </a:ext>
              </a:extLst>
            </p:cNvPr>
            <p:cNvCxnSpPr>
              <a:stCxn id="28695" idx="3"/>
              <a:endCxn id="28698" idx="1"/>
            </p:cNvCxnSpPr>
            <p:nvPr/>
          </p:nvCxnSpPr>
          <p:spPr>
            <a:xfrm>
              <a:off x="1303338" y="4031949"/>
              <a:ext cx="411162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3CEB84A2-DFD4-4FB3-B636-4B080834058B}"/>
                </a:ext>
              </a:extLst>
            </p:cNvPr>
            <p:cNvCxnSpPr/>
            <p:nvPr/>
          </p:nvCxnSpPr>
          <p:spPr>
            <a:xfrm>
              <a:off x="2286000" y="4038300"/>
              <a:ext cx="4572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2F667A03-3F3F-4B0C-B257-888202D1EFBF}"/>
                </a:ext>
              </a:extLst>
            </p:cNvPr>
            <p:cNvCxnSpPr/>
            <p:nvPr/>
          </p:nvCxnSpPr>
          <p:spPr>
            <a:xfrm>
              <a:off x="1295400" y="4946478"/>
              <a:ext cx="411163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6F391CD0-929E-4D10-8FCD-05A3E12D09F4}"/>
                </a:ext>
              </a:extLst>
            </p:cNvPr>
            <p:cNvCxnSpPr/>
            <p:nvPr/>
          </p:nvCxnSpPr>
          <p:spPr>
            <a:xfrm>
              <a:off x="2278063" y="4952829"/>
              <a:ext cx="4572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19BA8B3D-00ED-487B-9F88-ECE5284228C7}"/>
                </a:ext>
              </a:extLst>
            </p:cNvPr>
            <p:cNvCxnSpPr/>
            <p:nvPr/>
          </p:nvCxnSpPr>
          <p:spPr>
            <a:xfrm>
              <a:off x="1295400" y="5822901"/>
              <a:ext cx="411163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9D263CEE-9AE1-4E3C-90E6-67B8DDCAAB70}"/>
                </a:ext>
              </a:extLst>
            </p:cNvPr>
            <p:cNvCxnSpPr/>
            <p:nvPr/>
          </p:nvCxnSpPr>
          <p:spPr>
            <a:xfrm>
              <a:off x="2278063" y="5829252"/>
              <a:ext cx="457200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5E233C15-6207-4264-8EA9-9F7E48BD6628}"/>
                </a:ext>
              </a:extLst>
            </p:cNvPr>
            <p:cNvSpPr/>
            <p:nvPr/>
          </p:nvSpPr>
          <p:spPr>
            <a:xfrm>
              <a:off x="1447800" y="5753041"/>
              <a:ext cx="114300" cy="11431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defRPr/>
              </a:pPr>
              <a:endParaRPr lang="en-US" altLang="en-US" sz="2000">
                <a:solidFill>
                  <a:srgbClr val="FFFFFF"/>
                </a:solidFill>
              </a:endParaRPr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17B61837-5E0D-4CD1-814E-038559D3E2F9}"/>
                </a:ext>
              </a:extLst>
            </p:cNvPr>
            <p:cNvSpPr/>
            <p:nvPr/>
          </p:nvSpPr>
          <p:spPr>
            <a:xfrm>
              <a:off x="1457325" y="5419619"/>
              <a:ext cx="1017588" cy="363589"/>
            </a:xfrm>
            <a:custGeom>
              <a:avLst/>
              <a:gdLst>
                <a:gd name="connsiteX0" fmla="*/ 0 w 1017037"/>
                <a:gd name="connsiteY0" fmla="*/ 363893 h 363893"/>
                <a:gd name="connsiteX1" fmla="*/ 0 w 1017037"/>
                <a:gd name="connsiteY1" fmla="*/ 0 h 363893"/>
                <a:gd name="connsiteX2" fmla="*/ 1017037 w 1017037"/>
                <a:gd name="connsiteY2" fmla="*/ 0 h 363893"/>
                <a:gd name="connsiteX3" fmla="*/ 1017037 w 1017037"/>
                <a:gd name="connsiteY3" fmla="*/ 363893 h 363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037" h="363893">
                  <a:moveTo>
                    <a:pt x="0" y="363893"/>
                  </a:moveTo>
                  <a:lnTo>
                    <a:pt x="0" y="0"/>
                  </a:lnTo>
                  <a:lnTo>
                    <a:pt x="1017037" y="0"/>
                  </a:lnTo>
                  <a:lnTo>
                    <a:pt x="1017037" y="363893"/>
                  </a:lnTo>
                </a:path>
              </a:pathLst>
            </a:cu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defRPr/>
              </a:pPr>
              <a:endParaRPr lang="en-US" sz="2000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71774394-2008-443B-9C50-EE87B7F87979}"/>
                </a:ext>
              </a:extLst>
            </p:cNvPr>
            <p:cNvSpPr/>
            <p:nvPr/>
          </p:nvSpPr>
          <p:spPr>
            <a:xfrm>
              <a:off x="2438400" y="5753041"/>
              <a:ext cx="114300" cy="11431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defRPr/>
              </a:pPr>
              <a:endParaRPr lang="en-US" altLang="en-US" sz="2000">
                <a:solidFill>
                  <a:srgbClr val="FFFFFF"/>
                </a:solidFill>
              </a:endParaRPr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B1B9CDDF-BFE6-4D1D-9A92-FDEE7A5D62F7}"/>
                </a:ext>
              </a:extLst>
            </p:cNvPr>
            <p:cNvSpPr/>
            <p:nvPr/>
          </p:nvSpPr>
          <p:spPr>
            <a:xfrm>
              <a:off x="1497013" y="5351348"/>
              <a:ext cx="2122487" cy="439799"/>
            </a:xfrm>
            <a:custGeom>
              <a:avLst/>
              <a:gdLst>
                <a:gd name="connsiteX0" fmla="*/ 0 w 1017037"/>
                <a:gd name="connsiteY0" fmla="*/ 363893 h 363893"/>
                <a:gd name="connsiteX1" fmla="*/ 0 w 1017037"/>
                <a:gd name="connsiteY1" fmla="*/ 0 h 363893"/>
                <a:gd name="connsiteX2" fmla="*/ 1017037 w 1017037"/>
                <a:gd name="connsiteY2" fmla="*/ 0 h 363893"/>
                <a:gd name="connsiteX3" fmla="*/ 1017037 w 1017037"/>
                <a:gd name="connsiteY3" fmla="*/ 363893 h 363893"/>
                <a:gd name="connsiteX0" fmla="*/ 0 w 1017037"/>
                <a:gd name="connsiteY0" fmla="*/ 363893 h 363893"/>
                <a:gd name="connsiteX1" fmla="*/ 0 w 1017037"/>
                <a:gd name="connsiteY1" fmla="*/ 0 h 363893"/>
                <a:gd name="connsiteX2" fmla="*/ 1017037 w 1017037"/>
                <a:gd name="connsiteY2" fmla="*/ 0 h 363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7037" h="363893">
                  <a:moveTo>
                    <a:pt x="0" y="363893"/>
                  </a:moveTo>
                  <a:lnTo>
                    <a:pt x="0" y="0"/>
                  </a:lnTo>
                  <a:lnTo>
                    <a:pt x="1017037" y="0"/>
                  </a:lnTo>
                </a:path>
              </a:pathLst>
            </a:cu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defRPr/>
              </a:pPr>
              <a:endParaRPr lang="en-US" sz="2000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B4269B10-A7F8-44C0-8FB0-68CA0E66C535}"/>
                </a:ext>
              </a:extLst>
            </p:cNvPr>
            <p:cNvSpPr/>
            <p:nvPr/>
          </p:nvSpPr>
          <p:spPr>
            <a:xfrm>
              <a:off x="1447800" y="3962089"/>
              <a:ext cx="114300" cy="11431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defRPr/>
              </a:pPr>
              <a:endParaRPr lang="en-US" altLang="en-US" sz="2000">
                <a:solidFill>
                  <a:srgbClr val="FFFFFF"/>
                </a:solidFill>
              </a:endParaRPr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EEC8CD84-C954-4820-83D6-FB37908EB750}"/>
                </a:ext>
              </a:extLst>
            </p:cNvPr>
            <p:cNvSpPr/>
            <p:nvPr/>
          </p:nvSpPr>
          <p:spPr>
            <a:xfrm>
              <a:off x="2438400" y="3962089"/>
              <a:ext cx="114300" cy="11431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defRPr/>
              </a:pPr>
              <a:endParaRPr lang="en-US" altLang="en-US" sz="2000">
                <a:solidFill>
                  <a:srgbClr val="FFFFFF"/>
                </a:solidFill>
              </a:endParaRPr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01939E84-7581-4441-90A7-7C6D062A33E0}"/>
                </a:ext>
              </a:extLst>
            </p:cNvPr>
            <p:cNvSpPr/>
            <p:nvPr/>
          </p:nvSpPr>
          <p:spPr>
            <a:xfrm>
              <a:off x="1447800" y="4876618"/>
              <a:ext cx="114300" cy="11431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defRPr/>
              </a:pPr>
              <a:endParaRPr lang="en-US" altLang="en-US" sz="2000">
                <a:solidFill>
                  <a:srgbClr val="FFFFFF"/>
                </a:solidFill>
              </a:endParaRPr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73F2386D-9D7B-4DAF-8F16-78E8E517D1E1}"/>
                </a:ext>
              </a:extLst>
            </p:cNvPr>
            <p:cNvSpPr/>
            <p:nvPr/>
          </p:nvSpPr>
          <p:spPr>
            <a:xfrm>
              <a:off x="2438400" y="4876618"/>
              <a:ext cx="114300" cy="11431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defRPr/>
              </a:pPr>
              <a:endParaRPr lang="en-US" altLang="en-US" sz="2000">
                <a:solidFill>
                  <a:srgbClr val="FFFFFF"/>
                </a:solidFill>
              </a:endParaRPr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E74E185E-CB6E-4FB5-9F06-CDE0BD67E029}"/>
                </a:ext>
              </a:extLst>
            </p:cNvPr>
            <p:cNvSpPr/>
            <p:nvPr/>
          </p:nvSpPr>
          <p:spPr>
            <a:xfrm>
              <a:off x="952500" y="4419354"/>
              <a:ext cx="114300" cy="11431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defRPr/>
              </a:pPr>
              <a:endParaRPr lang="en-US" altLang="en-US" sz="2000">
                <a:solidFill>
                  <a:srgbClr val="FFFFFF"/>
                </a:solidFill>
              </a:endParaRPr>
            </a:p>
          </p:txBody>
        </p:sp>
        <p:sp>
          <p:nvSpPr>
            <p:cNvPr id="188" name="Oval 187">
              <a:extLst>
                <a:ext uri="{FF2B5EF4-FFF2-40B4-BE49-F238E27FC236}">
                  <a16:creationId xmlns:a16="http://schemas.microsoft.com/office/drawing/2014/main" id="{56F555FB-52B5-4A76-8E3B-0B576D243A53}"/>
                </a:ext>
              </a:extLst>
            </p:cNvPr>
            <p:cNvSpPr/>
            <p:nvPr/>
          </p:nvSpPr>
          <p:spPr>
            <a:xfrm>
              <a:off x="952500" y="5295777"/>
              <a:ext cx="114300" cy="114316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defRPr/>
              </a:pPr>
              <a:endParaRPr lang="en-US" altLang="en-US" sz="2000">
                <a:solidFill>
                  <a:srgbClr val="FFFFFF"/>
                </a:solidFill>
              </a:endParaRPr>
            </a:p>
          </p:txBody>
        </p:sp>
        <p:sp>
          <p:nvSpPr>
            <p:cNvPr id="28724" name="Line 10">
              <a:extLst>
                <a:ext uri="{FF2B5EF4-FFF2-40B4-BE49-F238E27FC236}">
                  <a16:creationId xmlns:a16="http://schemas.microsoft.com/office/drawing/2014/main" id="{C995E052-521A-4FB5-8004-E3D001B197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7200" y="5715000"/>
              <a:ext cx="2667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25" name="Text Box 14">
              <a:extLst>
                <a:ext uri="{FF2B5EF4-FFF2-40B4-BE49-F238E27FC236}">
                  <a16:creationId xmlns:a16="http://schemas.microsoft.com/office/drawing/2014/main" id="{734742C2-DA84-4B48-B4FA-9881313E4F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36" y="5281196"/>
              <a:ext cx="39626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600"/>
                <a:t>A</a:t>
              </a:r>
              <a:r>
                <a:rPr lang="en-US" altLang="en-US" sz="1600" baseline="-25000"/>
                <a:t>1</a:t>
              </a:r>
            </a:p>
          </p:txBody>
        </p:sp>
        <p:sp>
          <p:nvSpPr>
            <p:cNvPr id="28726" name="Text Box 14">
              <a:extLst>
                <a:ext uri="{FF2B5EF4-FFF2-40B4-BE49-F238E27FC236}">
                  <a16:creationId xmlns:a16="http://schemas.microsoft.com/office/drawing/2014/main" id="{811F46AB-43BA-4145-A6F2-B2E3251FCD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36" y="5528846"/>
              <a:ext cx="39626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600"/>
                <a:t>B</a:t>
              </a:r>
              <a:r>
                <a:rPr lang="en-US" altLang="en-US" sz="1600" baseline="-25000"/>
                <a:t>1</a:t>
              </a:r>
            </a:p>
          </p:txBody>
        </p:sp>
        <p:sp>
          <p:nvSpPr>
            <p:cNvPr id="28727" name="Line 10">
              <a:extLst>
                <a:ext uri="{FF2B5EF4-FFF2-40B4-BE49-F238E27FC236}">
                  <a16:creationId xmlns:a16="http://schemas.microsoft.com/office/drawing/2014/main" id="{B880C6D7-06EE-46E4-91B4-76D5F86D2C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7200" y="5567006"/>
              <a:ext cx="2667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28" name="Line 10">
              <a:extLst>
                <a:ext uri="{FF2B5EF4-FFF2-40B4-BE49-F238E27FC236}">
                  <a16:creationId xmlns:a16="http://schemas.microsoft.com/office/drawing/2014/main" id="{F0F5D680-D1BA-4BCF-8FD8-87FDAB89F1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5300" y="4838700"/>
              <a:ext cx="2667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29" name="Text Box 14">
              <a:extLst>
                <a:ext uri="{FF2B5EF4-FFF2-40B4-BE49-F238E27FC236}">
                  <a16:creationId xmlns:a16="http://schemas.microsoft.com/office/drawing/2014/main" id="{995D051C-A7EC-477B-929F-6EAE4D0D62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36" y="4404896"/>
              <a:ext cx="39626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600"/>
                <a:t>A</a:t>
              </a:r>
              <a:r>
                <a:rPr lang="en-US" altLang="en-US" sz="1600" baseline="-25000"/>
                <a:t>1</a:t>
              </a:r>
            </a:p>
          </p:txBody>
        </p:sp>
        <p:sp>
          <p:nvSpPr>
            <p:cNvPr id="28730" name="Text Box 14">
              <a:extLst>
                <a:ext uri="{FF2B5EF4-FFF2-40B4-BE49-F238E27FC236}">
                  <a16:creationId xmlns:a16="http://schemas.microsoft.com/office/drawing/2014/main" id="{30708F70-F39D-478D-BB90-3F3F5A098C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36" y="4652546"/>
              <a:ext cx="39626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600"/>
                <a:t>B</a:t>
              </a:r>
              <a:r>
                <a:rPr lang="en-US" altLang="en-US" sz="1600" baseline="-25000"/>
                <a:t>1</a:t>
              </a:r>
            </a:p>
          </p:txBody>
        </p:sp>
        <p:sp>
          <p:nvSpPr>
            <p:cNvPr id="28731" name="Line 10">
              <a:extLst>
                <a:ext uri="{FF2B5EF4-FFF2-40B4-BE49-F238E27FC236}">
                  <a16:creationId xmlns:a16="http://schemas.microsoft.com/office/drawing/2014/main" id="{77039FD6-D03A-43CC-94AE-9AC0DB52C3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5300" y="4690706"/>
              <a:ext cx="2667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32" name="Line 10">
              <a:extLst>
                <a:ext uri="{FF2B5EF4-FFF2-40B4-BE49-F238E27FC236}">
                  <a16:creationId xmlns:a16="http://schemas.microsoft.com/office/drawing/2014/main" id="{B70BC49B-D73F-4DD3-9168-9A6DB57D3E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5300" y="4000500"/>
              <a:ext cx="2667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33" name="Text Box 14">
              <a:extLst>
                <a:ext uri="{FF2B5EF4-FFF2-40B4-BE49-F238E27FC236}">
                  <a16:creationId xmlns:a16="http://schemas.microsoft.com/office/drawing/2014/main" id="{E49F6EE4-06C5-4C27-A175-54D36B08DF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736" y="3581400"/>
              <a:ext cx="39626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600"/>
                <a:t>A</a:t>
              </a:r>
              <a:r>
                <a:rPr lang="en-US" altLang="en-US" sz="1600" baseline="-25000"/>
                <a:t>1</a:t>
              </a:r>
            </a:p>
          </p:txBody>
        </p:sp>
        <p:sp>
          <p:nvSpPr>
            <p:cNvPr id="28734" name="Text Box 14">
              <a:extLst>
                <a:ext uri="{FF2B5EF4-FFF2-40B4-BE49-F238E27FC236}">
                  <a16:creationId xmlns:a16="http://schemas.microsoft.com/office/drawing/2014/main" id="{3D5931AE-B1C8-4B05-B38C-20BEDA132E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736" y="3810000"/>
              <a:ext cx="39626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600"/>
                <a:t>B</a:t>
              </a:r>
              <a:r>
                <a:rPr lang="en-US" altLang="en-US" sz="1600" baseline="-25000"/>
                <a:t>1</a:t>
              </a:r>
            </a:p>
          </p:txBody>
        </p:sp>
        <p:sp>
          <p:nvSpPr>
            <p:cNvPr id="28735" name="Line 10">
              <a:extLst>
                <a:ext uri="{FF2B5EF4-FFF2-40B4-BE49-F238E27FC236}">
                  <a16:creationId xmlns:a16="http://schemas.microsoft.com/office/drawing/2014/main" id="{D570AFA1-F0BE-4588-B33D-E733BAF01F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5300" y="3810000"/>
              <a:ext cx="2667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" name="Freeform 225">
              <a:extLst>
                <a:ext uri="{FF2B5EF4-FFF2-40B4-BE49-F238E27FC236}">
                  <a16:creationId xmlns:a16="http://schemas.microsoft.com/office/drawing/2014/main" id="{28C059FC-D1B3-4AD0-82C2-F003D3DBC31A}"/>
                </a:ext>
              </a:extLst>
            </p:cNvPr>
            <p:cNvSpPr/>
            <p:nvPr/>
          </p:nvSpPr>
          <p:spPr>
            <a:xfrm>
              <a:off x="1485900" y="4581301"/>
              <a:ext cx="1017588" cy="363589"/>
            </a:xfrm>
            <a:custGeom>
              <a:avLst/>
              <a:gdLst>
                <a:gd name="connsiteX0" fmla="*/ 0 w 1017037"/>
                <a:gd name="connsiteY0" fmla="*/ 363893 h 363893"/>
                <a:gd name="connsiteX1" fmla="*/ 0 w 1017037"/>
                <a:gd name="connsiteY1" fmla="*/ 0 h 363893"/>
                <a:gd name="connsiteX2" fmla="*/ 1017037 w 1017037"/>
                <a:gd name="connsiteY2" fmla="*/ 0 h 363893"/>
                <a:gd name="connsiteX3" fmla="*/ 1017037 w 1017037"/>
                <a:gd name="connsiteY3" fmla="*/ 363893 h 363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037" h="363893">
                  <a:moveTo>
                    <a:pt x="0" y="363893"/>
                  </a:moveTo>
                  <a:lnTo>
                    <a:pt x="0" y="0"/>
                  </a:lnTo>
                  <a:lnTo>
                    <a:pt x="1017037" y="0"/>
                  </a:lnTo>
                  <a:lnTo>
                    <a:pt x="1017037" y="363893"/>
                  </a:lnTo>
                </a:path>
              </a:pathLst>
            </a:cu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defRPr/>
              </a:pPr>
              <a:endParaRPr lang="en-US" sz="2000"/>
            </a:p>
          </p:txBody>
        </p:sp>
        <p:sp>
          <p:nvSpPr>
            <p:cNvPr id="227" name="Freeform 226">
              <a:extLst>
                <a:ext uri="{FF2B5EF4-FFF2-40B4-BE49-F238E27FC236}">
                  <a16:creationId xmlns:a16="http://schemas.microsoft.com/office/drawing/2014/main" id="{73462FC6-590C-4537-BAE6-D14B5067614E}"/>
                </a:ext>
              </a:extLst>
            </p:cNvPr>
            <p:cNvSpPr/>
            <p:nvPr/>
          </p:nvSpPr>
          <p:spPr>
            <a:xfrm>
              <a:off x="1525588" y="4513030"/>
              <a:ext cx="2122487" cy="439799"/>
            </a:xfrm>
            <a:custGeom>
              <a:avLst/>
              <a:gdLst>
                <a:gd name="connsiteX0" fmla="*/ 0 w 1017037"/>
                <a:gd name="connsiteY0" fmla="*/ 363893 h 363893"/>
                <a:gd name="connsiteX1" fmla="*/ 0 w 1017037"/>
                <a:gd name="connsiteY1" fmla="*/ 0 h 363893"/>
                <a:gd name="connsiteX2" fmla="*/ 1017037 w 1017037"/>
                <a:gd name="connsiteY2" fmla="*/ 0 h 363893"/>
                <a:gd name="connsiteX3" fmla="*/ 1017037 w 1017037"/>
                <a:gd name="connsiteY3" fmla="*/ 363893 h 363893"/>
                <a:gd name="connsiteX0" fmla="*/ 0 w 1017037"/>
                <a:gd name="connsiteY0" fmla="*/ 363893 h 363893"/>
                <a:gd name="connsiteX1" fmla="*/ 0 w 1017037"/>
                <a:gd name="connsiteY1" fmla="*/ 0 h 363893"/>
                <a:gd name="connsiteX2" fmla="*/ 1017037 w 1017037"/>
                <a:gd name="connsiteY2" fmla="*/ 0 h 363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7037" h="363893">
                  <a:moveTo>
                    <a:pt x="0" y="363893"/>
                  </a:moveTo>
                  <a:lnTo>
                    <a:pt x="0" y="0"/>
                  </a:lnTo>
                  <a:lnTo>
                    <a:pt x="1017037" y="0"/>
                  </a:lnTo>
                </a:path>
              </a:pathLst>
            </a:cu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defRPr/>
              </a:pPr>
              <a:endParaRPr lang="en-US" sz="2000"/>
            </a:p>
          </p:txBody>
        </p:sp>
        <p:sp>
          <p:nvSpPr>
            <p:cNvPr id="228" name="Freeform 227">
              <a:extLst>
                <a:ext uri="{FF2B5EF4-FFF2-40B4-BE49-F238E27FC236}">
                  <a16:creationId xmlns:a16="http://schemas.microsoft.com/office/drawing/2014/main" id="{D31680EC-4231-4978-A4DB-CF834C1619EE}"/>
                </a:ext>
              </a:extLst>
            </p:cNvPr>
            <p:cNvSpPr/>
            <p:nvPr/>
          </p:nvSpPr>
          <p:spPr>
            <a:xfrm>
              <a:off x="1495425" y="3649308"/>
              <a:ext cx="1017588" cy="365176"/>
            </a:xfrm>
            <a:custGeom>
              <a:avLst/>
              <a:gdLst>
                <a:gd name="connsiteX0" fmla="*/ 0 w 1017037"/>
                <a:gd name="connsiteY0" fmla="*/ 363893 h 363893"/>
                <a:gd name="connsiteX1" fmla="*/ 0 w 1017037"/>
                <a:gd name="connsiteY1" fmla="*/ 0 h 363893"/>
                <a:gd name="connsiteX2" fmla="*/ 1017037 w 1017037"/>
                <a:gd name="connsiteY2" fmla="*/ 0 h 363893"/>
                <a:gd name="connsiteX3" fmla="*/ 1017037 w 1017037"/>
                <a:gd name="connsiteY3" fmla="*/ 363893 h 363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037" h="363893">
                  <a:moveTo>
                    <a:pt x="0" y="363893"/>
                  </a:moveTo>
                  <a:lnTo>
                    <a:pt x="0" y="0"/>
                  </a:lnTo>
                  <a:lnTo>
                    <a:pt x="1017037" y="0"/>
                  </a:lnTo>
                  <a:lnTo>
                    <a:pt x="1017037" y="363893"/>
                  </a:lnTo>
                </a:path>
              </a:pathLst>
            </a:cu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defRPr/>
              </a:pPr>
              <a:endParaRPr lang="en-US" sz="2000"/>
            </a:p>
          </p:txBody>
        </p:sp>
        <p:sp>
          <p:nvSpPr>
            <p:cNvPr id="229" name="Freeform 228">
              <a:extLst>
                <a:ext uri="{FF2B5EF4-FFF2-40B4-BE49-F238E27FC236}">
                  <a16:creationId xmlns:a16="http://schemas.microsoft.com/office/drawing/2014/main" id="{86EA1217-4BBB-46F7-8505-16D9EF0CC1E9}"/>
                </a:ext>
              </a:extLst>
            </p:cNvPr>
            <p:cNvSpPr/>
            <p:nvPr/>
          </p:nvSpPr>
          <p:spPr>
            <a:xfrm>
              <a:off x="1535113" y="3581036"/>
              <a:ext cx="2122487" cy="439800"/>
            </a:xfrm>
            <a:custGeom>
              <a:avLst/>
              <a:gdLst>
                <a:gd name="connsiteX0" fmla="*/ 0 w 1017037"/>
                <a:gd name="connsiteY0" fmla="*/ 363893 h 363893"/>
                <a:gd name="connsiteX1" fmla="*/ 0 w 1017037"/>
                <a:gd name="connsiteY1" fmla="*/ 0 h 363893"/>
                <a:gd name="connsiteX2" fmla="*/ 1017037 w 1017037"/>
                <a:gd name="connsiteY2" fmla="*/ 0 h 363893"/>
                <a:gd name="connsiteX3" fmla="*/ 1017037 w 1017037"/>
                <a:gd name="connsiteY3" fmla="*/ 363893 h 363893"/>
                <a:gd name="connsiteX0" fmla="*/ 0 w 1017037"/>
                <a:gd name="connsiteY0" fmla="*/ 363893 h 363893"/>
                <a:gd name="connsiteX1" fmla="*/ 0 w 1017037"/>
                <a:gd name="connsiteY1" fmla="*/ 0 h 363893"/>
                <a:gd name="connsiteX2" fmla="*/ 1017037 w 1017037"/>
                <a:gd name="connsiteY2" fmla="*/ 0 h 363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7037" h="363893">
                  <a:moveTo>
                    <a:pt x="0" y="363893"/>
                  </a:moveTo>
                  <a:lnTo>
                    <a:pt x="0" y="0"/>
                  </a:lnTo>
                  <a:lnTo>
                    <a:pt x="1017037" y="0"/>
                  </a:lnTo>
                </a:path>
              </a:pathLst>
            </a:cu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defRPr/>
              </a:pPr>
              <a:endParaRPr lang="en-US" sz="2000"/>
            </a:p>
          </p:txBody>
        </p:sp>
        <p:sp>
          <p:nvSpPr>
            <p:cNvPr id="28740" name="Text Box 14">
              <a:extLst>
                <a:ext uri="{FF2B5EF4-FFF2-40B4-BE49-F238E27FC236}">
                  <a16:creationId xmlns:a16="http://schemas.microsoft.com/office/drawing/2014/main" id="{13B01DFA-0F7B-4C2F-9709-503F3ABE45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00" y="5811787"/>
              <a:ext cx="574675" cy="2445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600"/>
                <a:t>Carry</a:t>
              </a:r>
              <a:r>
                <a:rPr lang="en-US" altLang="en-US" sz="1600" baseline="-25000"/>
                <a:t>1</a:t>
              </a:r>
            </a:p>
          </p:txBody>
        </p:sp>
        <p:sp>
          <p:nvSpPr>
            <p:cNvPr id="28741" name="Line 10">
              <a:extLst>
                <a:ext uri="{FF2B5EF4-FFF2-40B4-BE49-F238E27FC236}">
                  <a16:creationId xmlns:a16="http://schemas.microsoft.com/office/drawing/2014/main" id="{82334479-F7DA-4ABD-9658-8A518DC2E9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7200" y="5867400"/>
              <a:ext cx="2667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42" name="Line 10">
              <a:extLst>
                <a:ext uri="{FF2B5EF4-FFF2-40B4-BE49-F238E27FC236}">
                  <a16:creationId xmlns:a16="http://schemas.microsoft.com/office/drawing/2014/main" id="{722BEA96-DB8C-4928-8600-2CB917FEAD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5300" y="5029200"/>
              <a:ext cx="2667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43" name="Line 10">
              <a:extLst>
                <a:ext uri="{FF2B5EF4-FFF2-40B4-BE49-F238E27FC236}">
                  <a16:creationId xmlns:a16="http://schemas.microsoft.com/office/drawing/2014/main" id="{FA8F4E2E-7DA5-4377-86DD-EC4EA29840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5300" y="4191000"/>
              <a:ext cx="2667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44" name="Text Box 14">
              <a:extLst>
                <a:ext uri="{FF2B5EF4-FFF2-40B4-BE49-F238E27FC236}">
                  <a16:creationId xmlns:a16="http://schemas.microsoft.com/office/drawing/2014/main" id="{E5BDFC6F-5F1D-4F9C-B152-3E335C5FE6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750" y="4935364"/>
              <a:ext cx="574675" cy="2445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600"/>
                <a:t>Carry</a:t>
              </a:r>
              <a:r>
                <a:rPr lang="en-US" altLang="en-US" sz="1600" baseline="-25000"/>
                <a:t>1</a:t>
              </a:r>
            </a:p>
          </p:txBody>
        </p:sp>
        <p:sp>
          <p:nvSpPr>
            <p:cNvPr id="28745" name="Text Box 14">
              <a:extLst>
                <a:ext uri="{FF2B5EF4-FFF2-40B4-BE49-F238E27FC236}">
                  <a16:creationId xmlns:a16="http://schemas.microsoft.com/office/drawing/2014/main" id="{A94250E4-4B67-4881-8AD8-F227A532AF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4097046"/>
              <a:ext cx="574675" cy="2445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600"/>
                <a:t>Carry</a:t>
              </a:r>
              <a:r>
                <a:rPr lang="en-US" altLang="en-US" sz="1600" baseline="-25000"/>
                <a:t>1</a:t>
              </a:r>
            </a:p>
          </p:txBody>
        </p:sp>
        <p:sp>
          <p:nvSpPr>
            <p:cNvPr id="28746" name="Text Box 14">
              <a:extLst>
                <a:ext uri="{FF2B5EF4-FFF2-40B4-BE49-F238E27FC236}">
                  <a16:creationId xmlns:a16="http://schemas.microsoft.com/office/drawing/2014/main" id="{9E9ABAC8-01D6-4456-BBC5-8CC9F4256B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0738" y="3204746"/>
              <a:ext cx="39626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600"/>
                <a:t>A</a:t>
              </a:r>
              <a:r>
                <a:rPr lang="en-US" altLang="en-US" sz="1600" baseline="-25000"/>
                <a:t>2</a:t>
              </a:r>
            </a:p>
          </p:txBody>
        </p:sp>
        <p:sp>
          <p:nvSpPr>
            <p:cNvPr id="28747" name="Text Box 14">
              <a:extLst>
                <a:ext uri="{FF2B5EF4-FFF2-40B4-BE49-F238E27FC236}">
                  <a16:creationId xmlns:a16="http://schemas.microsoft.com/office/drawing/2014/main" id="{E9F6FA61-D8CA-4AFB-9753-D4B215FCF1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9338" y="3204746"/>
              <a:ext cx="39626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600"/>
                <a:t>B</a:t>
              </a:r>
              <a:r>
                <a:rPr lang="en-US" altLang="en-US" sz="1600" baseline="-25000"/>
                <a:t>2</a:t>
              </a:r>
            </a:p>
          </p:txBody>
        </p:sp>
        <p:sp>
          <p:nvSpPr>
            <p:cNvPr id="239" name="Freeform 238">
              <a:extLst>
                <a:ext uri="{FF2B5EF4-FFF2-40B4-BE49-F238E27FC236}">
                  <a16:creationId xmlns:a16="http://schemas.microsoft.com/office/drawing/2014/main" id="{E8C0C103-7DBA-4B29-ADAB-311E7FD2864A}"/>
                </a:ext>
              </a:extLst>
            </p:cNvPr>
            <p:cNvSpPr/>
            <p:nvPr/>
          </p:nvSpPr>
          <p:spPr>
            <a:xfrm>
              <a:off x="2590800" y="3481010"/>
              <a:ext cx="28575" cy="2481611"/>
            </a:xfrm>
            <a:custGeom>
              <a:avLst/>
              <a:gdLst>
                <a:gd name="connsiteX0" fmla="*/ 0 w 27992"/>
                <a:gd name="connsiteY0" fmla="*/ 0 h 2481943"/>
                <a:gd name="connsiteX1" fmla="*/ 27992 w 27992"/>
                <a:gd name="connsiteY1" fmla="*/ 2481943 h 248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7992" h="2481943">
                  <a:moveTo>
                    <a:pt x="0" y="0"/>
                  </a:moveTo>
                  <a:lnTo>
                    <a:pt x="27992" y="2481943"/>
                  </a:lnTo>
                </a:path>
              </a:pathLst>
            </a:cu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defRPr/>
              </a:pPr>
              <a:endParaRPr lang="en-US" sz="2000"/>
            </a:p>
          </p:txBody>
        </p:sp>
        <p:cxnSp>
          <p:nvCxnSpPr>
            <p:cNvPr id="244" name="Straight Arrow Connector 243">
              <a:extLst>
                <a:ext uri="{FF2B5EF4-FFF2-40B4-BE49-F238E27FC236}">
                  <a16:creationId xmlns:a16="http://schemas.microsoft.com/office/drawing/2014/main" id="{6C873574-F61D-4078-8845-B49D759C86AE}"/>
                </a:ext>
              </a:extLst>
            </p:cNvPr>
            <p:cNvCxnSpPr/>
            <p:nvPr/>
          </p:nvCxnSpPr>
          <p:spPr>
            <a:xfrm>
              <a:off x="2590800" y="3809668"/>
              <a:ext cx="1524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Arrow Connector 245">
              <a:extLst>
                <a:ext uri="{FF2B5EF4-FFF2-40B4-BE49-F238E27FC236}">
                  <a16:creationId xmlns:a16="http://schemas.microsoft.com/office/drawing/2014/main" id="{53168877-11FE-4662-97F0-D8F6AEFF5EE8}"/>
                </a:ext>
              </a:extLst>
            </p:cNvPr>
            <p:cNvCxnSpPr/>
            <p:nvPr/>
          </p:nvCxnSpPr>
          <p:spPr>
            <a:xfrm>
              <a:off x="2590800" y="3960502"/>
              <a:ext cx="152400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Arrow Connector 246">
              <a:extLst>
                <a:ext uri="{FF2B5EF4-FFF2-40B4-BE49-F238E27FC236}">
                  <a16:creationId xmlns:a16="http://schemas.microsoft.com/office/drawing/2014/main" id="{71145908-2C92-4FD5-B2B7-F119DC7BE3A7}"/>
                </a:ext>
              </a:extLst>
            </p:cNvPr>
            <p:cNvCxnSpPr/>
            <p:nvPr/>
          </p:nvCxnSpPr>
          <p:spPr>
            <a:xfrm>
              <a:off x="2590800" y="4724197"/>
              <a:ext cx="1524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Arrow Connector 247">
              <a:extLst>
                <a:ext uri="{FF2B5EF4-FFF2-40B4-BE49-F238E27FC236}">
                  <a16:creationId xmlns:a16="http://schemas.microsoft.com/office/drawing/2014/main" id="{10B88D41-3150-4B09-84D4-DFA3A40A4406}"/>
                </a:ext>
              </a:extLst>
            </p:cNvPr>
            <p:cNvCxnSpPr/>
            <p:nvPr/>
          </p:nvCxnSpPr>
          <p:spPr>
            <a:xfrm>
              <a:off x="2590800" y="4875031"/>
              <a:ext cx="152400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Arrow Connector 248">
              <a:extLst>
                <a:ext uri="{FF2B5EF4-FFF2-40B4-BE49-F238E27FC236}">
                  <a16:creationId xmlns:a16="http://schemas.microsoft.com/office/drawing/2014/main" id="{F9C26BBA-9C0C-4789-9EDA-B3C6D4F5B560}"/>
                </a:ext>
              </a:extLst>
            </p:cNvPr>
            <p:cNvCxnSpPr/>
            <p:nvPr/>
          </p:nvCxnSpPr>
          <p:spPr>
            <a:xfrm>
              <a:off x="2590800" y="5600620"/>
              <a:ext cx="1524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Arrow Connector 249">
              <a:extLst>
                <a:ext uri="{FF2B5EF4-FFF2-40B4-BE49-F238E27FC236}">
                  <a16:creationId xmlns:a16="http://schemas.microsoft.com/office/drawing/2014/main" id="{F8977D30-C287-4285-9CBC-C71CF1AC4408}"/>
                </a:ext>
              </a:extLst>
            </p:cNvPr>
            <p:cNvCxnSpPr/>
            <p:nvPr/>
          </p:nvCxnSpPr>
          <p:spPr>
            <a:xfrm>
              <a:off x="2590800" y="5751454"/>
              <a:ext cx="152400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680" name="TextBox 250">
            <a:extLst>
              <a:ext uri="{FF2B5EF4-FFF2-40B4-BE49-F238E27FC236}">
                <a16:creationId xmlns:a16="http://schemas.microsoft.com/office/drawing/2014/main" id="{2C2F8397-9EA4-4341-99FD-D1240AAC8A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1375" y="1016000"/>
            <a:ext cx="19637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>
                <a:solidFill>
                  <a:srgbClr val="FF0000"/>
                </a:solidFill>
              </a:rPr>
              <a:t>Fast Addition</a:t>
            </a:r>
          </a:p>
        </p:txBody>
      </p:sp>
      <p:grpSp>
        <p:nvGrpSpPr>
          <p:cNvPr id="5" name="Group 259">
            <a:extLst>
              <a:ext uri="{FF2B5EF4-FFF2-40B4-BE49-F238E27FC236}">
                <a16:creationId xmlns:a16="http://schemas.microsoft.com/office/drawing/2014/main" id="{62B2CB31-F265-40EE-A54D-A4194E5F5A30}"/>
              </a:ext>
            </a:extLst>
          </p:cNvPr>
          <p:cNvGrpSpPr>
            <a:grpSpLocks/>
          </p:cNvGrpSpPr>
          <p:nvPr/>
        </p:nvGrpSpPr>
        <p:grpSpPr bwMode="auto">
          <a:xfrm>
            <a:off x="3886200" y="1409700"/>
            <a:ext cx="1990725" cy="1752600"/>
            <a:chOff x="3886200" y="1333500"/>
            <a:chExt cx="1989952" cy="1752600"/>
          </a:xfrm>
        </p:grpSpPr>
        <p:cxnSp>
          <p:nvCxnSpPr>
            <p:cNvPr id="255" name="Straight Arrow Connector 254">
              <a:extLst>
                <a:ext uri="{FF2B5EF4-FFF2-40B4-BE49-F238E27FC236}">
                  <a16:creationId xmlns:a16="http://schemas.microsoft.com/office/drawing/2014/main" id="{F3732970-303B-42FB-8035-8C4B9914AA8E}"/>
                </a:ext>
              </a:extLst>
            </p:cNvPr>
            <p:cNvCxnSpPr/>
            <p:nvPr/>
          </p:nvCxnSpPr>
          <p:spPr>
            <a:xfrm>
              <a:off x="4990671" y="1638300"/>
              <a:ext cx="609363" cy="30480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690" name="TextBox 256">
              <a:extLst>
                <a:ext uri="{FF2B5EF4-FFF2-40B4-BE49-F238E27FC236}">
                  <a16:creationId xmlns:a16="http://schemas.microsoft.com/office/drawing/2014/main" id="{731465F6-33EA-4356-91F4-51B7B41FE0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6200" y="1333500"/>
              <a:ext cx="1989952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2000">
                  <a:solidFill>
                    <a:schemeClr val="accent2"/>
                  </a:solidFill>
                </a:rPr>
                <a:t>Two output LUT</a:t>
              </a:r>
            </a:p>
          </p:txBody>
        </p:sp>
        <p:sp>
          <p:nvSpPr>
            <p:cNvPr id="258" name="Oval 257">
              <a:extLst>
                <a:ext uri="{FF2B5EF4-FFF2-40B4-BE49-F238E27FC236}">
                  <a16:creationId xmlns:a16="http://schemas.microsoft.com/office/drawing/2014/main" id="{4BB75210-9086-4477-A00F-F91150FB124B}"/>
                </a:ext>
              </a:extLst>
            </p:cNvPr>
            <p:cNvSpPr/>
            <p:nvPr/>
          </p:nvSpPr>
          <p:spPr>
            <a:xfrm>
              <a:off x="5561949" y="1981200"/>
              <a:ext cx="228511" cy="1104900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defRPr/>
              </a:pPr>
              <a:endParaRPr lang="en-US" altLang="en-US" sz="2000">
                <a:solidFill>
                  <a:srgbClr val="FFFFFF"/>
                </a:solidFill>
              </a:endParaRPr>
            </a:p>
          </p:txBody>
        </p:sp>
      </p:grpSp>
      <p:grpSp>
        <p:nvGrpSpPr>
          <p:cNvPr id="6" name="Group 271">
            <a:extLst>
              <a:ext uri="{FF2B5EF4-FFF2-40B4-BE49-F238E27FC236}">
                <a16:creationId xmlns:a16="http://schemas.microsoft.com/office/drawing/2014/main" id="{2346B86F-9009-400A-9DAA-9D961E1B803E}"/>
              </a:ext>
            </a:extLst>
          </p:cNvPr>
          <p:cNvGrpSpPr>
            <a:grpSpLocks/>
          </p:cNvGrpSpPr>
          <p:nvPr/>
        </p:nvGrpSpPr>
        <p:grpSpPr bwMode="auto">
          <a:xfrm>
            <a:off x="6286500" y="1028700"/>
            <a:ext cx="2857500" cy="2552700"/>
            <a:chOff x="6248400" y="914400"/>
            <a:chExt cx="2857500" cy="2552700"/>
          </a:xfrm>
        </p:grpSpPr>
        <p:sp>
          <p:nvSpPr>
            <p:cNvPr id="261" name="Oval 260">
              <a:extLst>
                <a:ext uri="{FF2B5EF4-FFF2-40B4-BE49-F238E27FC236}">
                  <a16:creationId xmlns:a16="http://schemas.microsoft.com/office/drawing/2014/main" id="{A1991FE7-2BF3-48DA-B89F-B8BD1DEB4C39}"/>
                </a:ext>
              </a:extLst>
            </p:cNvPr>
            <p:cNvSpPr/>
            <p:nvPr/>
          </p:nvSpPr>
          <p:spPr>
            <a:xfrm>
              <a:off x="6248400" y="1600200"/>
              <a:ext cx="1295400" cy="1866900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defRPr/>
              </a:pPr>
              <a:endParaRPr lang="en-US" altLang="en-US" sz="2000">
                <a:solidFill>
                  <a:srgbClr val="FFFFFF"/>
                </a:solidFill>
              </a:endParaRPr>
            </a:p>
          </p:txBody>
        </p:sp>
        <p:cxnSp>
          <p:nvCxnSpPr>
            <p:cNvPr id="263" name="Straight Arrow Connector 262">
              <a:extLst>
                <a:ext uri="{FF2B5EF4-FFF2-40B4-BE49-F238E27FC236}">
                  <a16:creationId xmlns:a16="http://schemas.microsoft.com/office/drawing/2014/main" id="{C1EE854F-564F-4788-948D-C4BB874918BC}"/>
                </a:ext>
              </a:extLst>
            </p:cNvPr>
            <p:cNvCxnSpPr/>
            <p:nvPr/>
          </p:nvCxnSpPr>
          <p:spPr>
            <a:xfrm rot="5400000">
              <a:off x="7258050" y="1390650"/>
              <a:ext cx="723900" cy="38100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688" name="TextBox 263">
              <a:extLst>
                <a:ext uri="{FF2B5EF4-FFF2-40B4-BE49-F238E27FC236}">
                  <a16:creationId xmlns:a16="http://schemas.microsoft.com/office/drawing/2014/main" id="{3ECB6FE6-7DEF-4BE7-9639-145FA9F72C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48500" y="914400"/>
              <a:ext cx="2057400" cy="549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800">
                  <a:solidFill>
                    <a:schemeClr val="accent2"/>
                  </a:solidFill>
                </a:rPr>
                <a:t>generate propagate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800">
                  <a:solidFill>
                    <a:schemeClr val="accent2"/>
                  </a:solidFill>
                </a:rPr>
                <a:t>logic</a:t>
              </a:r>
            </a:p>
          </p:txBody>
        </p:sp>
      </p:grpSp>
      <p:grpSp>
        <p:nvGrpSpPr>
          <p:cNvPr id="8" name="Group 272">
            <a:extLst>
              <a:ext uri="{FF2B5EF4-FFF2-40B4-BE49-F238E27FC236}">
                <a16:creationId xmlns:a16="http://schemas.microsoft.com/office/drawing/2014/main" id="{B646FE6D-E4B1-42BD-9012-50CA351EB708}"/>
              </a:ext>
            </a:extLst>
          </p:cNvPr>
          <p:cNvGrpSpPr>
            <a:grpSpLocks/>
          </p:cNvGrpSpPr>
          <p:nvPr/>
        </p:nvGrpSpPr>
        <p:grpSpPr bwMode="auto">
          <a:xfrm>
            <a:off x="3426477" y="4648200"/>
            <a:ext cx="3088623" cy="2022476"/>
            <a:chOff x="3426477" y="4572000"/>
            <a:chExt cx="3088623" cy="2022476"/>
          </a:xfrm>
        </p:grpSpPr>
        <p:cxnSp>
          <p:nvCxnSpPr>
            <p:cNvPr id="268" name="Straight Arrow Connector 267">
              <a:extLst>
                <a:ext uri="{FF2B5EF4-FFF2-40B4-BE49-F238E27FC236}">
                  <a16:creationId xmlns:a16="http://schemas.microsoft.com/office/drawing/2014/main" id="{7D1F48A8-E844-4CB0-88E6-DD1A491A269E}"/>
                </a:ext>
              </a:extLst>
            </p:cNvPr>
            <p:cNvCxnSpPr/>
            <p:nvPr/>
          </p:nvCxnSpPr>
          <p:spPr>
            <a:xfrm flipV="1">
              <a:off x="4610100" y="4572000"/>
              <a:ext cx="1905000" cy="152400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685" name="TextBox 269">
              <a:extLst>
                <a:ext uri="{FF2B5EF4-FFF2-40B4-BE49-F238E27FC236}">
                  <a16:creationId xmlns:a16="http://schemas.microsoft.com/office/drawing/2014/main" id="{139D30D3-EBC8-4778-9DED-57F0A86707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6477" y="6045201"/>
              <a:ext cx="2057400" cy="549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800" dirty="0">
                  <a:solidFill>
                    <a:schemeClr val="accent2"/>
                  </a:solidFill>
                </a:rPr>
                <a:t>Dedicated routing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en-US" sz="1800" dirty="0">
                  <a:solidFill>
                    <a:schemeClr val="accent2"/>
                  </a:solidFill>
                </a:rPr>
                <a:t>resources</a:t>
              </a:r>
            </a:p>
          </p:txBody>
        </p:sp>
      </p:grpSp>
      <p:sp>
        <p:nvSpPr>
          <p:cNvPr id="126" name="Slide Number Placeholder 15">
            <a:extLst>
              <a:ext uri="{FF2B5EF4-FFF2-40B4-BE49-F238E27FC236}">
                <a16:creationId xmlns:a16="http://schemas.microsoft.com/office/drawing/2014/main" id="{BF38157F-8D30-48BE-B96A-B5AEDAAE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7958"/>
            <a:ext cx="1905000" cy="35719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4027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Title 2">
            <a:extLst>
              <a:ext uri="{FF2B5EF4-FFF2-40B4-BE49-F238E27FC236}">
                <a16:creationId xmlns:a16="http://schemas.microsoft.com/office/drawing/2014/main" id="{3224EA4D-9294-4BC0-8C42-15D348559DC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2185" y="246053"/>
            <a:ext cx="9231313" cy="762000"/>
          </a:xfrm>
        </p:spPr>
        <p:txBody>
          <a:bodyPr lIns="274320" tIns="45720" rIns="274320" bIns="45720"/>
          <a:lstStyle/>
          <a:p>
            <a:r>
              <a:rPr lang="en-US" altLang="en-US" sz="3200" b="1" kern="1200" dirty="0">
                <a:solidFill>
                  <a:srgbClr val="CC0066"/>
                </a:solidFill>
                <a:latin typeface="+mn-lt"/>
                <a:ea typeface="+mn-ea"/>
                <a:cs typeface="+mn-cs"/>
              </a:rPr>
              <a:t>Optimized Resources: Dedicated Logic</a:t>
            </a:r>
          </a:p>
        </p:txBody>
      </p:sp>
      <p:sp>
        <p:nvSpPr>
          <p:cNvPr id="29701" name="Rectangle 8">
            <a:extLst>
              <a:ext uri="{FF2B5EF4-FFF2-40B4-BE49-F238E27FC236}">
                <a16:creationId xmlns:a16="http://schemas.microsoft.com/office/drawing/2014/main" id="{B20A6369-ED59-4128-AA07-2771C6D35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760" y="1556792"/>
            <a:ext cx="4610100" cy="4610100"/>
          </a:xfrm>
          <a:prstGeom prst="rect">
            <a:avLst/>
          </a:prstGeom>
          <a:noFill/>
          <a:ln w="476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endParaRPr lang="en-US" altLang="en-US" sz="20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17C8F8-5D68-46C8-8FCB-09CEF734F0E2}"/>
              </a:ext>
            </a:extLst>
          </p:cNvPr>
          <p:cNvSpPr/>
          <p:nvPr/>
        </p:nvSpPr>
        <p:spPr>
          <a:xfrm>
            <a:off x="2767360" y="18060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FC863A-4F4D-474D-BD70-C1D3F788A135}"/>
              </a:ext>
            </a:extLst>
          </p:cNvPr>
          <p:cNvSpPr/>
          <p:nvPr/>
        </p:nvSpPr>
        <p:spPr>
          <a:xfrm>
            <a:off x="2881660" y="18060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EDC2BD-FDC2-4E63-BCAC-B041ABE0A1FC}"/>
              </a:ext>
            </a:extLst>
          </p:cNvPr>
          <p:cNvSpPr/>
          <p:nvPr/>
        </p:nvSpPr>
        <p:spPr>
          <a:xfrm>
            <a:off x="3026123" y="18060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F039AE-C499-49CD-87B0-CA8AA8461D8F}"/>
              </a:ext>
            </a:extLst>
          </p:cNvPr>
          <p:cNvSpPr/>
          <p:nvPr/>
        </p:nvSpPr>
        <p:spPr>
          <a:xfrm>
            <a:off x="3148360" y="18060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897041-6720-4312-B47A-163BD194F06B}"/>
              </a:ext>
            </a:extLst>
          </p:cNvPr>
          <p:cNvSpPr/>
          <p:nvPr/>
        </p:nvSpPr>
        <p:spPr>
          <a:xfrm>
            <a:off x="3292823" y="18060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24198E-965E-40B5-8F25-094C2422E64F}"/>
              </a:ext>
            </a:extLst>
          </p:cNvPr>
          <p:cNvSpPr/>
          <p:nvPr/>
        </p:nvSpPr>
        <p:spPr>
          <a:xfrm>
            <a:off x="2653060" y="18060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A8D204-2D51-4A03-9863-D6F1938A78ED}"/>
              </a:ext>
            </a:extLst>
          </p:cNvPr>
          <p:cNvSpPr/>
          <p:nvPr/>
        </p:nvSpPr>
        <p:spPr>
          <a:xfrm>
            <a:off x="3529360" y="18060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EE2B6B4-B5FB-434E-BF0A-B418895F3E74}"/>
              </a:ext>
            </a:extLst>
          </p:cNvPr>
          <p:cNvSpPr/>
          <p:nvPr/>
        </p:nvSpPr>
        <p:spPr>
          <a:xfrm>
            <a:off x="3643660" y="18060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523282-45CD-4D2D-BBDB-CF93D245E32F}"/>
              </a:ext>
            </a:extLst>
          </p:cNvPr>
          <p:cNvSpPr/>
          <p:nvPr/>
        </p:nvSpPr>
        <p:spPr>
          <a:xfrm>
            <a:off x="3788123" y="18060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535C948-7AB1-4E33-930F-0AC5326F1A17}"/>
              </a:ext>
            </a:extLst>
          </p:cNvPr>
          <p:cNvSpPr/>
          <p:nvPr/>
        </p:nvSpPr>
        <p:spPr>
          <a:xfrm>
            <a:off x="3910360" y="18060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08F6974-77D0-4E80-AE15-ECA6C31916D2}"/>
              </a:ext>
            </a:extLst>
          </p:cNvPr>
          <p:cNvSpPr/>
          <p:nvPr/>
        </p:nvSpPr>
        <p:spPr>
          <a:xfrm>
            <a:off x="3415060" y="18060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E0E5615-C657-4D21-BA36-DEABDA43295E}"/>
              </a:ext>
            </a:extLst>
          </p:cNvPr>
          <p:cNvSpPr/>
          <p:nvPr/>
        </p:nvSpPr>
        <p:spPr>
          <a:xfrm>
            <a:off x="2759423" y="19584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98A71D0-485B-4A22-BF6B-9603AF172253}"/>
              </a:ext>
            </a:extLst>
          </p:cNvPr>
          <p:cNvSpPr/>
          <p:nvPr/>
        </p:nvSpPr>
        <p:spPr>
          <a:xfrm>
            <a:off x="2873723" y="19584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D9F3784-AEFB-405D-902C-D8A2CFE3D235}"/>
              </a:ext>
            </a:extLst>
          </p:cNvPr>
          <p:cNvSpPr/>
          <p:nvPr/>
        </p:nvSpPr>
        <p:spPr>
          <a:xfrm>
            <a:off x="3018185" y="19584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FA4FC74-A5B5-41B9-8E7B-50227A5AF132}"/>
              </a:ext>
            </a:extLst>
          </p:cNvPr>
          <p:cNvSpPr/>
          <p:nvPr/>
        </p:nvSpPr>
        <p:spPr>
          <a:xfrm>
            <a:off x="3140423" y="19584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EA6288D-BB4E-490D-B1C3-508115902DD6}"/>
              </a:ext>
            </a:extLst>
          </p:cNvPr>
          <p:cNvSpPr/>
          <p:nvPr/>
        </p:nvSpPr>
        <p:spPr>
          <a:xfrm>
            <a:off x="3284885" y="19584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DB91CF0-5F22-4AE9-AB71-6E1E0DD4495C}"/>
              </a:ext>
            </a:extLst>
          </p:cNvPr>
          <p:cNvSpPr/>
          <p:nvPr/>
        </p:nvSpPr>
        <p:spPr>
          <a:xfrm>
            <a:off x="2645123" y="19584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0D194AD-FA9B-483E-A810-49EE18C0F70C}"/>
              </a:ext>
            </a:extLst>
          </p:cNvPr>
          <p:cNvSpPr/>
          <p:nvPr/>
        </p:nvSpPr>
        <p:spPr>
          <a:xfrm>
            <a:off x="3521423" y="19584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06D2097-765C-4EBF-AFCE-05B43A09C630}"/>
              </a:ext>
            </a:extLst>
          </p:cNvPr>
          <p:cNvSpPr/>
          <p:nvPr/>
        </p:nvSpPr>
        <p:spPr>
          <a:xfrm>
            <a:off x="3635723" y="19584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C1DAB5F-5FE0-4200-8C99-543EA40A9171}"/>
              </a:ext>
            </a:extLst>
          </p:cNvPr>
          <p:cNvSpPr/>
          <p:nvPr/>
        </p:nvSpPr>
        <p:spPr>
          <a:xfrm>
            <a:off x="3780185" y="19584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D14D343-7559-419A-A2F6-3C6D2BF247EF}"/>
              </a:ext>
            </a:extLst>
          </p:cNvPr>
          <p:cNvSpPr/>
          <p:nvPr/>
        </p:nvSpPr>
        <p:spPr>
          <a:xfrm>
            <a:off x="3902423" y="19584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D9D42B3-D8EF-461E-A7F1-A7FC524C07C5}"/>
              </a:ext>
            </a:extLst>
          </p:cNvPr>
          <p:cNvSpPr/>
          <p:nvPr/>
        </p:nvSpPr>
        <p:spPr>
          <a:xfrm>
            <a:off x="3407123" y="19584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BA9A276-4B7B-4B42-8263-5F7090EC3CB4}"/>
              </a:ext>
            </a:extLst>
          </p:cNvPr>
          <p:cNvSpPr/>
          <p:nvPr/>
        </p:nvSpPr>
        <p:spPr>
          <a:xfrm>
            <a:off x="2767360" y="21108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1676419-6C54-4620-8C80-472296BEAA2F}"/>
              </a:ext>
            </a:extLst>
          </p:cNvPr>
          <p:cNvSpPr/>
          <p:nvPr/>
        </p:nvSpPr>
        <p:spPr>
          <a:xfrm>
            <a:off x="2881660" y="21108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0950479-76D0-4D70-AA87-A54A732329D1}"/>
              </a:ext>
            </a:extLst>
          </p:cNvPr>
          <p:cNvSpPr/>
          <p:nvPr/>
        </p:nvSpPr>
        <p:spPr>
          <a:xfrm>
            <a:off x="3026123" y="21108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AE7443F-F984-4D2A-9102-229D73D48674}"/>
              </a:ext>
            </a:extLst>
          </p:cNvPr>
          <p:cNvSpPr/>
          <p:nvPr/>
        </p:nvSpPr>
        <p:spPr>
          <a:xfrm>
            <a:off x="3148360" y="21108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3F8BFF0-F3F0-4D09-BD63-3967EDDC8E72}"/>
              </a:ext>
            </a:extLst>
          </p:cNvPr>
          <p:cNvSpPr/>
          <p:nvPr/>
        </p:nvSpPr>
        <p:spPr>
          <a:xfrm>
            <a:off x="3292823" y="21108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7EA35D1-FF86-4E3B-A83D-CF1A67E91941}"/>
              </a:ext>
            </a:extLst>
          </p:cNvPr>
          <p:cNvSpPr/>
          <p:nvPr/>
        </p:nvSpPr>
        <p:spPr>
          <a:xfrm>
            <a:off x="2653060" y="21108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DAB872C-AA98-4A98-B78D-5AB90FE87F44}"/>
              </a:ext>
            </a:extLst>
          </p:cNvPr>
          <p:cNvSpPr/>
          <p:nvPr/>
        </p:nvSpPr>
        <p:spPr>
          <a:xfrm>
            <a:off x="3529360" y="21108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C35F561-E75A-4C1A-B023-1FD0FAB588A3}"/>
              </a:ext>
            </a:extLst>
          </p:cNvPr>
          <p:cNvSpPr/>
          <p:nvPr/>
        </p:nvSpPr>
        <p:spPr>
          <a:xfrm>
            <a:off x="3643660" y="21108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1C9A7C9-BCE8-4231-A0EE-ECDE60AFE90E}"/>
              </a:ext>
            </a:extLst>
          </p:cNvPr>
          <p:cNvSpPr/>
          <p:nvPr/>
        </p:nvSpPr>
        <p:spPr>
          <a:xfrm>
            <a:off x="3788123" y="21108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1EFD2EE-DF05-4387-81D2-39532C962A4D}"/>
              </a:ext>
            </a:extLst>
          </p:cNvPr>
          <p:cNvSpPr/>
          <p:nvPr/>
        </p:nvSpPr>
        <p:spPr>
          <a:xfrm>
            <a:off x="3910360" y="21108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89DEA00-305A-43C2-B53B-D3E1FFD6D988}"/>
              </a:ext>
            </a:extLst>
          </p:cNvPr>
          <p:cNvSpPr/>
          <p:nvPr/>
        </p:nvSpPr>
        <p:spPr>
          <a:xfrm>
            <a:off x="3415060" y="21108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B9C2804-AA4E-4B7C-AFE1-2D990564FF97}"/>
              </a:ext>
            </a:extLst>
          </p:cNvPr>
          <p:cNvSpPr/>
          <p:nvPr/>
        </p:nvSpPr>
        <p:spPr>
          <a:xfrm>
            <a:off x="2767360" y="22632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9E0ECF7-575C-45BB-B68E-72F2DBAF9463}"/>
              </a:ext>
            </a:extLst>
          </p:cNvPr>
          <p:cNvSpPr/>
          <p:nvPr/>
        </p:nvSpPr>
        <p:spPr>
          <a:xfrm>
            <a:off x="2881660" y="22632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B16C723-1057-4113-BC3E-4A10851F7E80}"/>
              </a:ext>
            </a:extLst>
          </p:cNvPr>
          <p:cNvSpPr/>
          <p:nvPr/>
        </p:nvSpPr>
        <p:spPr>
          <a:xfrm>
            <a:off x="3026123" y="22632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4AEF34E-D3DF-4673-B9CD-FC2D7D5DE17C}"/>
              </a:ext>
            </a:extLst>
          </p:cNvPr>
          <p:cNvSpPr/>
          <p:nvPr/>
        </p:nvSpPr>
        <p:spPr>
          <a:xfrm>
            <a:off x="3148360" y="22632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B74CBB0-24D7-464B-8893-D114E1144BE2}"/>
              </a:ext>
            </a:extLst>
          </p:cNvPr>
          <p:cNvSpPr/>
          <p:nvPr/>
        </p:nvSpPr>
        <p:spPr>
          <a:xfrm>
            <a:off x="3292823" y="22632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55114B2-CA37-4C9A-800A-944A981901DD}"/>
              </a:ext>
            </a:extLst>
          </p:cNvPr>
          <p:cNvSpPr/>
          <p:nvPr/>
        </p:nvSpPr>
        <p:spPr>
          <a:xfrm>
            <a:off x="2653060" y="22632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E2EE6FC-21F9-4579-BB9E-4FB77DB5A3D2}"/>
              </a:ext>
            </a:extLst>
          </p:cNvPr>
          <p:cNvSpPr/>
          <p:nvPr/>
        </p:nvSpPr>
        <p:spPr>
          <a:xfrm>
            <a:off x="3529360" y="22632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24AD944-8689-4EC4-A62E-BE850B8B1F48}"/>
              </a:ext>
            </a:extLst>
          </p:cNvPr>
          <p:cNvSpPr/>
          <p:nvPr/>
        </p:nvSpPr>
        <p:spPr>
          <a:xfrm>
            <a:off x="3643660" y="22632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099DA46-6EF3-4D35-8B67-C47965263EAF}"/>
              </a:ext>
            </a:extLst>
          </p:cNvPr>
          <p:cNvSpPr/>
          <p:nvPr/>
        </p:nvSpPr>
        <p:spPr>
          <a:xfrm>
            <a:off x="3788123" y="22632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9D4FBF9-F78C-47A2-A708-D539E048F4A8}"/>
              </a:ext>
            </a:extLst>
          </p:cNvPr>
          <p:cNvSpPr/>
          <p:nvPr/>
        </p:nvSpPr>
        <p:spPr>
          <a:xfrm>
            <a:off x="3910360" y="22632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761B208-391C-4BC5-8A05-E9D7EF1D55C1}"/>
              </a:ext>
            </a:extLst>
          </p:cNvPr>
          <p:cNvSpPr/>
          <p:nvPr/>
        </p:nvSpPr>
        <p:spPr>
          <a:xfrm>
            <a:off x="3415060" y="22632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5A46D40-AFB8-4CAA-97F6-1DC769C0C07B}"/>
              </a:ext>
            </a:extLst>
          </p:cNvPr>
          <p:cNvSpPr/>
          <p:nvPr/>
        </p:nvSpPr>
        <p:spPr>
          <a:xfrm>
            <a:off x="2759423" y="24156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914211E-73BD-4C54-BF6D-3C9DA32A2208}"/>
              </a:ext>
            </a:extLst>
          </p:cNvPr>
          <p:cNvSpPr/>
          <p:nvPr/>
        </p:nvSpPr>
        <p:spPr>
          <a:xfrm>
            <a:off x="2873723" y="24156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8C79A9D-1717-4445-B419-96CB8B3C78B2}"/>
              </a:ext>
            </a:extLst>
          </p:cNvPr>
          <p:cNvSpPr/>
          <p:nvPr/>
        </p:nvSpPr>
        <p:spPr>
          <a:xfrm>
            <a:off x="3018185" y="24156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EE9C457-91FE-4FBB-94CC-E1480C4D5D5C}"/>
              </a:ext>
            </a:extLst>
          </p:cNvPr>
          <p:cNvSpPr/>
          <p:nvPr/>
        </p:nvSpPr>
        <p:spPr>
          <a:xfrm>
            <a:off x="3140423" y="24156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AA8A780-310A-4B72-A34A-DCE4EE52F80C}"/>
              </a:ext>
            </a:extLst>
          </p:cNvPr>
          <p:cNvSpPr/>
          <p:nvPr/>
        </p:nvSpPr>
        <p:spPr>
          <a:xfrm>
            <a:off x="3284885" y="24156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764E321-E5C0-4BFE-B159-CE7CA9CA3DA5}"/>
              </a:ext>
            </a:extLst>
          </p:cNvPr>
          <p:cNvSpPr/>
          <p:nvPr/>
        </p:nvSpPr>
        <p:spPr>
          <a:xfrm>
            <a:off x="2645123" y="24156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A85834F-1ACC-4772-AFBD-4E75BA812C72}"/>
              </a:ext>
            </a:extLst>
          </p:cNvPr>
          <p:cNvSpPr/>
          <p:nvPr/>
        </p:nvSpPr>
        <p:spPr>
          <a:xfrm>
            <a:off x="3521423" y="24156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7DF92C4-1F33-460F-B2A2-008D542E71F5}"/>
              </a:ext>
            </a:extLst>
          </p:cNvPr>
          <p:cNvSpPr/>
          <p:nvPr/>
        </p:nvSpPr>
        <p:spPr>
          <a:xfrm>
            <a:off x="3635723" y="24156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86468D4-B3A7-4110-B5C8-0C31CE66C063}"/>
              </a:ext>
            </a:extLst>
          </p:cNvPr>
          <p:cNvSpPr/>
          <p:nvPr/>
        </p:nvSpPr>
        <p:spPr>
          <a:xfrm>
            <a:off x="3780185" y="24156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5EAF034-6141-4431-BD06-4C7BA3322FEC}"/>
              </a:ext>
            </a:extLst>
          </p:cNvPr>
          <p:cNvSpPr/>
          <p:nvPr/>
        </p:nvSpPr>
        <p:spPr>
          <a:xfrm>
            <a:off x="3902423" y="24156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CDC371C-C018-4CF0-AFAC-062FBF35EBA9}"/>
              </a:ext>
            </a:extLst>
          </p:cNvPr>
          <p:cNvSpPr/>
          <p:nvPr/>
        </p:nvSpPr>
        <p:spPr>
          <a:xfrm>
            <a:off x="3407123" y="24156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ED9F7920-E5AD-481E-ABCF-9876612CF5A6}"/>
              </a:ext>
            </a:extLst>
          </p:cNvPr>
          <p:cNvSpPr/>
          <p:nvPr/>
        </p:nvSpPr>
        <p:spPr>
          <a:xfrm>
            <a:off x="2759423" y="25680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7203E79-3CA4-45BE-A29B-9EC8200AC1ED}"/>
              </a:ext>
            </a:extLst>
          </p:cNvPr>
          <p:cNvSpPr/>
          <p:nvPr/>
        </p:nvSpPr>
        <p:spPr>
          <a:xfrm>
            <a:off x="2873723" y="25680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4E22B77B-45B3-4F5B-8A9D-B75FFE91F581}"/>
              </a:ext>
            </a:extLst>
          </p:cNvPr>
          <p:cNvSpPr/>
          <p:nvPr/>
        </p:nvSpPr>
        <p:spPr>
          <a:xfrm>
            <a:off x="3018185" y="25680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C9AA6EA-E659-4E33-A710-0BFFA6A9A1A5}"/>
              </a:ext>
            </a:extLst>
          </p:cNvPr>
          <p:cNvSpPr/>
          <p:nvPr/>
        </p:nvSpPr>
        <p:spPr>
          <a:xfrm>
            <a:off x="3140423" y="25680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88F107DE-BFBF-475D-B4EF-922AFE5EFEA7}"/>
              </a:ext>
            </a:extLst>
          </p:cNvPr>
          <p:cNvSpPr/>
          <p:nvPr/>
        </p:nvSpPr>
        <p:spPr>
          <a:xfrm>
            <a:off x="3284885" y="25680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6091EBDB-ACF4-4243-BCCC-E1E2A5F1A648}"/>
              </a:ext>
            </a:extLst>
          </p:cNvPr>
          <p:cNvSpPr/>
          <p:nvPr/>
        </p:nvSpPr>
        <p:spPr>
          <a:xfrm>
            <a:off x="2645123" y="25680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EE4DAA4F-1568-4B48-9FA4-6C13A51BE675}"/>
              </a:ext>
            </a:extLst>
          </p:cNvPr>
          <p:cNvSpPr/>
          <p:nvPr/>
        </p:nvSpPr>
        <p:spPr>
          <a:xfrm>
            <a:off x="3521423" y="25680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3A8D4B5-F246-4CC4-A6DC-176C3182E6E2}"/>
              </a:ext>
            </a:extLst>
          </p:cNvPr>
          <p:cNvSpPr/>
          <p:nvPr/>
        </p:nvSpPr>
        <p:spPr>
          <a:xfrm>
            <a:off x="3635723" y="25680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24BF5DD5-B56D-47BB-A5AB-16C33BBD29DE}"/>
              </a:ext>
            </a:extLst>
          </p:cNvPr>
          <p:cNvSpPr/>
          <p:nvPr/>
        </p:nvSpPr>
        <p:spPr>
          <a:xfrm>
            <a:off x="3780185" y="25680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BA692064-3927-4631-B3F1-724507DD2FB7}"/>
              </a:ext>
            </a:extLst>
          </p:cNvPr>
          <p:cNvSpPr/>
          <p:nvPr/>
        </p:nvSpPr>
        <p:spPr>
          <a:xfrm>
            <a:off x="3902423" y="25680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6183572C-DA98-4C90-8C9A-FAFB1216558F}"/>
              </a:ext>
            </a:extLst>
          </p:cNvPr>
          <p:cNvSpPr/>
          <p:nvPr/>
        </p:nvSpPr>
        <p:spPr>
          <a:xfrm>
            <a:off x="3407123" y="25680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CEFB687F-923C-4F94-AE16-878FACAC621A}"/>
              </a:ext>
            </a:extLst>
          </p:cNvPr>
          <p:cNvSpPr/>
          <p:nvPr/>
        </p:nvSpPr>
        <p:spPr>
          <a:xfrm>
            <a:off x="2759423" y="27267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536CBDA9-36D2-44FB-AF0B-4DB4FAE38EEF}"/>
              </a:ext>
            </a:extLst>
          </p:cNvPr>
          <p:cNvSpPr/>
          <p:nvPr/>
        </p:nvSpPr>
        <p:spPr>
          <a:xfrm>
            <a:off x="2873723" y="27267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CE10F73E-2E4C-43D3-B813-66D2D871D39E}"/>
              </a:ext>
            </a:extLst>
          </p:cNvPr>
          <p:cNvSpPr/>
          <p:nvPr/>
        </p:nvSpPr>
        <p:spPr>
          <a:xfrm>
            <a:off x="3018185" y="2726780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A2BC8C02-CC99-4E8E-AFF5-AFD1A7FC8F04}"/>
              </a:ext>
            </a:extLst>
          </p:cNvPr>
          <p:cNvSpPr/>
          <p:nvPr/>
        </p:nvSpPr>
        <p:spPr>
          <a:xfrm>
            <a:off x="3140423" y="27267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C4A86BC-8487-4168-B2B0-BBB26CDC1C6E}"/>
              </a:ext>
            </a:extLst>
          </p:cNvPr>
          <p:cNvSpPr/>
          <p:nvPr/>
        </p:nvSpPr>
        <p:spPr>
          <a:xfrm>
            <a:off x="3284885" y="2726780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3DFCC2D6-068B-41F8-BFB3-2936209AFE26}"/>
              </a:ext>
            </a:extLst>
          </p:cNvPr>
          <p:cNvSpPr/>
          <p:nvPr/>
        </p:nvSpPr>
        <p:spPr>
          <a:xfrm>
            <a:off x="2645123" y="27267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A7B8EFEE-BA0A-45B1-A509-10B43F429F6A}"/>
              </a:ext>
            </a:extLst>
          </p:cNvPr>
          <p:cNvSpPr/>
          <p:nvPr/>
        </p:nvSpPr>
        <p:spPr>
          <a:xfrm>
            <a:off x="3521423" y="27267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9BBAB893-AD1D-492C-AB77-59BE2D494416}"/>
              </a:ext>
            </a:extLst>
          </p:cNvPr>
          <p:cNvSpPr/>
          <p:nvPr/>
        </p:nvSpPr>
        <p:spPr>
          <a:xfrm>
            <a:off x="3635723" y="27267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92DF8862-9719-4DF2-871F-815186889FD5}"/>
              </a:ext>
            </a:extLst>
          </p:cNvPr>
          <p:cNvSpPr/>
          <p:nvPr/>
        </p:nvSpPr>
        <p:spPr>
          <a:xfrm>
            <a:off x="3780185" y="2726780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CB5C5CCD-2504-421C-BDC7-EB22CF2F3840}"/>
              </a:ext>
            </a:extLst>
          </p:cNvPr>
          <p:cNvSpPr/>
          <p:nvPr/>
        </p:nvSpPr>
        <p:spPr>
          <a:xfrm>
            <a:off x="3902423" y="27267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9DE67A69-1DDB-4A91-8DC4-81BB286FD1AF}"/>
              </a:ext>
            </a:extLst>
          </p:cNvPr>
          <p:cNvSpPr/>
          <p:nvPr/>
        </p:nvSpPr>
        <p:spPr>
          <a:xfrm>
            <a:off x="3407123" y="27267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81F48245-C914-48C6-A1B7-A12660003966}"/>
              </a:ext>
            </a:extLst>
          </p:cNvPr>
          <p:cNvSpPr/>
          <p:nvPr/>
        </p:nvSpPr>
        <p:spPr>
          <a:xfrm>
            <a:off x="2759423" y="28791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E069FC68-BAAA-4DD9-B653-968A098E43F3}"/>
              </a:ext>
            </a:extLst>
          </p:cNvPr>
          <p:cNvSpPr/>
          <p:nvPr/>
        </p:nvSpPr>
        <p:spPr>
          <a:xfrm>
            <a:off x="2873723" y="28791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59CBF6FF-2C23-4DD6-829F-49F0578B5043}"/>
              </a:ext>
            </a:extLst>
          </p:cNvPr>
          <p:cNvSpPr/>
          <p:nvPr/>
        </p:nvSpPr>
        <p:spPr>
          <a:xfrm>
            <a:off x="3018185" y="2879180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A905DC4F-C3A9-4284-8E25-7F3E192C0643}"/>
              </a:ext>
            </a:extLst>
          </p:cNvPr>
          <p:cNvSpPr/>
          <p:nvPr/>
        </p:nvSpPr>
        <p:spPr>
          <a:xfrm>
            <a:off x="3140423" y="28791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6D7B13D7-147D-4F7D-928F-30B2B5526074}"/>
              </a:ext>
            </a:extLst>
          </p:cNvPr>
          <p:cNvSpPr/>
          <p:nvPr/>
        </p:nvSpPr>
        <p:spPr>
          <a:xfrm>
            <a:off x="3284885" y="2879180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0D1857FC-26F4-491D-9F42-302B75DE3997}"/>
              </a:ext>
            </a:extLst>
          </p:cNvPr>
          <p:cNvSpPr/>
          <p:nvPr/>
        </p:nvSpPr>
        <p:spPr>
          <a:xfrm>
            <a:off x="2645123" y="28791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D5E9D8E9-D25C-41A6-B62B-3062C739602A}"/>
              </a:ext>
            </a:extLst>
          </p:cNvPr>
          <p:cNvSpPr/>
          <p:nvPr/>
        </p:nvSpPr>
        <p:spPr>
          <a:xfrm>
            <a:off x="3521423" y="28791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EE66E121-E7EC-4FB1-8289-A2214DC3EAEE}"/>
              </a:ext>
            </a:extLst>
          </p:cNvPr>
          <p:cNvSpPr/>
          <p:nvPr/>
        </p:nvSpPr>
        <p:spPr>
          <a:xfrm>
            <a:off x="3635723" y="28791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2D32546A-70E2-4DBF-B349-8FF92BDD42BA}"/>
              </a:ext>
            </a:extLst>
          </p:cNvPr>
          <p:cNvSpPr/>
          <p:nvPr/>
        </p:nvSpPr>
        <p:spPr>
          <a:xfrm>
            <a:off x="3780185" y="2879180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C13E888A-7F32-4DFA-B3DC-B5790CE5CD50}"/>
              </a:ext>
            </a:extLst>
          </p:cNvPr>
          <p:cNvSpPr/>
          <p:nvPr/>
        </p:nvSpPr>
        <p:spPr>
          <a:xfrm>
            <a:off x="3902423" y="28791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96CFC898-8DE5-4C30-95D4-28CC54DCD143}"/>
              </a:ext>
            </a:extLst>
          </p:cNvPr>
          <p:cNvSpPr/>
          <p:nvPr/>
        </p:nvSpPr>
        <p:spPr>
          <a:xfrm>
            <a:off x="3407123" y="28791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136B4AC7-E0F4-4ADA-AD0A-FD4A28ADF076}"/>
              </a:ext>
            </a:extLst>
          </p:cNvPr>
          <p:cNvSpPr/>
          <p:nvPr/>
        </p:nvSpPr>
        <p:spPr>
          <a:xfrm>
            <a:off x="2759423" y="30315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2AF83C14-C984-476C-8514-1872E062F5C0}"/>
              </a:ext>
            </a:extLst>
          </p:cNvPr>
          <p:cNvSpPr/>
          <p:nvPr/>
        </p:nvSpPr>
        <p:spPr>
          <a:xfrm>
            <a:off x="2873723" y="30315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BD5C42E5-B37F-41ED-881D-E0C528ACA97B}"/>
              </a:ext>
            </a:extLst>
          </p:cNvPr>
          <p:cNvSpPr/>
          <p:nvPr/>
        </p:nvSpPr>
        <p:spPr>
          <a:xfrm>
            <a:off x="3018185" y="3031580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FF5B0171-EC05-48E9-8B71-9450848D54F9}"/>
              </a:ext>
            </a:extLst>
          </p:cNvPr>
          <p:cNvSpPr/>
          <p:nvPr/>
        </p:nvSpPr>
        <p:spPr>
          <a:xfrm>
            <a:off x="3140423" y="30315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D8911824-E065-461D-9138-D7B79F3F1D92}"/>
              </a:ext>
            </a:extLst>
          </p:cNvPr>
          <p:cNvSpPr/>
          <p:nvPr/>
        </p:nvSpPr>
        <p:spPr>
          <a:xfrm>
            <a:off x="3284885" y="3031580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D1A73058-3FC6-4E7C-BA8F-15D4A82BB2AE}"/>
              </a:ext>
            </a:extLst>
          </p:cNvPr>
          <p:cNvSpPr/>
          <p:nvPr/>
        </p:nvSpPr>
        <p:spPr>
          <a:xfrm>
            <a:off x="2645123" y="30315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B000D98D-113F-45AB-9DA5-344BABA0AA85}"/>
              </a:ext>
            </a:extLst>
          </p:cNvPr>
          <p:cNvSpPr/>
          <p:nvPr/>
        </p:nvSpPr>
        <p:spPr>
          <a:xfrm>
            <a:off x="3521423" y="30315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034C7DCF-EB54-4217-BAFC-8D1362FC28B3}"/>
              </a:ext>
            </a:extLst>
          </p:cNvPr>
          <p:cNvSpPr/>
          <p:nvPr/>
        </p:nvSpPr>
        <p:spPr>
          <a:xfrm>
            <a:off x="3635723" y="30315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32C9DA78-0F40-4389-B787-41873364ECAD}"/>
              </a:ext>
            </a:extLst>
          </p:cNvPr>
          <p:cNvSpPr/>
          <p:nvPr/>
        </p:nvSpPr>
        <p:spPr>
          <a:xfrm>
            <a:off x="3780185" y="3031580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3BE05256-0D2C-4192-9626-D1F661462B47}"/>
              </a:ext>
            </a:extLst>
          </p:cNvPr>
          <p:cNvSpPr/>
          <p:nvPr/>
        </p:nvSpPr>
        <p:spPr>
          <a:xfrm>
            <a:off x="3902423" y="30315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D11BB3D3-7024-4B37-8B17-904E1BEC7B67}"/>
              </a:ext>
            </a:extLst>
          </p:cNvPr>
          <p:cNvSpPr/>
          <p:nvPr/>
        </p:nvSpPr>
        <p:spPr>
          <a:xfrm>
            <a:off x="3407123" y="30315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0EDF66F8-21C8-490D-8166-4D347DCC3CF1}"/>
              </a:ext>
            </a:extLst>
          </p:cNvPr>
          <p:cNvSpPr/>
          <p:nvPr/>
        </p:nvSpPr>
        <p:spPr>
          <a:xfrm>
            <a:off x="5243860" y="18076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4C007BF3-C56A-4BFE-B8E1-F3947227F6A7}"/>
              </a:ext>
            </a:extLst>
          </p:cNvPr>
          <p:cNvSpPr/>
          <p:nvPr/>
        </p:nvSpPr>
        <p:spPr>
          <a:xfrm>
            <a:off x="5358160" y="18076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690F3BB0-7392-482F-921F-5FE58456B8E0}"/>
              </a:ext>
            </a:extLst>
          </p:cNvPr>
          <p:cNvSpPr/>
          <p:nvPr/>
        </p:nvSpPr>
        <p:spPr>
          <a:xfrm>
            <a:off x="5502623" y="18076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DEC44326-FC2F-467D-9A59-152E11B82CFB}"/>
              </a:ext>
            </a:extLst>
          </p:cNvPr>
          <p:cNvSpPr/>
          <p:nvPr/>
        </p:nvSpPr>
        <p:spPr>
          <a:xfrm>
            <a:off x="5624860" y="18076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6070B5EF-2520-4C3C-B2FA-D01FCF4DE0BA}"/>
              </a:ext>
            </a:extLst>
          </p:cNvPr>
          <p:cNvSpPr/>
          <p:nvPr/>
        </p:nvSpPr>
        <p:spPr>
          <a:xfrm>
            <a:off x="5769323" y="18076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B90F473F-6D1C-4E64-997D-E18662818027}"/>
              </a:ext>
            </a:extLst>
          </p:cNvPr>
          <p:cNvSpPr/>
          <p:nvPr/>
        </p:nvSpPr>
        <p:spPr>
          <a:xfrm>
            <a:off x="5129560" y="18076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D5C1F943-3DBA-4276-B8FE-2116C2D79434}"/>
              </a:ext>
            </a:extLst>
          </p:cNvPr>
          <p:cNvSpPr/>
          <p:nvPr/>
        </p:nvSpPr>
        <p:spPr>
          <a:xfrm>
            <a:off x="5891560" y="18076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8C55C1D0-17F9-4167-931A-419D3D000036}"/>
              </a:ext>
            </a:extLst>
          </p:cNvPr>
          <p:cNvSpPr/>
          <p:nvPr/>
        </p:nvSpPr>
        <p:spPr>
          <a:xfrm>
            <a:off x="5235923" y="19600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FD202054-3C2B-47B6-9BBD-D223317F9FF6}"/>
              </a:ext>
            </a:extLst>
          </p:cNvPr>
          <p:cNvSpPr/>
          <p:nvPr/>
        </p:nvSpPr>
        <p:spPr>
          <a:xfrm>
            <a:off x="5350223" y="19600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036C17C8-2278-45E2-B25A-84503C641DBA}"/>
              </a:ext>
            </a:extLst>
          </p:cNvPr>
          <p:cNvSpPr/>
          <p:nvPr/>
        </p:nvSpPr>
        <p:spPr>
          <a:xfrm>
            <a:off x="5494685" y="19600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11707341-FC72-491F-B3B4-5DF7E3EBD907}"/>
              </a:ext>
            </a:extLst>
          </p:cNvPr>
          <p:cNvSpPr/>
          <p:nvPr/>
        </p:nvSpPr>
        <p:spPr>
          <a:xfrm>
            <a:off x="5616923" y="19600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9D7D13C9-2899-41A8-8C9E-B9687DAD0C1E}"/>
              </a:ext>
            </a:extLst>
          </p:cNvPr>
          <p:cNvSpPr/>
          <p:nvPr/>
        </p:nvSpPr>
        <p:spPr>
          <a:xfrm>
            <a:off x="5761385" y="19600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8545F143-5541-4B3B-AD11-200E904E0090}"/>
              </a:ext>
            </a:extLst>
          </p:cNvPr>
          <p:cNvSpPr/>
          <p:nvPr/>
        </p:nvSpPr>
        <p:spPr>
          <a:xfrm>
            <a:off x="5121623" y="19600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29BEB322-B4F1-46BF-8A98-425BED7E545A}"/>
              </a:ext>
            </a:extLst>
          </p:cNvPr>
          <p:cNvSpPr/>
          <p:nvPr/>
        </p:nvSpPr>
        <p:spPr>
          <a:xfrm>
            <a:off x="5883623" y="19600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B8231690-8380-4C55-B189-8D7B3E53A4A3}"/>
              </a:ext>
            </a:extLst>
          </p:cNvPr>
          <p:cNvSpPr/>
          <p:nvPr/>
        </p:nvSpPr>
        <p:spPr>
          <a:xfrm>
            <a:off x="5243860" y="21124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BF22A1AB-7B07-4B9A-B908-44E820456FA8}"/>
              </a:ext>
            </a:extLst>
          </p:cNvPr>
          <p:cNvSpPr/>
          <p:nvPr/>
        </p:nvSpPr>
        <p:spPr>
          <a:xfrm>
            <a:off x="5358160" y="21124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756FEA6F-5A21-4F87-92BA-DD4F3E4A9DA6}"/>
              </a:ext>
            </a:extLst>
          </p:cNvPr>
          <p:cNvSpPr/>
          <p:nvPr/>
        </p:nvSpPr>
        <p:spPr>
          <a:xfrm>
            <a:off x="5502623" y="21124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E1DB5500-6DAE-473A-A266-7C3DD8CA4B9F}"/>
              </a:ext>
            </a:extLst>
          </p:cNvPr>
          <p:cNvSpPr/>
          <p:nvPr/>
        </p:nvSpPr>
        <p:spPr>
          <a:xfrm>
            <a:off x="5624860" y="21124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3E593C7D-66D9-412E-8DFD-38AC048C3B36}"/>
              </a:ext>
            </a:extLst>
          </p:cNvPr>
          <p:cNvSpPr/>
          <p:nvPr/>
        </p:nvSpPr>
        <p:spPr>
          <a:xfrm>
            <a:off x="5769323" y="21124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12EA48FE-E204-4E3B-9B5E-E86085E7CAFF}"/>
              </a:ext>
            </a:extLst>
          </p:cNvPr>
          <p:cNvSpPr/>
          <p:nvPr/>
        </p:nvSpPr>
        <p:spPr>
          <a:xfrm>
            <a:off x="5129560" y="21124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1FEC4E28-5B63-4FA1-8BF9-D35850921B67}"/>
              </a:ext>
            </a:extLst>
          </p:cNvPr>
          <p:cNvSpPr/>
          <p:nvPr/>
        </p:nvSpPr>
        <p:spPr>
          <a:xfrm>
            <a:off x="5891560" y="21124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82D716A5-9A0E-4EAF-85AC-81444A8DD21B}"/>
              </a:ext>
            </a:extLst>
          </p:cNvPr>
          <p:cNvSpPr/>
          <p:nvPr/>
        </p:nvSpPr>
        <p:spPr>
          <a:xfrm>
            <a:off x="5243860" y="22648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CE3BF8AF-62D0-488F-8AC7-1B471498C779}"/>
              </a:ext>
            </a:extLst>
          </p:cNvPr>
          <p:cNvSpPr/>
          <p:nvPr/>
        </p:nvSpPr>
        <p:spPr>
          <a:xfrm>
            <a:off x="5358160" y="22648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609843D7-E560-4FFA-9D9F-872A61BCC4D3}"/>
              </a:ext>
            </a:extLst>
          </p:cNvPr>
          <p:cNvSpPr/>
          <p:nvPr/>
        </p:nvSpPr>
        <p:spPr>
          <a:xfrm>
            <a:off x="5502623" y="22648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AA485186-D593-4EAF-8C08-CE20E8A0DB26}"/>
              </a:ext>
            </a:extLst>
          </p:cNvPr>
          <p:cNvSpPr/>
          <p:nvPr/>
        </p:nvSpPr>
        <p:spPr>
          <a:xfrm>
            <a:off x="5624860" y="22648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837086D1-1200-4D1B-B1BD-868B14054FD5}"/>
              </a:ext>
            </a:extLst>
          </p:cNvPr>
          <p:cNvSpPr/>
          <p:nvPr/>
        </p:nvSpPr>
        <p:spPr>
          <a:xfrm>
            <a:off x="5769323" y="22648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7E4E8BFE-2468-4C54-B0D3-31E6D47246EB}"/>
              </a:ext>
            </a:extLst>
          </p:cNvPr>
          <p:cNvSpPr/>
          <p:nvPr/>
        </p:nvSpPr>
        <p:spPr>
          <a:xfrm>
            <a:off x="5129560" y="22648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AFF6CC78-A59E-4435-BE5C-017227231636}"/>
              </a:ext>
            </a:extLst>
          </p:cNvPr>
          <p:cNvSpPr/>
          <p:nvPr/>
        </p:nvSpPr>
        <p:spPr>
          <a:xfrm>
            <a:off x="5891560" y="22648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9F6AC00C-789C-461C-AEB2-B02228DE50B7}"/>
              </a:ext>
            </a:extLst>
          </p:cNvPr>
          <p:cNvSpPr/>
          <p:nvPr/>
        </p:nvSpPr>
        <p:spPr>
          <a:xfrm>
            <a:off x="5235923" y="24172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661495AC-81F2-4335-9870-FAD0540B1E8D}"/>
              </a:ext>
            </a:extLst>
          </p:cNvPr>
          <p:cNvSpPr/>
          <p:nvPr/>
        </p:nvSpPr>
        <p:spPr>
          <a:xfrm>
            <a:off x="5350223" y="24172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50A774E4-6349-4CA8-A129-B0A1D435EB4A}"/>
              </a:ext>
            </a:extLst>
          </p:cNvPr>
          <p:cNvSpPr/>
          <p:nvPr/>
        </p:nvSpPr>
        <p:spPr>
          <a:xfrm>
            <a:off x="5494685" y="24172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0BF6C49C-BA0E-4CB5-B24B-5CF1C004C65E}"/>
              </a:ext>
            </a:extLst>
          </p:cNvPr>
          <p:cNvSpPr/>
          <p:nvPr/>
        </p:nvSpPr>
        <p:spPr>
          <a:xfrm>
            <a:off x="5616923" y="24172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07B6B89C-EE0A-46CE-9EC6-01C884B067FC}"/>
              </a:ext>
            </a:extLst>
          </p:cNvPr>
          <p:cNvSpPr/>
          <p:nvPr/>
        </p:nvSpPr>
        <p:spPr>
          <a:xfrm>
            <a:off x="5761385" y="24172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53F07C52-E0C1-418C-BEBC-7C61822B3629}"/>
              </a:ext>
            </a:extLst>
          </p:cNvPr>
          <p:cNvSpPr/>
          <p:nvPr/>
        </p:nvSpPr>
        <p:spPr>
          <a:xfrm>
            <a:off x="5121623" y="24172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47E052FD-420E-47A2-83FF-116BDD388F3D}"/>
              </a:ext>
            </a:extLst>
          </p:cNvPr>
          <p:cNvSpPr/>
          <p:nvPr/>
        </p:nvSpPr>
        <p:spPr>
          <a:xfrm>
            <a:off x="5883623" y="24172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82EE1E7F-F3E1-4966-912C-BE2FDBB7DC51}"/>
              </a:ext>
            </a:extLst>
          </p:cNvPr>
          <p:cNvSpPr/>
          <p:nvPr/>
        </p:nvSpPr>
        <p:spPr>
          <a:xfrm>
            <a:off x="5235923" y="25696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628447E1-0190-4177-B1F3-62CE8EB8E742}"/>
              </a:ext>
            </a:extLst>
          </p:cNvPr>
          <p:cNvSpPr/>
          <p:nvPr/>
        </p:nvSpPr>
        <p:spPr>
          <a:xfrm>
            <a:off x="5350223" y="25696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1BAED479-5609-46D0-9433-D843BA33E70F}"/>
              </a:ext>
            </a:extLst>
          </p:cNvPr>
          <p:cNvSpPr/>
          <p:nvPr/>
        </p:nvSpPr>
        <p:spPr>
          <a:xfrm>
            <a:off x="5494685" y="25696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8F7A785D-752D-4EAB-98F5-CFE314B81B3F}"/>
              </a:ext>
            </a:extLst>
          </p:cNvPr>
          <p:cNvSpPr/>
          <p:nvPr/>
        </p:nvSpPr>
        <p:spPr>
          <a:xfrm>
            <a:off x="5616923" y="25696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71ACBBD0-F089-445B-A200-28F7668EAABF}"/>
              </a:ext>
            </a:extLst>
          </p:cNvPr>
          <p:cNvSpPr/>
          <p:nvPr/>
        </p:nvSpPr>
        <p:spPr>
          <a:xfrm>
            <a:off x="5761385" y="25696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FAB037B1-911B-4E5B-B3D8-CA680439346F}"/>
              </a:ext>
            </a:extLst>
          </p:cNvPr>
          <p:cNvSpPr/>
          <p:nvPr/>
        </p:nvSpPr>
        <p:spPr>
          <a:xfrm>
            <a:off x="5121623" y="25696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6D752B4D-7B29-429B-BE0F-F057D5D35C4C}"/>
              </a:ext>
            </a:extLst>
          </p:cNvPr>
          <p:cNvSpPr/>
          <p:nvPr/>
        </p:nvSpPr>
        <p:spPr>
          <a:xfrm>
            <a:off x="5883623" y="25696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D56ED048-C828-4861-B9BD-9712A12EE0DB}"/>
              </a:ext>
            </a:extLst>
          </p:cNvPr>
          <p:cNvSpPr/>
          <p:nvPr/>
        </p:nvSpPr>
        <p:spPr>
          <a:xfrm>
            <a:off x="5235923" y="27299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F7A2B0C8-CE37-4A7F-8AA4-EA726875E762}"/>
              </a:ext>
            </a:extLst>
          </p:cNvPr>
          <p:cNvSpPr/>
          <p:nvPr/>
        </p:nvSpPr>
        <p:spPr>
          <a:xfrm>
            <a:off x="5350223" y="27299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84C638DE-6AFF-4D21-8BA2-BCF8500C95AE}"/>
              </a:ext>
            </a:extLst>
          </p:cNvPr>
          <p:cNvSpPr/>
          <p:nvPr/>
        </p:nvSpPr>
        <p:spPr>
          <a:xfrm>
            <a:off x="5494685" y="2729955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52EAD31A-486E-4DCC-9858-679599485083}"/>
              </a:ext>
            </a:extLst>
          </p:cNvPr>
          <p:cNvSpPr/>
          <p:nvPr/>
        </p:nvSpPr>
        <p:spPr>
          <a:xfrm>
            <a:off x="5616923" y="27299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9F6940EE-C1DE-4598-B417-4A4EC13D99AA}"/>
              </a:ext>
            </a:extLst>
          </p:cNvPr>
          <p:cNvSpPr/>
          <p:nvPr/>
        </p:nvSpPr>
        <p:spPr>
          <a:xfrm>
            <a:off x="5761385" y="2729955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156EC3F5-3611-43B5-A842-03C520E5F876}"/>
              </a:ext>
            </a:extLst>
          </p:cNvPr>
          <p:cNvSpPr/>
          <p:nvPr/>
        </p:nvSpPr>
        <p:spPr>
          <a:xfrm>
            <a:off x="5121623" y="27299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8267D723-0100-4D72-A3C6-1F08E3A24FE8}"/>
              </a:ext>
            </a:extLst>
          </p:cNvPr>
          <p:cNvSpPr/>
          <p:nvPr/>
        </p:nvSpPr>
        <p:spPr>
          <a:xfrm>
            <a:off x="5883623" y="27299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68EC6427-B07C-4FEC-9219-B708F20BC6C7}"/>
              </a:ext>
            </a:extLst>
          </p:cNvPr>
          <p:cNvSpPr/>
          <p:nvPr/>
        </p:nvSpPr>
        <p:spPr>
          <a:xfrm>
            <a:off x="5235923" y="28823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3BE1CFE9-9EE8-4D3D-A41A-6C4176C819BB}"/>
              </a:ext>
            </a:extLst>
          </p:cNvPr>
          <p:cNvSpPr/>
          <p:nvPr/>
        </p:nvSpPr>
        <p:spPr>
          <a:xfrm>
            <a:off x="5350223" y="28823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52E94E4B-8E30-4542-88C1-D0E4E6726116}"/>
              </a:ext>
            </a:extLst>
          </p:cNvPr>
          <p:cNvSpPr/>
          <p:nvPr/>
        </p:nvSpPr>
        <p:spPr>
          <a:xfrm>
            <a:off x="5494685" y="2882355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5E6AB1F8-59B4-4729-9679-0929F3554C0B}"/>
              </a:ext>
            </a:extLst>
          </p:cNvPr>
          <p:cNvSpPr/>
          <p:nvPr/>
        </p:nvSpPr>
        <p:spPr>
          <a:xfrm>
            <a:off x="5616923" y="28823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20BDF574-A9DE-49EB-A4E3-5408A232BE46}"/>
              </a:ext>
            </a:extLst>
          </p:cNvPr>
          <p:cNvSpPr/>
          <p:nvPr/>
        </p:nvSpPr>
        <p:spPr>
          <a:xfrm>
            <a:off x="5761385" y="2882355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E5B55234-A827-451D-9411-2FCFA1915630}"/>
              </a:ext>
            </a:extLst>
          </p:cNvPr>
          <p:cNvSpPr/>
          <p:nvPr/>
        </p:nvSpPr>
        <p:spPr>
          <a:xfrm>
            <a:off x="5121623" y="28823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1426973C-B849-484A-9FF0-B881A33471DC}"/>
              </a:ext>
            </a:extLst>
          </p:cNvPr>
          <p:cNvSpPr/>
          <p:nvPr/>
        </p:nvSpPr>
        <p:spPr>
          <a:xfrm>
            <a:off x="5883623" y="28823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A94D1D3C-2CC2-4752-BABD-A8D35F3140A5}"/>
              </a:ext>
            </a:extLst>
          </p:cNvPr>
          <p:cNvSpPr/>
          <p:nvPr/>
        </p:nvSpPr>
        <p:spPr>
          <a:xfrm>
            <a:off x="5235923" y="30347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222104BC-D5F4-463F-A579-C58A64468470}"/>
              </a:ext>
            </a:extLst>
          </p:cNvPr>
          <p:cNvSpPr/>
          <p:nvPr/>
        </p:nvSpPr>
        <p:spPr>
          <a:xfrm>
            <a:off x="5350223" y="30347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BC756C85-A355-49A2-B1E7-2CC3D2329E94}"/>
              </a:ext>
            </a:extLst>
          </p:cNvPr>
          <p:cNvSpPr/>
          <p:nvPr/>
        </p:nvSpPr>
        <p:spPr>
          <a:xfrm>
            <a:off x="5494685" y="3034755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7297F6CF-96A7-4229-9A24-6D7D3F25A120}"/>
              </a:ext>
            </a:extLst>
          </p:cNvPr>
          <p:cNvSpPr/>
          <p:nvPr/>
        </p:nvSpPr>
        <p:spPr>
          <a:xfrm>
            <a:off x="5616923" y="30347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434EAA98-3313-4DF9-BE2E-8A432E164F2E}"/>
              </a:ext>
            </a:extLst>
          </p:cNvPr>
          <p:cNvSpPr/>
          <p:nvPr/>
        </p:nvSpPr>
        <p:spPr>
          <a:xfrm>
            <a:off x="5761385" y="3034755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376B5D53-C238-4922-9D94-1CB56953FBAD}"/>
              </a:ext>
            </a:extLst>
          </p:cNvPr>
          <p:cNvSpPr/>
          <p:nvPr/>
        </p:nvSpPr>
        <p:spPr>
          <a:xfrm>
            <a:off x="5121623" y="30347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1ECF46F5-EFA3-4311-891F-60F26BA80B2A}"/>
              </a:ext>
            </a:extLst>
          </p:cNvPr>
          <p:cNvSpPr/>
          <p:nvPr/>
        </p:nvSpPr>
        <p:spPr>
          <a:xfrm>
            <a:off x="5883623" y="30347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CA8F1FAA-9AE0-42CE-9967-4CBE0D64B67C}"/>
              </a:ext>
            </a:extLst>
          </p:cNvPr>
          <p:cNvSpPr/>
          <p:nvPr/>
        </p:nvSpPr>
        <p:spPr>
          <a:xfrm>
            <a:off x="6196360" y="18076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50A2DA45-8F78-4747-A6B7-23885E487EFA}"/>
              </a:ext>
            </a:extLst>
          </p:cNvPr>
          <p:cNvSpPr/>
          <p:nvPr/>
        </p:nvSpPr>
        <p:spPr>
          <a:xfrm>
            <a:off x="6310660" y="18076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B367D12D-4398-4490-B9B9-E274C2C6C653}"/>
              </a:ext>
            </a:extLst>
          </p:cNvPr>
          <p:cNvSpPr/>
          <p:nvPr/>
        </p:nvSpPr>
        <p:spPr>
          <a:xfrm>
            <a:off x="6455123" y="18076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B82FAC38-E434-48EC-A102-9148EE28F57A}"/>
              </a:ext>
            </a:extLst>
          </p:cNvPr>
          <p:cNvSpPr/>
          <p:nvPr/>
        </p:nvSpPr>
        <p:spPr>
          <a:xfrm>
            <a:off x="6577360" y="18076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A7CAD8E7-5E07-413E-AC54-700F2A96D605}"/>
              </a:ext>
            </a:extLst>
          </p:cNvPr>
          <p:cNvSpPr/>
          <p:nvPr/>
        </p:nvSpPr>
        <p:spPr>
          <a:xfrm>
            <a:off x="6721823" y="18076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01483F81-312B-416D-A756-E53838C9F9CA}"/>
              </a:ext>
            </a:extLst>
          </p:cNvPr>
          <p:cNvSpPr/>
          <p:nvPr/>
        </p:nvSpPr>
        <p:spPr>
          <a:xfrm>
            <a:off x="6082060" y="18076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23FCDBC0-EAE4-4861-915E-91A409232ED8}"/>
              </a:ext>
            </a:extLst>
          </p:cNvPr>
          <p:cNvSpPr/>
          <p:nvPr/>
        </p:nvSpPr>
        <p:spPr>
          <a:xfrm>
            <a:off x="6844060" y="18076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3E54FAC6-B16F-49D3-A4DE-21F32838D889}"/>
              </a:ext>
            </a:extLst>
          </p:cNvPr>
          <p:cNvSpPr/>
          <p:nvPr/>
        </p:nvSpPr>
        <p:spPr>
          <a:xfrm>
            <a:off x="6188423" y="19600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6BFF573E-2420-4BA5-9411-DFE09793815C}"/>
              </a:ext>
            </a:extLst>
          </p:cNvPr>
          <p:cNvSpPr/>
          <p:nvPr/>
        </p:nvSpPr>
        <p:spPr>
          <a:xfrm>
            <a:off x="6302723" y="19600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7911C7A1-8C2D-4721-B7EF-FC4281698ECB}"/>
              </a:ext>
            </a:extLst>
          </p:cNvPr>
          <p:cNvSpPr/>
          <p:nvPr/>
        </p:nvSpPr>
        <p:spPr>
          <a:xfrm>
            <a:off x="6447185" y="19600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EA953811-F820-4485-A6A0-51190CEC0CCA}"/>
              </a:ext>
            </a:extLst>
          </p:cNvPr>
          <p:cNvSpPr/>
          <p:nvPr/>
        </p:nvSpPr>
        <p:spPr>
          <a:xfrm>
            <a:off x="6569423" y="19600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01C75EC7-2C99-4E72-A3FA-9144DA4020C9}"/>
              </a:ext>
            </a:extLst>
          </p:cNvPr>
          <p:cNvSpPr/>
          <p:nvPr/>
        </p:nvSpPr>
        <p:spPr>
          <a:xfrm>
            <a:off x="6713885" y="19600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2F25637B-1286-44FD-BA50-FB8D51B4AABB}"/>
              </a:ext>
            </a:extLst>
          </p:cNvPr>
          <p:cNvSpPr/>
          <p:nvPr/>
        </p:nvSpPr>
        <p:spPr>
          <a:xfrm>
            <a:off x="6074123" y="19600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E25D305A-EAE0-470E-A428-940A34DD53CD}"/>
              </a:ext>
            </a:extLst>
          </p:cNvPr>
          <p:cNvSpPr/>
          <p:nvPr/>
        </p:nvSpPr>
        <p:spPr>
          <a:xfrm>
            <a:off x="6836123" y="19600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B5A5D536-7F6E-4263-B320-2C602AAAB2E2}"/>
              </a:ext>
            </a:extLst>
          </p:cNvPr>
          <p:cNvSpPr/>
          <p:nvPr/>
        </p:nvSpPr>
        <p:spPr>
          <a:xfrm>
            <a:off x="6196360" y="21124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4355B46C-EBCE-48EE-A328-ADE03F1147E2}"/>
              </a:ext>
            </a:extLst>
          </p:cNvPr>
          <p:cNvSpPr/>
          <p:nvPr/>
        </p:nvSpPr>
        <p:spPr>
          <a:xfrm>
            <a:off x="6310660" y="21124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436EF477-6D5E-4A17-8D5E-79635B194A3E}"/>
              </a:ext>
            </a:extLst>
          </p:cNvPr>
          <p:cNvSpPr/>
          <p:nvPr/>
        </p:nvSpPr>
        <p:spPr>
          <a:xfrm>
            <a:off x="6455123" y="21124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E4FF9022-D976-4531-A104-CA058B2D3DBE}"/>
              </a:ext>
            </a:extLst>
          </p:cNvPr>
          <p:cNvSpPr/>
          <p:nvPr/>
        </p:nvSpPr>
        <p:spPr>
          <a:xfrm>
            <a:off x="6577360" y="21124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2B13C39E-1C87-45B2-9503-FFE057A8526E}"/>
              </a:ext>
            </a:extLst>
          </p:cNvPr>
          <p:cNvSpPr/>
          <p:nvPr/>
        </p:nvSpPr>
        <p:spPr>
          <a:xfrm>
            <a:off x="6721823" y="21124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FB3E9D8D-EC0A-4966-B7CB-384976B6CB78}"/>
              </a:ext>
            </a:extLst>
          </p:cNvPr>
          <p:cNvSpPr/>
          <p:nvPr/>
        </p:nvSpPr>
        <p:spPr>
          <a:xfrm>
            <a:off x="6082060" y="21124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62" name="Rectangle 261">
            <a:extLst>
              <a:ext uri="{FF2B5EF4-FFF2-40B4-BE49-F238E27FC236}">
                <a16:creationId xmlns:a16="http://schemas.microsoft.com/office/drawing/2014/main" id="{6F483A13-E71E-4E76-9224-11C0878C09D4}"/>
              </a:ext>
            </a:extLst>
          </p:cNvPr>
          <p:cNvSpPr/>
          <p:nvPr/>
        </p:nvSpPr>
        <p:spPr>
          <a:xfrm>
            <a:off x="6844060" y="21124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F18FDFE7-845B-4FC8-956D-BC48A54BD81F}"/>
              </a:ext>
            </a:extLst>
          </p:cNvPr>
          <p:cNvSpPr/>
          <p:nvPr/>
        </p:nvSpPr>
        <p:spPr>
          <a:xfrm>
            <a:off x="6196360" y="22648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B3A5330D-2B6F-456D-A660-1706E4384997}"/>
              </a:ext>
            </a:extLst>
          </p:cNvPr>
          <p:cNvSpPr/>
          <p:nvPr/>
        </p:nvSpPr>
        <p:spPr>
          <a:xfrm>
            <a:off x="6310660" y="22648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3B1228F2-74DD-4B0F-9D42-7201BA567805}"/>
              </a:ext>
            </a:extLst>
          </p:cNvPr>
          <p:cNvSpPr/>
          <p:nvPr/>
        </p:nvSpPr>
        <p:spPr>
          <a:xfrm>
            <a:off x="6455123" y="22648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66" name="Rectangle 265">
            <a:extLst>
              <a:ext uri="{FF2B5EF4-FFF2-40B4-BE49-F238E27FC236}">
                <a16:creationId xmlns:a16="http://schemas.microsoft.com/office/drawing/2014/main" id="{FA7F935E-941A-416B-8BAE-3099585DD24C}"/>
              </a:ext>
            </a:extLst>
          </p:cNvPr>
          <p:cNvSpPr/>
          <p:nvPr/>
        </p:nvSpPr>
        <p:spPr>
          <a:xfrm>
            <a:off x="6577360" y="22648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67" name="Rectangle 266">
            <a:extLst>
              <a:ext uri="{FF2B5EF4-FFF2-40B4-BE49-F238E27FC236}">
                <a16:creationId xmlns:a16="http://schemas.microsoft.com/office/drawing/2014/main" id="{799CB26F-68B5-42A8-B483-49176CE94D62}"/>
              </a:ext>
            </a:extLst>
          </p:cNvPr>
          <p:cNvSpPr/>
          <p:nvPr/>
        </p:nvSpPr>
        <p:spPr>
          <a:xfrm>
            <a:off x="6721823" y="22648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68" name="Rectangle 267">
            <a:extLst>
              <a:ext uri="{FF2B5EF4-FFF2-40B4-BE49-F238E27FC236}">
                <a16:creationId xmlns:a16="http://schemas.microsoft.com/office/drawing/2014/main" id="{181418DE-76A7-4033-A2E1-FEA90D042B5E}"/>
              </a:ext>
            </a:extLst>
          </p:cNvPr>
          <p:cNvSpPr/>
          <p:nvPr/>
        </p:nvSpPr>
        <p:spPr>
          <a:xfrm>
            <a:off x="6082060" y="22648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A80D2444-5296-4408-A348-65A399F817D4}"/>
              </a:ext>
            </a:extLst>
          </p:cNvPr>
          <p:cNvSpPr/>
          <p:nvPr/>
        </p:nvSpPr>
        <p:spPr>
          <a:xfrm>
            <a:off x="6844060" y="22648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70" name="Rectangle 269">
            <a:extLst>
              <a:ext uri="{FF2B5EF4-FFF2-40B4-BE49-F238E27FC236}">
                <a16:creationId xmlns:a16="http://schemas.microsoft.com/office/drawing/2014/main" id="{C47E9463-F101-479F-9DD8-698404B78CC9}"/>
              </a:ext>
            </a:extLst>
          </p:cNvPr>
          <p:cNvSpPr/>
          <p:nvPr/>
        </p:nvSpPr>
        <p:spPr>
          <a:xfrm>
            <a:off x="6188423" y="24172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B76BBBA4-F022-4EF9-96A1-3FD22A15168D}"/>
              </a:ext>
            </a:extLst>
          </p:cNvPr>
          <p:cNvSpPr/>
          <p:nvPr/>
        </p:nvSpPr>
        <p:spPr>
          <a:xfrm>
            <a:off x="6302723" y="24172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3A978445-5682-46F9-BFCD-56DDBBBD6011}"/>
              </a:ext>
            </a:extLst>
          </p:cNvPr>
          <p:cNvSpPr/>
          <p:nvPr/>
        </p:nvSpPr>
        <p:spPr>
          <a:xfrm>
            <a:off x="6447185" y="24172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243B59CD-11E5-4B31-AE09-F681794AE621}"/>
              </a:ext>
            </a:extLst>
          </p:cNvPr>
          <p:cNvSpPr/>
          <p:nvPr/>
        </p:nvSpPr>
        <p:spPr>
          <a:xfrm>
            <a:off x="6569423" y="24172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4DB9038C-BDF1-4EE2-95D4-429BE8084079}"/>
              </a:ext>
            </a:extLst>
          </p:cNvPr>
          <p:cNvSpPr/>
          <p:nvPr/>
        </p:nvSpPr>
        <p:spPr>
          <a:xfrm>
            <a:off x="6713885" y="24172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BC302291-B1FC-4A76-AFB3-0025732B755C}"/>
              </a:ext>
            </a:extLst>
          </p:cNvPr>
          <p:cNvSpPr/>
          <p:nvPr/>
        </p:nvSpPr>
        <p:spPr>
          <a:xfrm>
            <a:off x="6074123" y="24172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4DD4F9E9-C08C-4DC4-BEFD-D9284D5BAC72}"/>
              </a:ext>
            </a:extLst>
          </p:cNvPr>
          <p:cNvSpPr/>
          <p:nvPr/>
        </p:nvSpPr>
        <p:spPr>
          <a:xfrm>
            <a:off x="6836123" y="24172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F31773A9-7CF2-408C-BC17-8D0420B74C3B}"/>
              </a:ext>
            </a:extLst>
          </p:cNvPr>
          <p:cNvSpPr/>
          <p:nvPr/>
        </p:nvSpPr>
        <p:spPr>
          <a:xfrm>
            <a:off x="6188423" y="25696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8664900A-7CE0-4CB7-8FE9-30F33F890D6E}"/>
              </a:ext>
            </a:extLst>
          </p:cNvPr>
          <p:cNvSpPr/>
          <p:nvPr/>
        </p:nvSpPr>
        <p:spPr>
          <a:xfrm>
            <a:off x="6302723" y="25696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362E6D98-504F-4433-A51D-819B507AFA63}"/>
              </a:ext>
            </a:extLst>
          </p:cNvPr>
          <p:cNvSpPr/>
          <p:nvPr/>
        </p:nvSpPr>
        <p:spPr>
          <a:xfrm>
            <a:off x="6447185" y="25696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80" name="Rectangle 279">
            <a:extLst>
              <a:ext uri="{FF2B5EF4-FFF2-40B4-BE49-F238E27FC236}">
                <a16:creationId xmlns:a16="http://schemas.microsoft.com/office/drawing/2014/main" id="{E33EB44C-0A37-48D8-AF0B-4E1FBA26665E}"/>
              </a:ext>
            </a:extLst>
          </p:cNvPr>
          <p:cNvSpPr/>
          <p:nvPr/>
        </p:nvSpPr>
        <p:spPr>
          <a:xfrm>
            <a:off x="6569423" y="25696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81" name="Rectangle 280">
            <a:extLst>
              <a:ext uri="{FF2B5EF4-FFF2-40B4-BE49-F238E27FC236}">
                <a16:creationId xmlns:a16="http://schemas.microsoft.com/office/drawing/2014/main" id="{6EB5F349-13F9-4928-B41E-23D80F94447A}"/>
              </a:ext>
            </a:extLst>
          </p:cNvPr>
          <p:cNvSpPr/>
          <p:nvPr/>
        </p:nvSpPr>
        <p:spPr>
          <a:xfrm>
            <a:off x="6713885" y="25696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82" name="Rectangle 281">
            <a:extLst>
              <a:ext uri="{FF2B5EF4-FFF2-40B4-BE49-F238E27FC236}">
                <a16:creationId xmlns:a16="http://schemas.microsoft.com/office/drawing/2014/main" id="{EB7F1585-D1A5-4D22-BAB6-DB680E57B643}"/>
              </a:ext>
            </a:extLst>
          </p:cNvPr>
          <p:cNvSpPr/>
          <p:nvPr/>
        </p:nvSpPr>
        <p:spPr>
          <a:xfrm>
            <a:off x="6074123" y="25696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83" name="Rectangle 282">
            <a:extLst>
              <a:ext uri="{FF2B5EF4-FFF2-40B4-BE49-F238E27FC236}">
                <a16:creationId xmlns:a16="http://schemas.microsoft.com/office/drawing/2014/main" id="{84396FA0-A3ED-44A9-A773-22E55B7023E2}"/>
              </a:ext>
            </a:extLst>
          </p:cNvPr>
          <p:cNvSpPr/>
          <p:nvPr/>
        </p:nvSpPr>
        <p:spPr>
          <a:xfrm>
            <a:off x="6836123" y="25696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84" name="Rectangle 283">
            <a:extLst>
              <a:ext uri="{FF2B5EF4-FFF2-40B4-BE49-F238E27FC236}">
                <a16:creationId xmlns:a16="http://schemas.microsoft.com/office/drawing/2014/main" id="{806CFCED-D179-4D77-B2AD-81C0C6CE6BA4}"/>
              </a:ext>
            </a:extLst>
          </p:cNvPr>
          <p:cNvSpPr/>
          <p:nvPr/>
        </p:nvSpPr>
        <p:spPr>
          <a:xfrm>
            <a:off x="6188423" y="27299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85" name="Rectangle 284">
            <a:extLst>
              <a:ext uri="{FF2B5EF4-FFF2-40B4-BE49-F238E27FC236}">
                <a16:creationId xmlns:a16="http://schemas.microsoft.com/office/drawing/2014/main" id="{7CCEF836-7553-4382-AFFE-C33D4E0BBA70}"/>
              </a:ext>
            </a:extLst>
          </p:cNvPr>
          <p:cNvSpPr/>
          <p:nvPr/>
        </p:nvSpPr>
        <p:spPr>
          <a:xfrm>
            <a:off x="6302723" y="27299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86" name="Rectangle 285">
            <a:extLst>
              <a:ext uri="{FF2B5EF4-FFF2-40B4-BE49-F238E27FC236}">
                <a16:creationId xmlns:a16="http://schemas.microsoft.com/office/drawing/2014/main" id="{AD9D7B84-A89A-4E89-87E0-4821512BEF5D}"/>
              </a:ext>
            </a:extLst>
          </p:cNvPr>
          <p:cNvSpPr/>
          <p:nvPr/>
        </p:nvSpPr>
        <p:spPr>
          <a:xfrm>
            <a:off x="6447185" y="2729955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A4E6036C-7FC4-460A-97AB-9E787E9DDA12}"/>
              </a:ext>
            </a:extLst>
          </p:cNvPr>
          <p:cNvSpPr/>
          <p:nvPr/>
        </p:nvSpPr>
        <p:spPr>
          <a:xfrm>
            <a:off x="6569423" y="27299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88" name="Rectangle 287">
            <a:extLst>
              <a:ext uri="{FF2B5EF4-FFF2-40B4-BE49-F238E27FC236}">
                <a16:creationId xmlns:a16="http://schemas.microsoft.com/office/drawing/2014/main" id="{5B119994-5FE8-4CDA-8FC6-E73ED98093EF}"/>
              </a:ext>
            </a:extLst>
          </p:cNvPr>
          <p:cNvSpPr/>
          <p:nvPr/>
        </p:nvSpPr>
        <p:spPr>
          <a:xfrm>
            <a:off x="6713885" y="2729955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89" name="Rectangle 288">
            <a:extLst>
              <a:ext uri="{FF2B5EF4-FFF2-40B4-BE49-F238E27FC236}">
                <a16:creationId xmlns:a16="http://schemas.microsoft.com/office/drawing/2014/main" id="{28BDC2A6-ECAC-4DAF-BB1F-443410B2A4E9}"/>
              </a:ext>
            </a:extLst>
          </p:cNvPr>
          <p:cNvSpPr/>
          <p:nvPr/>
        </p:nvSpPr>
        <p:spPr>
          <a:xfrm>
            <a:off x="6074123" y="27299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90" name="Rectangle 289">
            <a:extLst>
              <a:ext uri="{FF2B5EF4-FFF2-40B4-BE49-F238E27FC236}">
                <a16:creationId xmlns:a16="http://schemas.microsoft.com/office/drawing/2014/main" id="{CE941D44-3F82-4B8D-B07B-39F8D952971F}"/>
              </a:ext>
            </a:extLst>
          </p:cNvPr>
          <p:cNvSpPr/>
          <p:nvPr/>
        </p:nvSpPr>
        <p:spPr>
          <a:xfrm>
            <a:off x="6836123" y="27299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91" name="Rectangle 290">
            <a:extLst>
              <a:ext uri="{FF2B5EF4-FFF2-40B4-BE49-F238E27FC236}">
                <a16:creationId xmlns:a16="http://schemas.microsoft.com/office/drawing/2014/main" id="{FB378AF3-F779-499A-A885-EE6F7FD89D2D}"/>
              </a:ext>
            </a:extLst>
          </p:cNvPr>
          <p:cNvSpPr/>
          <p:nvPr/>
        </p:nvSpPr>
        <p:spPr>
          <a:xfrm>
            <a:off x="6188423" y="28823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82B592AE-2918-4EC1-BF8C-55EAD20FB8B6}"/>
              </a:ext>
            </a:extLst>
          </p:cNvPr>
          <p:cNvSpPr/>
          <p:nvPr/>
        </p:nvSpPr>
        <p:spPr>
          <a:xfrm>
            <a:off x="6302723" y="28823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99CAEF62-08B3-4883-B4C5-0203D437B2F4}"/>
              </a:ext>
            </a:extLst>
          </p:cNvPr>
          <p:cNvSpPr/>
          <p:nvPr/>
        </p:nvSpPr>
        <p:spPr>
          <a:xfrm>
            <a:off x="6447185" y="2882355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94" name="Rectangle 293">
            <a:extLst>
              <a:ext uri="{FF2B5EF4-FFF2-40B4-BE49-F238E27FC236}">
                <a16:creationId xmlns:a16="http://schemas.microsoft.com/office/drawing/2014/main" id="{34F9217A-4E8E-45B1-B72B-8F8818D5774B}"/>
              </a:ext>
            </a:extLst>
          </p:cNvPr>
          <p:cNvSpPr/>
          <p:nvPr/>
        </p:nvSpPr>
        <p:spPr>
          <a:xfrm>
            <a:off x="6569423" y="28823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36859F75-380B-41A6-B79F-E5D4CB12D52E}"/>
              </a:ext>
            </a:extLst>
          </p:cNvPr>
          <p:cNvSpPr/>
          <p:nvPr/>
        </p:nvSpPr>
        <p:spPr>
          <a:xfrm>
            <a:off x="6713885" y="2882355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96" name="Rectangle 295">
            <a:extLst>
              <a:ext uri="{FF2B5EF4-FFF2-40B4-BE49-F238E27FC236}">
                <a16:creationId xmlns:a16="http://schemas.microsoft.com/office/drawing/2014/main" id="{3E7412C3-3703-480F-B39B-60F0EDC0B298}"/>
              </a:ext>
            </a:extLst>
          </p:cNvPr>
          <p:cNvSpPr/>
          <p:nvPr/>
        </p:nvSpPr>
        <p:spPr>
          <a:xfrm>
            <a:off x="6074123" y="28823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97" name="Rectangle 296">
            <a:extLst>
              <a:ext uri="{FF2B5EF4-FFF2-40B4-BE49-F238E27FC236}">
                <a16:creationId xmlns:a16="http://schemas.microsoft.com/office/drawing/2014/main" id="{4EEDFE6E-5167-4239-BB89-8CD920748E96}"/>
              </a:ext>
            </a:extLst>
          </p:cNvPr>
          <p:cNvSpPr/>
          <p:nvPr/>
        </p:nvSpPr>
        <p:spPr>
          <a:xfrm>
            <a:off x="6836123" y="28823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98" name="Rectangle 297">
            <a:extLst>
              <a:ext uri="{FF2B5EF4-FFF2-40B4-BE49-F238E27FC236}">
                <a16:creationId xmlns:a16="http://schemas.microsoft.com/office/drawing/2014/main" id="{C5BD2E8D-C7DA-4CB9-B7BC-26039ACA34B8}"/>
              </a:ext>
            </a:extLst>
          </p:cNvPr>
          <p:cNvSpPr/>
          <p:nvPr/>
        </p:nvSpPr>
        <p:spPr>
          <a:xfrm>
            <a:off x="6188423" y="30347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99" name="Rectangle 298">
            <a:extLst>
              <a:ext uri="{FF2B5EF4-FFF2-40B4-BE49-F238E27FC236}">
                <a16:creationId xmlns:a16="http://schemas.microsoft.com/office/drawing/2014/main" id="{2F391433-2A74-491F-BAB6-C7775CD34DD7}"/>
              </a:ext>
            </a:extLst>
          </p:cNvPr>
          <p:cNvSpPr/>
          <p:nvPr/>
        </p:nvSpPr>
        <p:spPr>
          <a:xfrm>
            <a:off x="6302723" y="30347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6A78C8A4-A59C-465B-9662-1BD3B3E02201}"/>
              </a:ext>
            </a:extLst>
          </p:cNvPr>
          <p:cNvSpPr/>
          <p:nvPr/>
        </p:nvSpPr>
        <p:spPr>
          <a:xfrm>
            <a:off x="6447185" y="3034755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15F99196-A266-487F-AF2E-B40E3300A5BD}"/>
              </a:ext>
            </a:extLst>
          </p:cNvPr>
          <p:cNvSpPr/>
          <p:nvPr/>
        </p:nvSpPr>
        <p:spPr>
          <a:xfrm>
            <a:off x="6569423" y="30347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168518C8-B864-4060-A8D8-80D3A46307CD}"/>
              </a:ext>
            </a:extLst>
          </p:cNvPr>
          <p:cNvSpPr/>
          <p:nvPr/>
        </p:nvSpPr>
        <p:spPr>
          <a:xfrm>
            <a:off x="6713885" y="3034755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03" name="Rectangle 302">
            <a:extLst>
              <a:ext uri="{FF2B5EF4-FFF2-40B4-BE49-F238E27FC236}">
                <a16:creationId xmlns:a16="http://schemas.microsoft.com/office/drawing/2014/main" id="{EDAC5115-960C-4BF1-9F6A-A1F99BB0488A}"/>
              </a:ext>
            </a:extLst>
          </p:cNvPr>
          <p:cNvSpPr/>
          <p:nvPr/>
        </p:nvSpPr>
        <p:spPr>
          <a:xfrm>
            <a:off x="6074123" y="30347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2CC8C132-D612-4E79-888B-C65AA05BD0A1}"/>
              </a:ext>
            </a:extLst>
          </p:cNvPr>
          <p:cNvSpPr/>
          <p:nvPr/>
        </p:nvSpPr>
        <p:spPr>
          <a:xfrm>
            <a:off x="6836123" y="30347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05" name="Rectangle 304">
            <a:extLst>
              <a:ext uri="{FF2B5EF4-FFF2-40B4-BE49-F238E27FC236}">
                <a16:creationId xmlns:a16="http://schemas.microsoft.com/office/drawing/2014/main" id="{3DAD62F2-15A7-49AC-9BB5-F7CC4310A0FB}"/>
              </a:ext>
            </a:extLst>
          </p:cNvPr>
          <p:cNvSpPr/>
          <p:nvPr/>
        </p:nvSpPr>
        <p:spPr>
          <a:xfrm>
            <a:off x="2767360" y="32919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4C41DFCD-DBBE-4980-BA3F-7CD37AB6C0EF}"/>
              </a:ext>
            </a:extLst>
          </p:cNvPr>
          <p:cNvSpPr/>
          <p:nvPr/>
        </p:nvSpPr>
        <p:spPr>
          <a:xfrm>
            <a:off x="2881660" y="32919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CE045041-A401-4DC7-98FB-4A81DE8FB901}"/>
              </a:ext>
            </a:extLst>
          </p:cNvPr>
          <p:cNvSpPr/>
          <p:nvPr/>
        </p:nvSpPr>
        <p:spPr>
          <a:xfrm>
            <a:off x="3026123" y="32919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08" name="Rectangle 307">
            <a:extLst>
              <a:ext uri="{FF2B5EF4-FFF2-40B4-BE49-F238E27FC236}">
                <a16:creationId xmlns:a16="http://schemas.microsoft.com/office/drawing/2014/main" id="{66C5B71E-34EC-4D54-9129-0D0D9474B9CF}"/>
              </a:ext>
            </a:extLst>
          </p:cNvPr>
          <p:cNvSpPr/>
          <p:nvPr/>
        </p:nvSpPr>
        <p:spPr>
          <a:xfrm>
            <a:off x="3148360" y="32919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09" name="Rectangle 308">
            <a:extLst>
              <a:ext uri="{FF2B5EF4-FFF2-40B4-BE49-F238E27FC236}">
                <a16:creationId xmlns:a16="http://schemas.microsoft.com/office/drawing/2014/main" id="{FE237C47-B8CE-40AB-9B4F-1B8F824F4AC3}"/>
              </a:ext>
            </a:extLst>
          </p:cNvPr>
          <p:cNvSpPr/>
          <p:nvPr/>
        </p:nvSpPr>
        <p:spPr>
          <a:xfrm>
            <a:off x="3292823" y="32919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10" name="Rectangle 309">
            <a:extLst>
              <a:ext uri="{FF2B5EF4-FFF2-40B4-BE49-F238E27FC236}">
                <a16:creationId xmlns:a16="http://schemas.microsoft.com/office/drawing/2014/main" id="{E654B00C-B83F-4F81-8B42-1EFCB79561C3}"/>
              </a:ext>
            </a:extLst>
          </p:cNvPr>
          <p:cNvSpPr/>
          <p:nvPr/>
        </p:nvSpPr>
        <p:spPr>
          <a:xfrm>
            <a:off x="2653060" y="32919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11" name="Rectangle 310">
            <a:extLst>
              <a:ext uri="{FF2B5EF4-FFF2-40B4-BE49-F238E27FC236}">
                <a16:creationId xmlns:a16="http://schemas.microsoft.com/office/drawing/2014/main" id="{E38CE62C-CE5F-43B2-8379-E2553E45585B}"/>
              </a:ext>
            </a:extLst>
          </p:cNvPr>
          <p:cNvSpPr/>
          <p:nvPr/>
        </p:nvSpPr>
        <p:spPr>
          <a:xfrm>
            <a:off x="3529360" y="32919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434A59D5-DB2D-4104-83BF-968EC509B546}"/>
              </a:ext>
            </a:extLst>
          </p:cNvPr>
          <p:cNvSpPr/>
          <p:nvPr/>
        </p:nvSpPr>
        <p:spPr>
          <a:xfrm>
            <a:off x="3643660" y="32919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13" name="Rectangle 312">
            <a:extLst>
              <a:ext uri="{FF2B5EF4-FFF2-40B4-BE49-F238E27FC236}">
                <a16:creationId xmlns:a16="http://schemas.microsoft.com/office/drawing/2014/main" id="{A123B332-9BF8-4C50-B971-EBF1E98B9E3E}"/>
              </a:ext>
            </a:extLst>
          </p:cNvPr>
          <p:cNvSpPr/>
          <p:nvPr/>
        </p:nvSpPr>
        <p:spPr>
          <a:xfrm>
            <a:off x="3788123" y="32919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14" name="Rectangle 313">
            <a:extLst>
              <a:ext uri="{FF2B5EF4-FFF2-40B4-BE49-F238E27FC236}">
                <a16:creationId xmlns:a16="http://schemas.microsoft.com/office/drawing/2014/main" id="{3E8A0400-66D1-4100-AC2F-9F90E0EC8E51}"/>
              </a:ext>
            </a:extLst>
          </p:cNvPr>
          <p:cNvSpPr/>
          <p:nvPr/>
        </p:nvSpPr>
        <p:spPr>
          <a:xfrm>
            <a:off x="3910360" y="32919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16" name="Rectangle 315">
            <a:extLst>
              <a:ext uri="{FF2B5EF4-FFF2-40B4-BE49-F238E27FC236}">
                <a16:creationId xmlns:a16="http://schemas.microsoft.com/office/drawing/2014/main" id="{660BE07D-9B07-46BE-AEB2-8528E755D719}"/>
              </a:ext>
            </a:extLst>
          </p:cNvPr>
          <p:cNvSpPr/>
          <p:nvPr/>
        </p:nvSpPr>
        <p:spPr>
          <a:xfrm>
            <a:off x="3415060" y="32919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18" name="Rectangle 317">
            <a:extLst>
              <a:ext uri="{FF2B5EF4-FFF2-40B4-BE49-F238E27FC236}">
                <a16:creationId xmlns:a16="http://schemas.microsoft.com/office/drawing/2014/main" id="{DDFDEF2D-8BDA-4DFF-8CA5-8D94DEA196F4}"/>
              </a:ext>
            </a:extLst>
          </p:cNvPr>
          <p:cNvSpPr/>
          <p:nvPr/>
        </p:nvSpPr>
        <p:spPr>
          <a:xfrm>
            <a:off x="2759423" y="34443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19" name="Rectangle 318">
            <a:extLst>
              <a:ext uri="{FF2B5EF4-FFF2-40B4-BE49-F238E27FC236}">
                <a16:creationId xmlns:a16="http://schemas.microsoft.com/office/drawing/2014/main" id="{124815F5-D62E-43EF-896B-CEB7D0DD93AF}"/>
              </a:ext>
            </a:extLst>
          </p:cNvPr>
          <p:cNvSpPr/>
          <p:nvPr/>
        </p:nvSpPr>
        <p:spPr>
          <a:xfrm>
            <a:off x="2873723" y="34443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20" name="Rectangle 319">
            <a:extLst>
              <a:ext uri="{FF2B5EF4-FFF2-40B4-BE49-F238E27FC236}">
                <a16:creationId xmlns:a16="http://schemas.microsoft.com/office/drawing/2014/main" id="{F5C8C934-BCEA-4FF9-93F6-27368EDDE9FC}"/>
              </a:ext>
            </a:extLst>
          </p:cNvPr>
          <p:cNvSpPr/>
          <p:nvPr/>
        </p:nvSpPr>
        <p:spPr>
          <a:xfrm>
            <a:off x="3018185" y="34443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21" name="Rectangle 320">
            <a:extLst>
              <a:ext uri="{FF2B5EF4-FFF2-40B4-BE49-F238E27FC236}">
                <a16:creationId xmlns:a16="http://schemas.microsoft.com/office/drawing/2014/main" id="{8D78C4C4-5A94-4E78-A55D-69DAA5C12FA2}"/>
              </a:ext>
            </a:extLst>
          </p:cNvPr>
          <p:cNvSpPr/>
          <p:nvPr/>
        </p:nvSpPr>
        <p:spPr>
          <a:xfrm>
            <a:off x="3140423" y="34443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21C45F85-DFEF-4CA0-8B54-BEA4B14C8FEC}"/>
              </a:ext>
            </a:extLst>
          </p:cNvPr>
          <p:cNvSpPr/>
          <p:nvPr/>
        </p:nvSpPr>
        <p:spPr>
          <a:xfrm>
            <a:off x="3284885" y="34443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23" name="Rectangle 322">
            <a:extLst>
              <a:ext uri="{FF2B5EF4-FFF2-40B4-BE49-F238E27FC236}">
                <a16:creationId xmlns:a16="http://schemas.microsoft.com/office/drawing/2014/main" id="{753E054C-543B-4117-97FD-4286891EE1D7}"/>
              </a:ext>
            </a:extLst>
          </p:cNvPr>
          <p:cNvSpPr/>
          <p:nvPr/>
        </p:nvSpPr>
        <p:spPr>
          <a:xfrm>
            <a:off x="2645123" y="34443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9A35F69E-5D0B-4994-9510-51247FA6A656}"/>
              </a:ext>
            </a:extLst>
          </p:cNvPr>
          <p:cNvSpPr/>
          <p:nvPr/>
        </p:nvSpPr>
        <p:spPr>
          <a:xfrm>
            <a:off x="3521423" y="34443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0FACCF67-77E0-4722-B451-7EE5FD2CB45C}"/>
              </a:ext>
            </a:extLst>
          </p:cNvPr>
          <p:cNvSpPr/>
          <p:nvPr/>
        </p:nvSpPr>
        <p:spPr>
          <a:xfrm>
            <a:off x="3635723" y="34443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5D725513-18D3-46A8-910F-99B1C1973591}"/>
              </a:ext>
            </a:extLst>
          </p:cNvPr>
          <p:cNvSpPr/>
          <p:nvPr/>
        </p:nvSpPr>
        <p:spPr>
          <a:xfrm>
            <a:off x="3780185" y="34443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645DEECF-A953-4A70-9B72-B1CCC12EFBC2}"/>
              </a:ext>
            </a:extLst>
          </p:cNvPr>
          <p:cNvSpPr/>
          <p:nvPr/>
        </p:nvSpPr>
        <p:spPr>
          <a:xfrm>
            <a:off x="3902423" y="34443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29" name="Rectangle 328">
            <a:extLst>
              <a:ext uri="{FF2B5EF4-FFF2-40B4-BE49-F238E27FC236}">
                <a16:creationId xmlns:a16="http://schemas.microsoft.com/office/drawing/2014/main" id="{F6643F77-A4A3-42C3-B380-4D51A90B246F}"/>
              </a:ext>
            </a:extLst>
          </p:cNvPr>
          <p:cNvSpPr/>
          <p:nvPr/>
        </p:nvSpPr>
        <p:spPr>
          <a:xfrm>
            <a:off x="3407123" y="34443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31" name="Rectangle 330">
            <a:extLst>
              <a:ext uri="{FF2B5EF4-FFF2-40B4-BE49-F238E27FC236}">
                <a16:creationId xmlns:a16="http://schemas.microsoft.com/office/drawing/2014/main" id="{D34B523E-FA6A-4726-A02D-92FA4C87DF79}"/>
              </a:ext>
            </a:extLst>
          </p:cNvPr>
          <p:cNvSpPr/>
          <p:nvPr/>
        </p:nvSpPr>
        <p:spPr>
          <a:xfrm>
            <a:off x="2767360" y="35967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32" name="Rectangle 331">
            <a:extLst>
              <a:ext uri="{FF2B5EF4-FFF2-40B4-BE49-F238E27FC236}">
                <a16:creationId xmlns:a16="http://schemas.microsoft.com/office/drawing/2014/main" id="{8A38913D-125C-4522-9561-C3DAB57EC20E}"/>
              </a:ext>
            </a:extLst>
          </p:cNvPr>
          <p:cNvSpPr/>
          <p:nvPr/>
        </p:nvSpPr>
        <p:spPr>
          <a:xfrm>
            <a:off x="2881660" y="35967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33" name="Rectangle 332">
            <a:extLst>
              <a:ext uri="{FF2B5EF4-FFF2-40B4-BE49-F238E27FC236}">
                <a16:creationId xmlns:a16="http://schemas.microsoft.com/office/drawing/2014/main" id="{FB1BA5F2-E697-461A-B556-FEF894E24E79}"/>
              </a:ext>
            </a:extLst>
          </p:cNvPr>
          <p:cNvSpPr/>
          <p:nvPr/>
        </p:nvSpPr>
        <p:spPr>
          <a:xfrm>
            <a:off x="3026123" y="35967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71A37B2E-4800-412D-8381-C8A670018882}"/>
              </a:ext>
            </a:extLst>
          </p:cNvPr>
          <p:cNvSpPr/>
          <p:nvPr/>
        </p:nvSpPr>
        <p:spPr>
          <a:xfrm>
            <a:off x="3148360" y="35967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35" name="Rectangle 334">
            <a:extLst>
              <a:ext uri="{FF2B5EF4-FFF2-40B4-BE49-F238E27FC236}">
                <a16:creationId xmlns:a16="http://schemas.microsoft.com/office/drawing/2014/main" id="{D665F190-DFD1-438C-809E-17B19CE386FB}"/>
              </a:ext>
            </a:extLst>
          </p:cNvPr>
          <p:cNvSpPr/>
          <p:nvPr/>
        </p:nvSpPr>
        <p:spPr>
          <a:xfrm>
            <a:off x="3292823" y="35967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36" name="Rectangle 335">
            <a:extLst>
              <a:ext uri="{FF2B5EF4-FFF2-40B4-BE49-F238E27FC236}">
                <a16:creationId xmlns:a16="http://schemas.microsoft.com/office/drawing/2014/main" id="{9432C872-2597-4A79-A770-CBCEFBCFEFFF}"/>
              </a:ext>
            </a:extLst>
          </p:cNvPr>
          <p:cNvSpPr/>
          <p:nvPr/>
        </p:nvSpPr>
        <p:spPr>
          <a:xfrm>
            <a:off x="2653060" y="35967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37" name="Rectangle 336">
            <a:extLst>
              <a:ext uri="{FF2B5EF4-FFF2-40B4-BE49-F238E27FC236}">
                <a16:creationId xmlns:a16="http://schemas.microsoft.com/office/drawing/2014/main" id="{E6738D7E-E259-4FC9-92ED-985CEA311750}"/>
              </a:ext>
            </a:extLst>
          </p:cNvPr>
          <p:cNvSpPr/>
          <p:nvPr/>
        </p:nvSpPr>
        <p:spPr>
          <a:xfrm>
            <a:off x="3529360" y="35967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38" name="Rectangle 337">
            <a:extLst>
              <a:ext uri="{FF2B5EF4-FFF2-40B4-BE49-F238E27FC236}">
                <a16:creationId xmlns:a16="http://schemas.microsoft.com/office/drawing/2014/main" id="{0ABFF86A-20CB-4AAF-91DE-287D2F21241D}"/>
              </a:ext>
            </a:extLst>
          </p:cNvPr>
          <p:cNvSpPr/>
          <p:nvPr/>
        </p:nvSpPr>
        <p:spPr>
          <a:xfrm>
            <a:off x="3643660" y="35967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39" name="Rectangle 338">
            <a:extLst>
              <a:ext uri="{FF2B5EF4-FFF2-40B4-BE49-F238E27FC236}">
                <a16:creationId xmlns:a16="http://schemas.microsoft.com/office/drawing/2014/main" id="{9FC840BA-A84E-48B5-A97C-1916BCC4E36B}"/>
              </a:ext>
            </a:extLst>
          </p:cNvPr>
          <p:cNvSpPr/>
          <p:nvPr/>
        </p:nvSpPr>
        <p:spPr>
          <a:xfrm>
            <a:off x="3788123" y="35967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40" name="Rectangle 339">
            <a:extLst>
              <a:ext uri="{FF2B5EF4-FFF2-40B4-BE49-F238E27FC236}">
                <a16:creationId xmlns:a16="http://schemas.microsoft.com/office/drawing/2014/main" id="{A5FDC53F-1C08-415C-B9D9-577CDF37409E}"/>
              </a:ext>
            </a:extLst>
          </p:cNvPr>
          <p:cNvSpPr/>
          <p:nvPr/>
        </p:nvSpPr>
        <p:spPr>
          <a:xfrm>
            <a:off x="3910360" y="35967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42" name="Rectangle 341">
            <a:extLst>
              <a:ext uri="{FF2B5EF4-FFF2-40B4-BE49-F238E27FC236}">
                <a16:creationId xmlns:a16="http://schemas.microsoft.com/office/drawing/2014/main" id="{75C0D9F8-7750-43C8-A6FA-645DCF917C6E}"/>
              </a:ext>
            </a:extLst>
          </p:cNvPr>
          <p:cNvSpPr/>
          <p:nvPr/>
        </p:nvSpPr>
        <p:spPr>
          <a:xfrm>
            <a:off x="3415060" y="35967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44" name="Rectangle 343">
            <a:extLst>
              <a:ext uri="{FF2B5EF4-FFF2-40B4-BE49-F238E27FC236}">
                <a16:creationId xmlns:a16="http://schemas.microsoft.com/office/drawing/2014/main" id="{9DB1B979-D6C5-4A5E-8003-F6D94282DC00}"/>
              </a:ext>
            </a:extLst>
          </p:cNvPr>
          <p:cNvSpPr/>
          <p:nvPr/>
        </p:nvSpPr>
        <p:spPr>
          <a:xfrm>
            <a:off x="2767360" y="37491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45" name="Rectangle 344">
            <a:extLst>
              <a:ext uri="{FF2B5EF4-FFF2-40B4-BE49-F238E27FC236}">
                <a16:creationId xmlns:a16="http://schemas.microsoft.com/office/drawing/2014/main" id="{35023DC9-B6D9-45C5-9741-DE9FE8BDC23B}"/>
              </a:ext>
            </a:extLst>
          </p:cNvPr>
          <p:cNvSpPr/>
          <p:nvPr/>
        </p:nvSpPr>
        <p:spPr>
          <a:xfrm>
            <a:off x="2881660" y="37491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46" name="Rectangle 345">
            <a:extLst>
              <a:ext uri="{FF2B5EF4-FFF2-40B4-BE49-F238E27FC236}">
                <a16:creationId xmlns:a16="http://schemas.microsoft.com/office/drawing/2014/main" id="{0E99DFD9-E974-4AD5-BA64-9C1F3A8B101A}"/>
              </a:ext>
            </a:extLst>
          </p:cNvPr>
          <p:cNvSpPr/>
          <p:nvPr/>
        </p:nvSpPr>
        <p:spPr>
          <a:xfrm>
            <a:off x="3026123" y="37491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6C49AB67-1D1B-48B3-A6D9-8D2166F6E3B1}"/>
              </a:ext>
            </a:extLst>
          </p:cNvPr>
          <p:cNvSpPr/>
          <p:nvPr/>
        </p:nvSpPr>
        <p:spPr>
          <a:xfrm>
            <a:off x="3148360" y="37491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48" name="Rectangle 347">
            <a:extLst>
              <a:ext uri="{FF2B5EF4-FFF2-40B4-BE49-F238E27FC236}">
                <a16:creationId xmlns:a16="http://schemas.microsoft.com/office/drawing/2014/main" id="{7510B5F7-9F07-47B7-BA39-B1319760BB25}"/>
              </a:ext>
            </a:extLst>
          </p:cNvPr>
          <p:cNvSpPr/>
          <p:nvPr/>
        </p:nvSpPr>
        <p:spPr>
          <a:xfrm>
            <a:off x="3292823" y="37491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49" name="Rectangle 348">
            <a:extLst>
              <a:ext uri="{FF2B5EF4-FFF2-40B4-BE49-F238E27FC236}">
                <a16:creationId xmlns:a16="http://schemas.microsoft.com/office/drawing/2014/main" id="{E105BD41-1B4E-46A1-8A6E-C311446D3A8E}"/>
              </a:ext>
            </a:extLst>
          </p:cNvPr>
          <p:cNvSpPr/>
          <p:nvPr/>
        </p:nvSpPr>
        <p:spPr>
          <a:xfrm>
            <a:off x="2653060" y="37491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0ABE34CE-FD51-4A49-81BF-34315B5EC62A}"/>
              </a:ext>
            </a:extLst>
          </p:cNvPr>
          <p:cNvSpPr/>
          <p:nvPr/>
        </p:nvSpPr>
        <p:spPr>
          <a:xfrm>
            <a:off x="3529360" y="37491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51" name="Rectangle 350">
            <a:extLst>
              <a:ext uri="{FF2B5EF4-FFF2-40B4-BE49-F238E27FC236}">
                <a16:creationId xmlns:a16="http://schemas.microsoft.com/office/drawing/2014/main" id="{C9717434-54DB-45B7-A120-D40697A23C18}"/>
              </a:ext>
            </a:extLst>
          </p:cNvPr>
          <p:cNvSpPr/>
          <p:nvPr/>
        </p:nvSpPr>
        <p:spPr>
          <a:xfrm>
            <a:off x="3643660" y="37491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C885D361-EC5F-4A3B-942C-BDF356DECA37}"/>
              </a:ext>
            </a:extLst>
          </p:cNvPr>
          <p:cNvSpPr/>
          <p:nvPr/>
        </p:nvSpPr>
        <p:spPr>
          <a:xfrm>
            <a:off x="3788123" y="37491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53" name="Rectangle 352">
            <a:extLst>
              <a:ext uri="{FF2B5EF4-FFF2-40B4-BE49-F238E27FC236}">
                <a16:creationId xmlns:a16="http://schemas.microsoft.com/office/drawing/2014/main" id="{8C6ED15B-7AB3-4717-8825-1904C9B582C2}"/>
              </a:ext>
            </a:extLst>
          </p:cNvPr>
          <p:cNvSpPr/>
          <p:nvPr/>
        </p:nvSpPr>
        <p:spPr>
          <a:xfrm>
            <a:off x="3910360" y="37491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54" name="Rectangle 353">
            <a:extLst>
              <a:ext uri="{FF2B5EF4-FFF2-40B4-BE49-F238E27FC236}">
                <a16:creationId xmlns:a16="http://schemas.microsoft.com/office/drawing/2014/main" id="{E227F7FB-3A7C-4C7E-8439-21581DB1D539}"/>
              </a:ext>
            </a:extLst>
          </p:cNvPr>
          <p:cNvSpPr/>
          <p:nvPr/>
        </p:nvSpPr>
        <p:spPr>
          <a:xfrm>
            <a:off x="4054823" y="37491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55" name="Rectangle 354">
            <a:extLst>
              <a:ext uri="{FF2B5EF4-FFF2-40B4-BE49-F238E27FC236}">
                <a16:creationId xmlns:a16="http://schemas.microsoft.com/office/drawing/2014/main" id="{42348412-D1E9-4690-90E1-0AA939F41777}"/>
              </a:ext>
            </a:extLst>
          </p:cNvPr>
          <p:cNvSpPr/>
          <p:nvPr/>
        </p:nvSpPr>
        <p:spPr>
          <a:xfrm>
            <a:off x="3415060" y="37491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56" name="Rectangle 355">
            <a:extLst>
              <a:ext uri="{FF2B5EF4-FFF2-40B4-BE49-F238E27FC236}">
                <a16:creationId xmlns:a16="http://schemas.microsoft.com/office/drawing/2014/main" id="{F15255D3-8E39-4AD9-928E-4AD379DC0C1E}"/>
              </a:ext>
            </a:extLst>
          </p:cNvPr>
          <p:cNvSpPr/>
          <p:nvPr/>
        </p:nvSpPr>
        <p:spPr>
          <a:xfrm>
            <a:off x="4177060" y="37491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57" name="Rectangle 356">
            <a:extLst>
              <a:ext uri="{FF2B5EF4-FFF2-40B4-BE49-F238E27FC236}">
                <a16:creationId xmlns:a16="http://schemas.microsoft.com/office/drawing/2014/main" id="{D6AD7809-4705-42D3-A548-669A616A0696}"/>
              </a:ext>
            </a:extLst>
          </p:cNvPr>
          <p:cNvSpPr/>
          <p:nvPr/>
        </p:nvSpPr>
        <p:spPr>
          <a:xfrm>
            <a:off x="2759423" y="39015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C9C7EB6F-6764-4ACC-B56B-61896B1BCBC7}"/>
              </a:ext>
            </a:extLst>
          </p:cNvPr>
          <p:cNvSpPr/>
          <p:nvPr/>
        </p:nvSpPr>
        <p:spPr>
          <a:xfrm>
            <a:off x="2873723" y="39015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2B879C08-8BCC-4D9D-8DB0-60C9527749C5}"/>
              </a:ext>
            </a:extLst>
          </p:cNvPr>
          <p:cNvSpPr/>
          <p:nvPr/>
        </p:nvSpPr>
        <p:spPr>
          <a:xfrm>
            <a:off x="3018185" y="39015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A5AD4042-7B35-46C2-9898-1F4B4CA3C85B}"/>
              </a:ext>
            </a:extLst>
          </p:cNvPr>
          <p:cNvSpPr/>
          <p:nvPr/>
        </p:nvSpPr>
        <p:spPr>
          <a:xfrm>
            <a:off x="3140423" y="39015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F5EE8408-9C94-4D2A-AC89-9E88851BDA14}"/>
              </a:ext>
            </a:extLst>
          </p:cNvPr>
          <p:cNvSpPr/>
          <p:nvPr/>
        </p:nvSpPr>
        <p:spPr>
          <a:xfrm>
            <a:off x="3284885" y="39015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62" name="Rectangle 361">
            <a:extLst>
              <a:ext uri="{FF2B5EF4-FFF2-40B4-BE49-F238E27FC236}">
                <a16:creationId xmlns:a16="http://schemas.microsoft.com/office/drawing/2014/main" id="{5CDD796E-30EB-43C4-AE4B-E83F77BAE354}"/>
              </a:ext>
            </a:extLst>
          </p:cNvPr>
          <p:cNvSpPr/>
          <p:nvPr/>
        </p:nvSpPr>
        <p:spPr>
          <a:xfrm>
            <a:off x="2645123" y="39015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63" name="Rectangle 362">
            <a:extLst>
              <a:ext uri="{FF2B5EF4-FFF2-40B4-BE49-F238E27FC236}">
                <a16:creationId xmlns:a16="http://schemas.microsoft.com/office/drawing/2014/main" id="{DB4EE2AA-7291-489F-A914-ECDC228FE28D}"/>
              </a:ext>
            </a:extLst>
          </p:cNvPr>
          <p:cNvSpPr/>
          <p:nvPr/>
        </p:nvSpPr>
        <p:spPr>
          <a:xfrm>
            <a:off x="3521423" y="39015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64" name="Rectangle 363">
            <a:extLst>
              <a:ext uri="{FF2B5EF4-FFF2-40B4-BE49-F238E27FC236}">
                <a16:creationId xmlns:a16="http://schemas.microsoft.com/office/drawing/2014/main" id="{9C5FFB5A-DC76-45C2-9AC1-EE2D625D2ED3}"/>
              </a:ext>
            </a:extLst>
          </p:cNvPr>
          <p:cNvSpPr/>
          <p:nvPr/>
        </p:nvSpPr>
        <p:spPr>
          <a:xfrm>
            <a:off x="3635723" y="39015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65" name="Rectangle 364">
            <a:extLst>
              <a:ext uri="{FF2B5EF4-FFF2-40B4-BE49-F238E27FC236}">
                <a16:creationId xmlns:a16="http://schemas.microsoft.com/office/drawing/2014/main" id="{ED71D5AE-7579-410B-A161-FE7BD61601B0}"/>
              </a:ext>
            </a:extLst>
          </p:cNvPr>
          <p:cNvSpPr/>
          <p:nvPr/>
        </p:nvSpPr>
        <p:spPr>
          <a:xfrm>
            <a:off x="3780185" y="39015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66" name="Rectangle 365">
            <a:extLst>
              <a:ext uri="{FF2B5EF4-FFF2-40B4-BE49-F238E27FC236}">
                <a16:creationId xmlns:a16="http://schemas.microsoft.com/office/drawing/2014/main" id="{5358881C-3197-4555-8629-F039367E9B73}"/>
              </a:ext>
            </a:extLst>
          </p:cNvPr>
          <p:cNvSpPr/>
          <p:nvPr/>
        </p:nvSpPr>
        <p:spPr>
          <a:xfrm>
            <a:off x="3902423" y="39015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67" name="Rectangle 366">
            <a:extLst>
              <a:ext uri="{FF2B5EF4-FFF2-40B4-BE49-F238E27FC236}">
                <a16:creationId xmlns:a16="http://schemas.microsoft.com/office/drawing/2014/main" id="{9E662D3D-8EC5-4648-8CCE-653200C1CFED}"/>
              </a:ext>
            </a:extLst>
          </p:cNvPr>
          <p:cNvSpPr/>
          <p:nvPr/>
        </p:nvSpPr>
        <p:spPr>
          <a:xfrm>
            <a:off x="4046885" y="39015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68" name="Rectangle 367">
            <a:extLst>
              <a:ext uri="{FF2B5EF4-FFF2-40B4-BE49-F238E27FC236}">
                <a16:creationId xmlns:a16="http://schemas.microsoft.com/office/drawing/2014/main" id="{C09A0398-0EE5-4322-A2C9-D8A049651CE0}"/>
              </a:ext>
            </a:extLst>
          </p:cNvPr>
          <p:cNvSpPr/>
          <p:nvPr/>
        </p:nvSpPr>
        <p:spPr>
          <a:xfrm>
            <a:off x="3407123" y="39015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69" name="Rectangle 368">
            <a:extLst>
              <a:ext uri="{FF2B5EF4-FFF2-40B4-BE49-F238E27FC236}">
                <a16:creationId xmlns:a16="http://schemas.microsoft.com/office/drawing/2014/main" id="{C0CE43B3-BFDA-477F-A555-79BACB470870}"/>
              </a:ext>
            </a:extLst>
          </p:cNvPr>
          <p:cNvSpPr/>
          <p:nvPr/>
        </p:nvSpPr>
        <p:spPr>
          <a:xfrm>
            <a:off x="4169123" y="39015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70" name="Rectangle 369">
            <a:extLst>
              <a:ext uri="{FF2B5EF4-FFF2-40B4-BE49-F238E27FC236}">
                <a16:creationId xmlns:a16="http://schemas.microsoft.com/office/drawing/2014/main" id="{11DDC303-118D-41B6-9B09-A0B90D37461B}"/>
              </a:ext>
            </a:extLst>
          </p:cNvPr>
          <p:cNvSpPr/>
          <p:nvPr/>
        </p:nvSpPr>
        <p:spPr>
          <a:xfrm>
            <a:off x="2759423" y="40539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71" name="Rectangle 370">
            <a:extLst>
              <a:ext uri="{FF2B5EF4-FFF2-40B4-BE49-F238E27FC236}">
                <a16:creationId xmlns:a16="http://schemas.microsoft.com/office/drawing/2014/main" id="{1F9276FF-0088-4E3A-8AD2-5C4041E62A42}"/>
              </a:ext>
            </a:extLst>
          </p:cNvPr>
          <p:cNvSpPr/>
          <p:nvPr/>
        </p:nvSpPr>
        <p:spPr>
          <a:xfrm>
            <a:off x="2873723" y="40539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72" name="Rectangle 371">
            <a:extLst>
              <a:ext uri="{FF2B5EF4-FFF2-40B4-BE49-F238E27FC236}">
                <a16:creationId xmlns:a16="http://schemas.microsoft.com/office/drawing/2014/main" id="{A5EA15F9-63A8-4B3D-B139-BFD4F5296093}"/>
              </a:ext>
            </a:extLst>
          </p:cNvPr>
          <p:cNvSpPr/>
          <p:nvPr/>
        </p:nvSpPr>
        <p:spPr>
          <a:xfrm>
            <a:off x="3018185" y="40539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73" name="Rectangle 372">
            <a:extLst>
              <a:ext uri="{FF2B5EF4-FFF2-40B4-BE49-F238E27FC236}">
                <a16:creationId xmlns:a16="http://schemas.microsoft.com/office/drawing/2014/main" id="{D92C387C-39F6-4A17-B7C2-888BDEF142E8}"/>
              </a:ext>
            </a:extLst>
          </p:cNvPr>
          <p:cNvSpPr/>
          <p:nvPr/>
        </p:nvSpPr>
        <p:spPr>
          <a:xfrm>
            <a:off x="3140423" y="40539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74" name="Rectangle 373">
            <a:extLst>
              <a:ext uri="{FF2B5EF4-FFF2-40B4-BE49-F238E27FC236}">
                <a16:creationId xmlns:a16="http://schemas.microsoft.com/office/drawing/2014/main" id="{8CEBB7FF-AD98-4C8A-99A0-C84B394CD39F}"/>
              </a:ext>
            </a:extLst>
          </p:cNvPr>
          <p:cNvSpPr/>
          <p:nvPr/>
        </p:nvSpPr>
        <p:spPr>
          <a:xfrm>
            <a:off x="3284885" y="40539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75" name="Rectangle 374">
            <a:extLst>
              <a:ext uri="{FF2B5EF4-FFF2-40B4-BE49-F238E27FC236}">
                <a16:creationId xmlns:a16="http://schemas.microsoft.com/office/drawing/2014/main" id="{F9D81C37-E69A-44B3-B333-B09A217F14A5}"/>
              </a:ext>
            </a:extLst>
          </p:cNvPr>
          <p:cNvSpPr/>
          <p:nvPr/>
        </p:nvSpPr>
        <p:spPr>
          <a:xfrm>
            <a:off x="2645123" y="40539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76" name="Rectangle 375">
            <a:extLst>
              <a:ext uri="{FF2B5EF4-FFF2-40B4-BE49-F238E27FC236}">
                <a16:creationId xmlns:a16="http://schemas.microsoft.com/office/drawing/2014/main" id="{B9703AD7-18F5-4D97-8030-B780A440CE27}"/>
              </a:ext>
            </a:extLst>
          </p:cNvPr>
          <p:cNvSpPr/>
          <p:nvPr/>
        </p:nvSpPr>
        <p:spPr>
          <a:xfrm>
            <a:off x="3521423" y="40539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77" name="Rectangle 376">
            <a:extLst>
              <a:ext uri="{FF2B5EF4-FFF2-40B4-BE49-F238E27FC236}">
                <a16:creationId xmlns:a16="http://schemas.microsoft.com/office/drawing/2014/main" id="{6160D57A-A036-45EF-9AA3-BAF8875B6BB3}"/>
              </a:ext>
            </a:extLst>
          </p:cNvPr>
          <p:cNvSpPr/>
          <p:nvPr/>
        </p:nvSpPr>
        <p:spPr>
          <a:xfrm>
            <a:off x="3635723" y="40539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78" name="Rectangle 377">
            <a:extLst>
              <a:ext uri="{FF2B5EF4-FFF2-40B4-BE49-F238E27FC236}">
                <a16:creationId xmlns:a16="http://schemas.microsoft.com/office/drawing/2014/main" id="{BC0D8F41-1243-49DD-9F60-6A8C57326016}"/>
              </a:ext>
            </a:extLst>
          </p:cNvPr>
          <p:cNvSpPr/>
          <p:nvPr/>
        </p:nvSpPr>
        <p:spPr>
          <a:xfrm>
            <a:off x="3780185" y="40539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79" name="Rectangle 378">
            <a:extLst>
              <a:ext uri="{FF2B5EF4-FFF2-40B4-BE49-F238E27FC236}">
                <a16:creationId xmlns:a16="http://schemas.microsoft.com/office/drawing/2014/main" id="{633A252A-F4A8-4830-94A2-A3D433EBB89A}"/>
              </a:ext>
            </a:extLst>
          </p:cNvPr>
          <p:cNvSpPr/>
          <p:nvPr/>
        </p:nvSpPr>
        <p:spPr>
          <a:xfrm>
            <a:off x="3902423" y="40539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73A763ED-F986-4622-9DB4-39B49EB0E371}"/>
              </a:ext>
            </a:extLst>
          </p:cNvPr>
          <p:cNvSpPr/>
          <p:nvPr/>
        </p:nvSpPr>
        <p:spPr>
          <a:xfrm>
            <a:off x="4046885" y="40539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81" name="Rectangle 380">
            <a:extLst>
              <a:ext uri="{FF2B5EF4-FFF2-40B4-BE49-F238E27FC236}">
                <a16:creationId xmlns:a16="http://schemas.microsoft.com/office/drawing/2014/main" id="{B7FBA813-FB28-41FF-8E34-4E316D83EEE4}"/>
              </a:ext>
            </a:extLst>
          </p:cNvPr>
          <p:cNvSpPr/>
          <p:nvPr/>
        </p:nvSpPr>
        <p:spPr>
          <a:xfrm>
            <a:off x="3407123" y="40539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82" name="Rectangle 381">
            <a:extLst>
              <a:ext uri="{FF2B5EF4-FFF2-40B4-BE49-F238E27FC236}">
                <a16:creationId xmlns:a16="http://schemas.microsoft.com/office/drawing/2014/main" id="{2F9E5332-19AA-4711-890F-5DCD9167CDA0}"/>
              </a:ext>
            </a:extLst>
          </p:cNvPr>
          <p:cNvSpPr/>
          <p:nvPr/>
        </p:nvSpPr>
        <p:spPr>
          <a:xfrm>
            <a:off x="4169123" y="40539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83" name="Rectangle 382">
            <a:extLst>
              <a:ext uri="{FF2B5EF4-FFF2-40B4-BE49-F238E27FC236}">
                <a16:creationId xmlns:a16="http://schemas.microsoft.com/office/drawing/2014/main" id="{19A69452-0E74-4B43-A755-407F6D19E17B}"/>
              </a:ext>
            </a:extLst>
          </p:cNvPr>
          <p:cNvSpPr/>
          <p:nvPr/>
        </p:nvSpPr>
        <p:spPr>
          <a:xfrm>
            <a:off x="2759423" y="42126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A3F01774-66F4-42C9-A5CB-C9BAFEF58F98}"/>
              </a:ext>
            </a:extLst>
          </p:cNvPr>
          <p:cNvSpPr/>
          <p:nvPr/>
        </p:nvSpPr>
        <p:spPr>
          <a:xfrm>
            <a:off x="2873723" y="42126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85" name="Rectangle 384">
            <a:extLst>
              <a:ext uri="{FF2B5EF4-FFF2-40B4-BE49-F238E27FC236}">
                <a16:creationId xmlns:a16="http://schemas.microsoft.com/office/drawing/2014/main" id="{DD972DE0-0D66-4D88-9F7B-E2918228F3A2}"/>
              </a:ext>
            </a:extLst>
          </p:cNvPr>
          <p:cNvSpPr/>
          <p:nvPr/>
        </p:nvSpPr>
        <p:spPr>
          <a:xfrm>
            <a:off x="3018185" y="4212680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86" name="Rectangle 385">
            <a:extLst>
              <a:ext uri="{FF2B5EF4-FFF2-40B4-BE49-F238E27FC236}">
                <a16:creationId xmlns:a16="http://schemas.microsoft.com/office/drawing/2014/main" id="{06D04710-695A-4CEA-B8D8-42EE430B9C4D}"/>
              </a:ext>
            </a:extLst>
          </p:cNvPr>
          <p:cNvSpPr/>
          <p:nvPr/>
        </p:nvSpPr>
        <p:spPr>
          <a:xfrm>
            <a:off x="3140423" y="42126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87" name="Rectangle 386">
            <a:extLst>
              <a:ext uri="{FF2B5EF4-FFF2-40B4-BE49-F238E27FC236}">
                <a16:creationId xmlns:a16="http://schemas.microsoft.com/office/drawing/2014/main" id="{B469B0EB-5DBC-40A9-B33C-1F884C60F077}"/>
              </a:ext>
            </a:extLst>
          </p:cNvPr>
          <p:cNvSpPr/>
          <p:nvPr/>
        </p:nvSpPr>
        <p:spPr>
          <a:xfrm>
            <a:off x="3284885" y="4212680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88" name="Rectangle 387">
            <a:extLst>
              <a:ext uri="{FF2B5EF4-FFF2-40B4-BE49-F238E27FC236}">
                <a16:creationId xmlns:a16="http://schemas.microsoft.com/office/drawing/2014/main" id="{B7DB0D29-C549-40E7-ADA1-F4B6B84F7FFA}"/>
              </a:ext>
            </a:extLst>
          </p:cNvPr>
          <p:cNvSpPr/>
          <p:nvPr/>
        </p:nvSpPr>
        <p:spPr>
          <a:xfrm>
            <a:off x="2645123" y="42126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89" name="Rectangle 388">
            <a:extLst>
              <a:ext uri="{FF2B5EF4-FFF2-40B4-BE49-F238E27FC236}">
                <a16:creationId xmlns:a16="http://schemas.microsoft.com/office/drawing/2014/main" id="{197B80C2-E936-458F-8BE9-E17D6D054649}"/>
              </a:ext>
            </a:extLst>
          </p:cNvPr>
          <p:cNvSpPr/>
          <p:nvPr/>
        </p:nvSpPr>
        <p:spPr>
          <a:xfrm>
            <a:off x="3521423" y="42126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90" name="Rectangle 389">
            <a:extLst>
              <a:ext uri="{FF2B5EF4-FFF2-40B4-BE49-F238E27FC236}">
                <a16:creationId xmlns:a16="http://schemas.microsoft.com/office/drawing/2014/main" id="{E4318F32-397B-4679-BDAC-DF9822C5F7F6}"/>
              </a:ext>
            </a:extLst>
          </p:cNvPr>
          <p:cNvSpPr/>
          <p:nvPr/>
        </p:nvSpPr>
        <p:spPr>
          <a:xfrm>
            <a:off x="3635723" y="42126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91" name="Rectangle 390">
            <a:extLst>
              <a:ext uri="{FF2B5EF4-FFF2-40B4-BE49-F238E27FC236}">
                <a16:creationId xmlns:a16="http://schemas.microsoft.com/office/drawing/2014/main" id="{623E83B3-E3AB-450F-B490-0ECA947199EF}"/>
              </a:ext>
            </a:extLst>
          </p:cNvPr>
          <p:cNvSpPr/>
          <p:nvPr/>
        </p:nvSpPr>
        <p:spPr>
          <a:xfrm>
            <a:off x="3780185" y="4212680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92" name="Rectangle 391">
            <a:extLst>
              <a:ext uri="{FF2B5EF4-FFF2-40B4-BE49-F238E27FC236}">
                <a16:creationId xmlns:a16="http://schemas.microsoft.com/office/drawing/2014/main" id="{9D2DAD08-5E03-40C6-A20B-A86AEEDA6351}"/>
              </a:ext>
            </a:extLst>
          </p:cNvPr>
          <p:cNvSpPr/>
          <p:nvPr/>
        </p:nvSpPr>
        <p:spPr>
          <a:xfrm>
            <a:off x="3902423" y="42126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93" name="Rectangle 392">
            <a:extLst>
              <a:ext uri="{FF2B5EF4-FFF2-40B4-BE49-F238E27FC236}">
                <a16:creationId xmlns:a16="http://schemas.microsoft.com/office/drawing/2014/main" id="{6AF3E9F7-54F5-4127-95D5-5477C3293F23}"/>
              </a:ext>
            </a:extLst>
          </p:cNvPr>
          <p:cNvSpPr/>
          <p:nvPr/>
        </p:nvSpPr>
        <p:spPr>
          <a:xfrm>
            <a:off x="4046885" y="4212680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94" name="Rectangle 393">
            <a:extLst>
              <a:ext uri="{FF2B5EF4-FFF2-40B4-BE49-F238E27FC236}">
                <a16:creationId xmlns:a16="http://schemas.microsoft.com/office/drawing/2014/main" id="{FA142F93-0EDE-481E-8CC4-90E388262CFD}"/>
              </a:ext>
            </a:extLst>
          </p:cNvPr>
          <p:cNvSpPr/>
          <p:nvPr/>
        </p:nvSpPr>
        <p:spPr>
          <a:xfrm>
            <a:off x="3407123" y="42126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95" name="Rectangle 394">
            <a:extLst>
              <a:ext uri="{FF2B5EF4-FFF2-40B4-BE49-F238E27FC236}">
                <a16:creationId xmlns:a16="http://schemas.microsoft.com/office/drawing/2014/main" id="{3308021F-4B5B-4E14-A13D-AE8E866DB1BA}"/>
              </a:ext>
            </a:extLst>
          </p:cNvPr>
          <p:cNvSpPr/>
          <p:nvPr/>
        </p:nvSpPr>
        <p:spPr>
          <a:xfrm>
            <a:off x="4169123" y="42126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96" name="Rectangle 395">
            <a:extLst>
              <a:ext uri="{FF2B5EF4-FFF2-40B4-BE49-F238E27FC236}">
                <a16:creationId xmlns:a16="http://schemas.microsoft.com/office/drawing/2014/main" id="{9C91EDFE-125E-4144-A5B6-480187E16EA2}"/>
              </a:ext>
            </a:extLst>
          </p:cNvPr>
          <p:cNvSpPr/>
          <p:nvPr/>
        </p:nvSpPr>
        <p:spPr>
          <a:xfrm>
            <a:off x="2759423" y="43650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97" name="Rectangle 396">
            <a:extLst>
              <a:ext uri="{FF2B5EF4-FFF2-40B4-BE49-F238E27FC236}">
                <a16:creationId xmlns:a16="http://schemas.microsoft.com/office/drawing/2014/main" id="{ECA39956-A424-4747-A2C6-F802793B2768}"/>
              </a:ext>
            </a:extLst>
          </p:cNvPr>
          <p:cNvSpPr/>
          <p:nvPr/>
        </p:nvSpPr>
        <p:spPr>
          <a:xfrm>
            <a:off x="2873723" y="43650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A11B87C7-FF32-4840-8E47-0BFB518E1C7A}"/>
              </a:ext>
            </a:extLst>
          </p:cNvPr>
          <p:cNvSpPr/>
          <p:nvPr/>
        </p:nvSpPr>
        <p:spPr>
          <a:xfrm>
            <a:off x="3018185" y="4365080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99" name="Rectangle 398">
            <a:extLst>
              <a:ext uri="{FF2B5EF4-FFF2-40B4-BE49-F238E27FC236}">
                <a16:creationId xmlns:a16="http://schemas.microsoft.com/office/drawing/2014/main" id="{2A506D1B-7C83-4150-8F3D-33FFE49B7CF0}"/>
              </a:ext>
            </a:extLst>
          </p:cNvPr>
          <p:cNvSpPr/>
          <p:nvPr/>
        </p:nvSpPr>
        <p:spPr>
          <a:xfrm>
            <a:off x="3140423" y="43650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00" name="Rectangle 399">
            <a:extLst>
              <a:ext uri="{FF2B5EF4-FFF2-40B4-BE49-F238E27FC236}">
                <a16:creationId xmlns:a16="http://schemas.microsoft.com/office/drawing/2014/main" id="{71B59F0D-0C9C-467E-8E23-6B3CE4ED72DD}"/>
              </a:ext>
            </a:extLst>
          </p:cNvPr>
          <p:cNvSpPr/>
          <p:nvPr/>
        </p:nvSpPr>
        <p:spPr>
          <a:xfrm>
            <a:off x="3284885" y="4365080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01" name="Rectangle 400">
            <a:extLst>
              <a:ext uri="{FF2B5EF4-FFF2-40B4-BE49-F238E27FC236}">
                <a16:creationId xmlns:a16="http://schemas.microsoft.com/office/drawing/2014/main" id="{2BBD66D6-4BDC-4C41-BA8E-67E7142F90A4}"/>
              </a:ext>
            </a:extLst>
          </p:cNvPr>
          <p:cNvSpPr/>
          <p:nvPr/>
        </p:nvSpPr>
        <p:spPr>
          <a:xfrm>
            <a:off x="2645123" y="43650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02" name="Rectangle 401">
            <a:extLst>
              <a:ext uri="{FF2B5EF4-FFF2-40B4-BE49-F238E27FC236}">
                <a16:creationId xmlns:a16="http://schemas.microsoft.com/office/drawing/2014/main" id="{F0B29B73-156B-4E7E-9703-E1639F3D9992}"/>
              </a:ext>
            </a:extLst>
          </p:cNvPr>
          <p:cNvSpPr/>
          <p:nvPr/>
        </p:nvSpPr>
        <p:spPr>
          <a:xfrm>
            <a:off x="3521423" y="43650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E14D8D17-FBFC-44A4-B5B1-9FD2B45B1CC2}"/>
              </a:ext>
            </a:extLst>
          </p:cNvPr>
          <p:cNvSpPr/>
          <p:nvPr/>
        </p:nvSpPr>
        <p:spPr>
          <a:xfrm>
            <a:off x="3635723" y="43650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9DB2C036-1CB3-42AF-9980-8EFF40C718C6}"/>
              </a:ext>
            </a:extLst>
          </p:cNvPr>
          <p:cNvSpPr/>
          <p:nvPr/>
        </p:nvSpPr>
        <p:spPr>
          <a:xfrm>
            <a:off x="3780185" y="4365080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3E409F00-32B2-4CAC-9DEA-8F0E8F2B1A56}"/>
              </a:ext>
            </a:extLst>
          </p:cNvPr>
          <p:cNvSpPr/>
          <p:nvPr/>
        </p:nvSpPr>
        <p:spPr>
          <a:xfrm>
            <a:off x="3902423" y="43650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1770C3AF-FC31-453D-B083-263E50B7140D}"/>
              </a:ext>
            </a:extLst>
          </p:cNvPr>
          <p:cNvSpPr/>
          <p:nvPr/>
        </p:nvSpPr>
        <p:spPr>
          <a:xfrm>
            <a:off x="4046885" y="4365080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07" name="Rectangle 406">
            <a:extLst>
              <a:ext uri="{FF2B5EF4-FFF2-40B4-BE49-F238E27FC236}">
                <a16:creationId xmlns:a16="http://schemas.microsoft.com/office/drawing/2014/main" id="{5B457CCA-C1A5-4E1C-9BCA-835F807F1616}"/>
              </a:ext>
            </a:extLst>
          </p:cNvPr>
          <p:cNvSpPr/>
          <p:nvPr/>
        </p:nvSpPr>
        <p:spPr>
          <a:xfrm>
            <a:off x="3407123" y="43650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08" name="Rectangle 407">
            <a:extLst>
              <a:ext uri="{FF2B5EF4-FFF2-40B4-BE49-F238E27FC236}">
                <a16:creationId xmlns:a16="http://schemas.microsoft.com/office/drawing/2014/main" id="{786DA0D8-E0D7-46FB-9783-AE163F81D62C}"/>
              </a:ext>
            </a:extLst>
          </p:cNvPr>
          <p:cNvSpPr/>
          <p:nvPr/>
        </p:nvSpPr>
        <p:spPr>
          <a:xfrm>
            <a:off x="4169123" y="43650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09" name="Rectangle 408">
            <a:extLst>
              <a:ext uri="{FF2B5EF4-FFF2-40B4-BE49-F238E27FC236}">
                <a16:creationId xmlns:a16="http://schemas.microsoft.com/office/drawing/2014/main" id="{637AC85C-E273-4E8A-8DF9-32F557084F0F}"/>
              </a:ext>
            </a:extLst>
          </p:cNvPr>
          <p:cNvSpPr/>
          <p:nvPr/>
        </p:nvSpPr>
        <p:spPr>
          <a:xfrm>
            <a:off x="2759423" y="45174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10" name="Rectangle 409">
            <a:extLst>
              <a:ext uri="{FF2B5EF4-FFF2-40B4-BE49-F238E27FC236}">
                <a16:creationId xmlns:a16="http://schemas.microsoft.com/office/drawing/2014/main" id="{F2C5340A-8DDB-41ED-8F6B-EE8048EB4558}"/>
              </a:ext>
            </a:extLst>
          </p:cNvPr>
          <p:cNvSpPr/>
          <p:nvPr/>
        </p:nvSpPr>
        <p:spPr>
          <a:xfrm>
            <a:off x="2873723" y="45174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11" name="Rectangle 410">
            <a:extLst>
              <a:ext uri="{FF2B5EF4-FFF2-40B4-BE49-F238E27FC236}">
                <a16:creationId xmlns:a16="http://schemas.microsoft.com/office/drawing/2014/main" id="{BB902A64-8A52-417B-8470-FDA9ECDE6E9C}"/>
              </a:ext>
            </a:extLst>
          </p:cNvPr>
          <p:cNvSpPr/>
          <p:nvPr/>
        </p:nvSpPr>
        <p:spPr>
          <a:xfrm>
            <a:off x="3018185" y="4517480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12" name="Rectangle 411">
            <a:extLst>
              <a:ext uri="{FF2B5EF4-FFF2-40B4-BE49-F238E27FC236}">
                <a16:creationId xmlns:a16="http://schemas.microsoft.com/office/drawing/2014/main" id="{8C293BEA-1709-4C96-894E-A5F5BD876DF7}"/>
              </a:ext>
            </a:extLst>
          </p:cNvPr>
          <p:cNvSpPr/>
          <p:nvPr/>
        </p:nvSpPr>
        <p:spPr>
          <a:xfrm>
            <a:off x="3140423" y="45174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13" name="Rectangle 412">
            <a:extLst>
              <a:ext uri="{FF2B5EF4-FFF2-40B4-BE49-F238E27FC236}">
                <a16:creationId xmlns:a16="http://schemas.microsoft.com/office/drawing/2014/main" id="{AEE5B4E2-357E-4EB7-A6BA-24008A6C1FBB}"/>
              </a:ext>
            </a:extLst>
          </p:cNvPr>
          <p:cNvSpPr/>
          <p:nvPr/>
        </p:nvSpPr>
        <p:spPr>
          <a:xfrm>
            <a:off x="3284885" y="4517480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14" name="Rectangle 413">
            <a:extLst>
              <a:ext uri="{FF2B5EF4-FFF2-40B4-BE49-F238E27FC236}">
                <a16:creationId xmlns:a16="http://schemas.microsoft.com/office/drawing/2014/main" id="{BF1287D9-FE29-4332-B703-C47BD1D019FA}"/>
              </a:ext>
            </a:extLst>
          </p:cNvPr>
          <p:cNvSpPr/>
          <p:nvPr/>
        </p:nvSpPr>
        <p:spPr>
          <a:xfrm>
            <a:off x="2645123" y="45174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15" name="Rectangle 414">
            <a:extLst>
              <a:ext uri="{FF2B5EF4-FFF2-40B4-BE49-F238E27FC236}">
                <a16:creationId xmlns:a16="http://schemas.microsoft.com/office/drawing/2014/main" id="{168FE53A-D1D5-4421-9BC3-2EFD58363B77}"/>
              </a:ext>
            </a:extLst>
          </p:cNvPr>
          <p:cNvSpPr/>
          <p:nvPr/>
        </p:nvSpPr>
        <p:spPr>
          <a:xfrm>
            <a:off x="3521423" y="45174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2A3CCF42-1AE5-4256-B4DC-E8D5EE994D55}"/>
              </a:ext>
            </a:extLst>
          </p:cNvPr>
          <p:cNvSpPr/>
          <p:nvPr/>
        </p:nvSpPr>
        <p:spPr>
          <a:xfrm>
            <a:off x="3635723" y="45174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17" name="Rectangle 416">
            <a:extLst>
              <a:ext uri="{FF2B5EF4-FFF2-40B4-BE49-F238E27FC236}">
                <a16:creationId xmlns:a16="http://schemas.microsoft.com/office/drawing/2014/main" id="{98008BBC-19B7-4295-AD4D-7EA39F8246C1}"/>
              </a:ext>
            </a:extLst>
          </p:cNvPr>
          <p:cNvSpPr/>
          <p:nvPr/>
        </p:nvSpPr>
        <p:spPr>
          <a:xfrm>
            <a:off x="3780185" y="4517480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18" name="Rectangle 417">
            <a:extLst>
              <a:ext uri="{FF2B5EF4-FFF2-40B4-BE49-F238E27FC236}">
                <a16:creationId xmlns:a16="http://schemas.microsoft.com/office/drawing/2014/main" id="{2153BC2C-B392-4D10-8B30-A28C7053BE36}"/>
              </a:ext>
            </a:extLst>
          </p:cNvPr>
          <p:cNvSpPr/>
          <p:nvPr/>
        </p:nvSpPr>
        <p:spPr>
          <a:xfrm>
            <a:off x="3902423" y="45174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19" name="Rectangle 418">
            <a:extLst>
              <a:ext uri="{FF2B5EF4-FFF2-40B4-BE49-F238E27FC236}">
                <a16:creationId xmlns:a16="http://schemas.microsoft.com/office/drawing/2014/main" id="{E1795B95-769D-4A1E-B7E8-3B4D72E2C4B4}"/>
              </a:ext>
            </a:extLst>
          </p:cNvPr>
          <p:cNvSpPr/>
          <p:nvPr/>
        </p:nvSpPr>
        <p:spPr>
          <a:xfrm>
            <a:off x="4046885" y="4517480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20" name="Rectangle 419">
            <a:extLst>
              <a:ext uri="{FF2B5EF4-FFF2-40B4-BE49-F238E27FC236}">
                <a16:creationId xmlns:a16="http://schemas.microsoft.com/office/drawing/2014/main" id="{5CC6299D-0AED-4807-A8B4-618D017AADD8}"/>
              </a:ext>
            </a:extLst>
          </p:cNvPr>
          <p:cNvSpPr/>
          <p:nvPr/>
        </p:nvSpPr>
        <p:spPr>
          <a:xfrm>
            <a:off x="3407123" y="45174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21" name="Rectangle 420">
            <a:extLst>
              <a:ext uri="{FF2B5EF4-FFF2-40B4-BE49-F238E27FC236}">
                <a16:creationId xmlns:a16="http://schemas.microsoft.com/office/drawing/2014/main" id="{03AD9A0B-34EB-4578-A66B-4E68DB639D14}"/>
              </a:ext>
            </a:extLst>
          </p:cNvPr>
          <p:cNvSpPr/>
          <p:nvPr/>
        </p:nvSpPr>
        <p:spPr>
          <a:xfrm>
            <a:off x="4169123" y="45174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22" name="Rectangle 421">
            <a:extLst>
              <a:ext uri="{FF2B5EF4-FFF2-40B4-BE49-F238E27FC236}">
                <a16:creationId xmlns:a16="http://schemas.microsoft.com/office/drawing/2014/main" id="{0453356F-F84D-44E7-9950-46DA9801E318}"/>
              </a:ext>
            </a:extLst>
          </p:cNvPr>
          <p:cNvSpPr/>
          <p:nvPr/>
        </p:nvSpPr>
        <p:spPr>
          <a:xfrm>
            <a:off x="2767360" y="47778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23" name="Rectangle 422">
            <a:extLst>
              <a:ext uri="{FF2B5EF4-FFF2-40B4-BE49-F238E27FC236}">
                <a16:creationId xmlns:a16="http://schemas.microsoft.com/office/drawing/2014/main" id="{FEDE4980-9753-4A4F-95D8-7CA7EC26275B}"/>
              </a:ext>
            </a:extLst>
          </p:cNvPr>
          <p:cNvSpPr/>
          <p:nvPr/>
        </p:nvSpPr>
        <p:spPr>
          <a:xfrm>
            <a:off x="2881660" y="47778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24" name="Rectangle 423">
            <a:extLst>
              <a:ext uri="{FF2B5EF4-FFF2-40B4-BE49-F238E27FC236}">
                <a16:creationId xmlns:a16="http://schemas.microsoft.com/office/drawing/2014/main" id="{80FCFDE4-F1A6-495B-AF91-873FB00E9717}"/>
              </a:ext>
            </a:extLst>
          </p:cNvPr>
          <p:cNvSpPr/>
          <p:nvPr/>
        </p:nvSpPr>
        <p:spPr>
          <a:xfrm>
            <a:off x="3026123" y="47778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25" name="Rectangle 424">
            <a:extLst>
              <a:ext uri="{FF2B5EF4-FFF2-40B4-BE49-F238E27FC236}">
                <a16:creationId xmlns:a16="http://schemas.microsoft.com/office/drawing/2014/main" id="{01C71839-992F-48A7-B761-6B329EF956FD}"/>
              </a:ext>
            </a:extLst>
          </p:cNvPr>
          <p:cNvSpPr/>
          <p:nvPr/>
        </p:nvSpPr>
        <p:spPr>
          <a:xfrm>
            <a:off x="3148360" y="47778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26" name="Rectangle 425">
            <a:extLst>
              <a:ext uri="{FF2B5EF4-FFF2-40B4-BE49-F238E27FC236}">
                <a16:creationId xmlns:a16="http://schemas.microsoft.com/office/drawing/2014/main" id="{44BCB428-75D1-48CD-A82F-63C1EE8582E4}"/>
              </a:ext>
            </a:extLst>
          </p:cNvPr>
          <p:cNvSpPr/>
          <p:nvPr/>
        </p:nvSpPr>
        <p:spPr>
          <a:xfrm>
            <a:off x="3292823" y="47778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27" name="Rectangle 426">
            <a:extLst>
              <a:ext uri="{FF2B5EF4-FFF2-40B4-BE49-F238E27FC236}">
                <a16:creationId xmlns:a16="http://schemas.microsoft.com/office/drawing/2014/main" id="{2025BCD0-BB19-4278-A235-DC1B57140EC7}"/>
              </a:ext>
            </a:extLst>
          </p:cNvPr>
          <p:cNvSpPr/>
          <p:nvPr/>
        </p:nvSpPr>
        <p:spPr>
          <a:xfrm>
            <a:off x="2653060" y="47778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28" name="Rectangle 427">
            <a:extLst>
              <a:ext uri="{FF2B5EF4-FFF2-40B4-BE49-F238E27FC236}">
                <a16:creationId xmlns:a16="http://schemas.microsoft.com/office/drawing/2014/main" id="{A57A17EE-20D4-4C1E-871F-6AE4F31DF741}"/>
              </a:ext>
            </a:extLst>
          </p:cNvPr>
          <p:cNvSpPr/>
          <p:nvPr/>
        </p:nvSpPr>
        <p:spPr>
          <a:xfrm>
            <a:off x="3529360" y="47778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29" name="Rectangle 428">
            <a:extLst>
              <a:ext uri="{FF2B5EF4-FFF2-40B4-BE49-F238E27FC236}">
                <a16:creationId xmlns:a16="http://schemas.microsoft.com/office/drawing/2014/main" id="{B3E35F4A-20E4-4E11-AF76-7AED00CB6740}"/>
              </a:ext>
            </a:extLst>
          </p:cNvPr>
          <p:cNvSpPr/>
          <p:nvPr/>
        </p:nvSpPr>
        <p:spPr>
          <a:xfrm>
            <a:off x="3643660" y="47778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30" name="Rectangle 429">
            <a:extLst>
              <a:ext uri="{FF2B5EF4-FFF2-40B4-BE49-F238E27FC236}">
                <a16:creationId xmlns:a16="http://schemas.microsoft.com/office/drawing/2014/main" id="{D84C5F8E-56D5-467C-B1DB-2BF3B071EE35}"/>
              </a:ext>
            </a:extLst>
          </p:cNvPr>
          <p:cNvSpPr/>
          <p:nvPr/>
        </p:nvSpPr>
        <p:spPr>
          <a:xfrm>
            <a:off x="3788123" y="47778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31" name="Rectangle 430">
            <a:extLst>
              <a:ext uri="{FF2B5EF4-FFF2-40B4-BE49-F238E27FC236}">
                <a16:creationId xmlns:a16="http://schemas.microsoft.com/office/drawing/2014/main" id="{243AB2B3-3BEC-42D0-9CA3-4FBE7A4CCEB4}"/>
              </a:ext>
            </a:extLst>
          </p:cNvPr>
          <p:cNvSpPr/>
          <p:nvPr/>
        </p:nvSpPr>
        <p:spPr>
          <a:xfrm>
            <a:off x="3910360" y="47778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32" name="Rectangle 431">
            <a:extLst>
              <a:ext uri="{FF2B5EF4-FFF2-40B4-BE49-F238E27FC236}">
                <a16:creationId xmlns:a16="http://schemas.microsoft.com/office/drawing/2014/main" id="{C2AADA2C-3186-41E5-9A63-4C8C0FCFFD3C}"/>
              </a:ext>
            </a:extLst>
          </p:cNvPr>
          <p:cNvSpPr/>
          <p:nvPr/>
        </p:nvSpPr>
        <p:spPr>
          <a:xfrm>
            <a:off x="4054823" y="47778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33" name="Rectangle 432">
            <a:extLst>
              <a:ext uri="{FF2B5EF4-FFF2-40B4-BE49-F238E27FC236}">
                <a16:creationId xmlns:a16="http://schemas.microsoft.com/office/drawing/2014/main" id="{BD73DBE6-7F5A-497C-BBE2-5F764A8F2C32}"/>
              </a:ext>
            </a:extLst>
          </p:cNvPr>
          <p:cNvSpPr/>
          <p:nvPr/>
        </p:nvSpPr>
        <p:spPr>
          <a:xfrm>
            <a:off x="3415060" y="47778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34" name="Rectangle 433">
            <a:extLst>
              <a:ext uri="{FF2B5EF4-FFF2-40B4-BE49-F238E27FC236}">
                <a16:creationId xmlns:a16="http://schemas.microsoft.com/office/drawing/2014/main" id="{C384A17E-8E78-46FB-9632-B3DB763683BE}"/>
              </a:ext>
            </a:extLst>
          </p:cNvPr>
          <p:cNvSpPr/>
          <p:nvPr/>
        </p:nvSpPr>
        <p:spPr>
          <a:xfrm>
            <a:off x="4177060" y="47778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35" name="Rectangle 434">
            <a:extLst>
              <a:ext uri="{FF2B5EF4-FFF2-40B4-BE49-F238E27FC236}">
                <a16:creationId xmlns:a16="http://schemas.microsoft.com/office/drawing/2014/main" id="{61BC8A02-0F7E-4921-B18F-88345A117122}"/>
              </a:ext>
            </a:extLst>
          </p:cNvPr>
          <p:cNvSpPr/>
          <p:nvPr/>
        </p:nvSpPr>
        <p:spPr>
          <a:xfrm>
            <a:off x="2759423" y="49302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36" name="Rectangle 435">
            <a:extLst>
              <a:ext uri="{FF2B5EF4-FFF2-40B4-BE49-F238E27FC236}">
                <a16:creationId xmlns:a16="http://schemas.microsoft.com/office/drawing/2014/main" id="{D412950C-4403-4178-A962-E4A0BDAECF87}"/>
              </a:ext>
            </a:extLst>
          </p:cNvPr>
          <p:cNvSpPr/>
          <p:nvPr/>
        </p:nvSpPr>
        <p:spPr>
          <a:xfrm>
            <a:off x="2873723" y="49302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37" name="Rectangle 436">
            <a:extLst>
              <a:ext uri="{FF2B5EF4-FFF2-40B4-BE49-F238E27FC236}">
                <a16:creationId xmlns:a16="http://schemas.microsoft.com/office/drawing/2014/main" id="{F390D1B3-EE84-408D-8666-2DBAECD19877}"/>
              </a:ext>
            </a:extLst>
          </p:cNvPr>
          <p:cNvSpPr/>
          <p:nvPr/>
        </p:nvSpPr>
        <p:spPr>
          <a:xfrm>
            <a:off x="3018185" y="49302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38" name="Rectangle 437">
            <a:extLst>
              <a:ext uri="{FF2B5EF4-FFF2-40B4-BE49-F238E27FC236}">
                <a16:creationId xmlns:a16="http://schemas.microsoft.com/office/drawing/2014/main" id="{DCE944CA-1804-4F80-B883-D8AD6D45BFEF}"/>
              </a:ext>
            </a:extLst>
          </p:cNvPr>
          <p:cNvSpPr/>
          <p:nvPr/>
        </p:nvSpPr>
        <p:spPr>
          <a:xfrm>
            <a:off x="3140423" y="49302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39" name="Rectangle 438">
            <a:extLst>
              <a:ext uri="{FF2B5EF4-FFF2-40B4-BE49-F238E27FC236}">
                <a16:creationId xmlns:a16="http://schemas.microsoft.com/office/drawing/2014/main" id="{62128ADA-88EF-4766-A796-A366F528C535}"/>
              </a:ext>
            </a:extLst>
          </p:cNvPr>
          <p:cNvSpPr/>
          <p:nvPr/>
        </p:nvSpPr>
        <p:spPr>
          <a:xfrm>
            <a:off x="3284885" y="49302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40" name="Rectangle 439">
            <a:extLst>
              <a:ext uri="{FF2B5EF4-FFF2-40B4-BE49-F238E27FC236}">
                <a16:creationId xmlns:a16="http://schemas.microsoft.com/office/drawing/2014/main" id="{9FE61E61-B4FA-454E-8C7A-7F1A19C1561A}"/>
              </a:ext>
            </a:extLst>
          </p:cNvPr>
          <p:cNvSpPr/>
          <p:nvPr/>
        </p:nvSpPr>
        <p:spPr>
          <a:xfrm>
            <a:off x="2645123" y="49302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41" name="Rectangle 440">
            <a:extLst>
              <a:ext uri="{FF2B5EF4-FFF2-40B4-BE49-F238E27FC236}">
                <a16:creationId xmlns:a16="http://schemas.microsoft.com/office/drawing/2014/main" id="{4F0B753B-1B3D-4A2E-B046-B98716CCC9A7}"/>
              </a:ext>
            </a:extLst>
          </p:cNvPr>
          <p:cNvSpPr/>
          <p:nvPr/>
        </p:nvSpPr>
        <p:spPr>
          <a:xfrm>
            <a:off x="3521423" y="49302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42" name="Rectangle 441">
            <a:extLst>
              <a:ext uri="{FF2B5EF4-FFF2-40B4-BE49-F238E27FC236}">
                <a16:creationId xmlns:a16="http://schemas.microsoft.com/office/drawing/2014/main" id="{46447F20-D181-4508-8228-B1AF6D7A0112}"/>
              </a:ext>
            </a:extLst>
          </p:cNvPr>
          <p:cNvSpPr/>
          <p:nvPr/>
        </p:nvSpPr>
        <p:spPr>
          <a:xfrm>
            <a:off x="3635723" y="49302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43" name="Rectangle 442">
            <a:extLst>
              <a:ext uri="{FF2B5EF4-FFF2-40B4-BE49-F238E27FC236}">
                <a16:creationId xmlns:a16="http://schemas.microsoft.com/office/drawing/2014/main" id="{05D26766-71A7-4029-BA2A-BE81489E8849}"/>
              </a:ext>
            </a:extLst>
          </p:cNvPr>
          <p:cNvSpPr/>
          <p:nvPr/>
        </p:nvSpPr>
        <p:spPr>
          <a:xfrm>
            <a:off x="3780185" y="49302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44" name="Rectangle 443">
            <a:extLst>
              <a:ext uri="{FF2B5EF4-FFF2-40B4-BE49-F238E27FC236}">
                <a16:creationId xmlns:a16="http://schemas.microsoft.com/office/drawing/2014/main" id="{8C6FC600-B05A-4FCC-8789-097A0A25563E}"/>
              </a:ext>
            </a:extLst>
          </p:cNvPr>
          <p:cNvSpPr/>
          <p:nvPr/>
        </p:nvSpPr>
        <p:spPr>
          <a:xfrm>
            <a:off x="3902423" y="49302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45" name="Rectangle 444">
            <a:extLst>
              <a:ext uri="{FF2B5EF4-FFF2-40B4-BE49-F238E27FC236}">
                <a16:creationId xmlns:a16="http://schemas.microsoft.com/office/drawing/2014/main" id="{DC4C33CA-BAB3-45C9-B7A2-0EB924ADA162}"/>
              </a:ext>
            </a:extLst>
          </p:cNvPr>
          <p:cNvSpPr/>
          <p:nvPr/>
        </p:nvSpPr>
        <p:spPr>
          <a:xfrm>
            <a:off x="4046885" y="49302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46" name="Rectangle 445">
            <a:extLst>
              <a:ext uri="{FF2B5EF4-FFF2-40B4-BE49-F238E27FC236}">
                <a16:creationId xmlns:a16="http://schemas.microsoft.com/office/drawing/2014/main" id="{AD53F428-BFD2-4FB0-8F27-B110FD82977F}"/>
              </a:ext>
            </a:extLst>
          </p:cNvPr>
          <p:cNvSpPr/>
          <p:nvPr/>
        </p:nvSpPr>
        <p:spPr>
          <a:xfrm>
            <a:off x="3407123" y="49302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47" name="Rectangle 446">
            <a:extLst>
              <a:ext uri="{FF2B5EF4-FFF2-40B4-BE49-F238E27FC236}">
                <a16:creationId xmlns:a16="http://schemas.microsoft.com/office/drawing/2014/main" id="{25F0E8F0-40F8-4728-B6E7-93FBA7CE145F}"/>
              </a:ext>
            </a:extLst>
          </p:cNvPr>
          <p:cNvSpPr/>
          <p:nvPr/>
        </p:nvSpPr>
        <p:spPr>
          <a:xfrm>
            <a:off x="4169123" y="49302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48" name="Rectangle 447">
            <a:extLst>
              <a:ext uri="{FF2B5EF4-FFF2-40B4-BE49-F238E27FC236}">
                <a16:creationId xmlns:a16="http://schemas.microsoft.com/office/drawing/2014/main" id="{5DCFC27B-9E23-49B5-8F3A-EB9D8018CE6C}"/>
              </a:ext>
            </a:extLst>
          </p:cNvPr>
          <p:cNvSpPr/>
          <p:nvPr/>
        </p:nvSpPr>
        <p:spPr>
          <a:xfrm>
            <a:off x="2767360" y="50826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49" name="Rectangle 448">
            <a:extLst>
              <a:ext uri="{FF2B5EF4-FFF2-40B4-BE49-F238E27FC236}">
                <a16:creationId xmlns:a16="http://schemas.microsoft.com/office/drawing/2014/main" id="{3083E1DA-881D-4E70-BDE8-12466E2509F5}"/>
              </a:ext>
            </a:extLst>
          </p:cNvPr>
          <p:cNvSpPr/>
          <p:nvPr/>
        </p:nvSpPr>
        <p:spPr>
          <a:xfrm>
            <a:off x="2881660" y="50826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50" name="Rectangle 449">
            <a:extLst>
              <a:ext uri="{FF2B5EF4-FFF2-40B4-BE49-F238E27FC236}">
                <a16:creationId xmlns:a16="http://schemas.microsoft.com/office/drawing/2014/main" id="{5B8825CA-E369-4E0E-9E47-4B00E6211DCA}"/>
              </a:ext>
            </a:extLst>
          </p:cNvPr>
          <p:cNvSpPr/>
          <p:nvPr/>
        </p:nvSpPr>
        <p:spPr>
          <a:xfrm>
            <a:off x="3026123" y="50826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51" name="Rectangle 450">
            <a:extLst>
              <a:ext uri="{FF2B5EF4-FFF2-40B4-BE49-F238E27FC236}">
                <a16:creationId xmlns:a16="http://schemas.microsoft.com/office/drawing/2014/main" id="{9578832B-50F0-440B-8771-AE6D166A8B07}"/>
              </a:ext>
            </a:extLst>
          </p:cNvPr>
          <p:cNvSpPr/>
          <p:nvPr/>
        </p:nvSpPr>
        <p:spPr>
          <a:xfrm>
            <a:off x="3148360" y="50826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52" name="Rectangle 451">
            <a:extLst>
              <a:ext uri="{FF2B5EF4-FFF2-40B4-BE49-F238E27FC236}">
                <a16:creationId xmlns:a16="http://schemas.microsoft.com/office/drawing/2014/main" id="{947C9467-4F16-4E3B-9BFF-99C3053A5123}"/>
              </a:ext>
            </a:extLst>
          </p:cNvPr>
          <p:cNvSpPr/>
          <p:nvPr/>
        </p:nvSpPr>
        <p:spPr>
          <a:xfrm>
            <a:off x="3292823" y="50826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4439BAF6-5C46-4829-93A4-76920A6E55B3}"/>
              </a:ext>
            </a:extLst>
          </p:cNvPr>
          <p:cNvSpPr/>
          <p:nvPr/>
        </p:nvSpPr>
        <p:spPr>
          <a:xfrm>
            <a:off x="2653060" y="50826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54" name="Rectangle 453">
            <a:extLst>
              <a:ext uri="{FF2B5EF4-FFF2-40B4-BE49-F238E27FC236}">
                <a16:creationId xmlns:a16="http://schemas.microsoft.com/office/drawing/2014/main" id="{92F8C149-1972-4384-A29A-EA0765AD72C5}"/>
              </a:ext>
            </a:extLst>
          </p:cNvPr>
          <p:cNvSpPr/>
          <p:nvPr/>
        </p:nvSpPr>
        <p:spPr>
          <a:xfrm>
            <a:off x="3529360" y="50826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55" name="Rectangle 454">
            <a:extLst>
              <a:ext uri="{FF2B5EF4-FFF2-40B4-BE49-F238E27FC236}">
                <a16:creationId xmlns:a16="http://schemas.microsoft.com/office/drawing/2014/main" id="{554A4004-C7AF-45DD-85DE-C7AACED59FDE}"/>
              </a:ext>
            </a:extLst>
          </p:cNvPr>
          <p:cNvSpPr/>
          <p:nvPr/>
        </p:nvSpPr>
        <p:spPr>
          <a:xfrm>
            <a:off x="3643660" y="50826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56" name="Rectangle 455">
            <a:extLst>
              <a:ext uri="{FF2B5EF4-FFF2-40B4-BE49-F238E27FC236}">
                <a16:creationId xmlns:a16="http://schemas.microsoft.com/office/drawing/2014/main" id="{BA298DDB-8EED-4E61-B8C0-DBBE6D8A8403}"/>
              </a:ext>
            </a:extLst>
          </p:cNvPr>
          <p:cNvSpPr/>
          <p:nvPr/>
        </p:nvSpPr>
        <p:spPr>
          <a:xfrm>
            <a:off x="3788123" y="50826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57" name="Rectangle 456">
            <a:extLst>
              <a:ext uri="{FF2B5EF4-FFF2-40B4-BE49-F238E27FC236}">
                <a16:creationId xmlns:a16="http://schemas.microsoft.com/office/drawing/2014/main" id="{7A3B9351-1559-4A58-A643-9D015CE58492}"/>
              </a:ext>
            </a:extLst>
          </p:cNvPr>
          <p:cNvSpPr/>
          <p:nvPr/>
        </p:nvSpPr>
        <p:spPr>
          <a:xfrm>
            <a:off x="3910360" y="50826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58" name="Rectangle 457">
            <a:extLst>
              <a:ext uri="{FF2B5EF4-FFF2-40B4-BE49-F238E27FC236}">
                <a16:creationId xmlns:a16="http://schemas.microsoft.com/office/drawing/2014/main" id="{5272A372-BFF6-4380-B71A-9A737AD1F0BC}"/>
              </a:ext>
            </a:extLst>
          </p:cNvPr>
          <p:cNvSpPr/>
          <p:nvPr/>
        </p:nvSpPr>
        <p:spPr>
          <a:xfrm>
            <a:off x="4054823" y="50826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59" name="Rectangle 458">
            <a:extLst>
              <a:ext uri="{FF2B5EF4-FFF2-40B4-BE49-F238E27FC236}">
                <a16:creationId xmlns:a16="http://schemas.microsoft.com/office/drawing/2014/main" id="{65482247-44CA-4128-956C-A517342B61D4}"/>
              </a:ext>
            </a:extLst>
          </p:cNvPr>
          <p:cNvSpPr/>
          <p:nvPr/>
        </p:nvSpPr>
        <p:spPr>
          <a:xfrm>
            <a:off x="3415060" y="50826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BC30F01F-2E3E-4F0B-8FBE-5370CDAD50DD}"/>
              </a:ext>
            </a:extLst>
          </p:cNvPr>
          <p:cNvSpPr/>
          <p:nvPr/>
        </p:nvSpPr>
        <p:spPr>
          <a:xfrm>
            <a:off x="4177060" y="50826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61" name="Rectangle 460">
            <a:extLst>
              <a:ext uri="{FF2B5EF4-FFF2-40B4-BE49-F238E27FC236}">
                <a16:creationId xmlns:a16="http://schemas.microsoft.com/office/drawing/2014/main" id="{475C884E-69D0-4A27-BBF9-0452B4EAC050}"/>
              </a:ext>
            </a:extLst>
          </p:cNvPr>
          <p:cNvSpPr/>
          <p:nvPr/>
        </p:nvSpPr>
        <p:spPr>
          <a:xfrm>
            <a:off x="2767360" y="52350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62" name="Rectangle 461">
            <a:extLst>
              <a:ext uri="{FF2B5EF4-FFF2-40B4-BE49-F238E27FC236}">
                <a16:creationId xmlns:a16="http://schemas.microsoft.com/office/drawing/2014/main" id="{5098FFC1-507C-4EB1-91BC-F680AA692A9C}"/>
              </a:ext>
            </a:extLst>
          </p:cNvPr>
          <p:cNvSpPr/>
          <p:nvPr/>
        </p:nvSpPr>
        <p:spPr>
          <a:xfrm>
            <a:off x="2881660" y="52350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475817AE-1220-434D-B2C8-475E8855E9AA}"/>
              </a:ext>
            </a:extLst>
          </p:cNvPr>
          <p:cNvSpPr/>
          <p:nvPr/>
        </p:nvSpPr>
        <p:spPr>
          <a:xfrm>
            <a:off x="3026123" y="52350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64" name="Rectangle 463">
            <a:extLst>
              <a:ext uri="{FF2B5EF4-FFF2-40B4-BE49-F238E27FC236}">
                <a16:creationId xmlns:a16="http://schemas.microsoft.com/office/drawing/2014/main" id="{ADE1DFF0-09AE-43A4-85EC-23F206DAE0BC}"/>
              </a:ext>
            </a:extLst>
          </p:cNvPr>
          <p:cNvSpPr/>
          <p:nvPr/>
        </p:nvSpPr>
        <p:spPr>
          <a:xfrm>
            <a:off x="3148360" y="52350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65" name="Rectangle 464">
            <a:extLst>
              <a:ext uri="{FF2B5EF4-FFF2-40B4-BE49-F238E27FC236}">
                <a16:creationId xmlns:a16="http://schemas.microsoft.com/office/drawing/2014/main" id="{8D7ABCDB-D97A-45A5-9EA3-7AC1B6F2CECE}"/>
              </a:ext>
            </a:extLst>
          </p:cNvPr>
          <p:cNvSpPr/>
          <p:nvPr/>
        </p:nvSpPr>
        <p:spPr>
          <a:xfrm>
            <a:off x="3292823" y="52350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66" name="Rectangle 465">
            <a:extLst>
              <a:ext uri="{FF2B5EF4-FFF2-40B4-BE49-F238E27FC236}">
                <a16:creationId xmlns:a16="http://schemas.microsoft.com/office/drawing/2014/main" id="{71A10A86-6EA8-4D20-892C-2E6CAD35AA71}"/>
              </a:ext>
            </a:extLst>
          </p:cNvPr>
          <p:cNvSpPr/>
          <p:nvPr/>
        </p:nvSpPr>
        <p:spPr>
          <a:xfrm>
            <a:off x="2653060" y="52350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67" name="Rectangle 466">
            <a:extLst>
              <a:ext uri="{FF2B5EF4-FFF2-40B4-BE49-F238E27FC236}">
                <a16:creationId xmlns:a16="http://schemas.microsoft.com/office/drawing/2014/main" id="{5BDBFB23-A78D-475D-A811-2DE9BC0898EC}"/>
              </a:ext>
            </a:extLst>
          </p:cNvPr>
          <p:cNvSpPr/>
          <p:nvPr/>
        </p:nvSpPr>
        <p:spPr>
          <a:xfrm>
            <a:off x="3529360" y="52350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68" name="Rectangle 467">
            <a:extLst>
              <a:ext uri="{FF2B5EF4-FFF2-40B4-BE49-F238E27FC236}">
                <a16:creationId xmlns:a16="http://schemas.microsoft.com/office/drawing/2014/main" id="{DA6935CC-9C16-49E2-B000-C28C6237569A}"/>
              </a:ext>
            </a:extLst>
          </p:cNvPr>
          <p:cNvSpPr/>
          <p:nvPr/>
        </p:nvSpPr>
        <p:spPr>
          <a:xfrm>
            <a:off x="3643660" y="52350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69" name="Rectangle 468">
            <a:extLst>
              <a:ext uri="{FF2B5EF4-FFF2-40B4-BE49-F238E27FC236}">
                <a16:creationId xmlns:a16="http://schemas.microsoft.com/office/drawing/2014/main" id="{C6DFB244-3824-462A-9B0D-12DD3D4C9604}"/>
              </a:ext>
            </a:extLst>
          </p:cNvPr>
          <p:cNvSpPr/>
          <p:nvPr/>
        </p:nvSpPr>
        <p:spPr>
          <a:xfrm>
            <a:off x="3788123" y="52350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70" name="Rectangle 469">
            <a:extLst>
              <a:ext uri="{FF2B5EF4-FFF2-40B4-BE49-F238E27FC236}">
                <a16:creationId xmlns:a16="http://schemas.microsoft.com/office/drawing/2014/main" id="{918E3E43-2F38-40DD-84D0-5E339DCCF75E}"/>
              </a:ext>
            </a:extLst>
          </p:cNvPr>
          <p:cNvSpPr/>
          <p:nvPr/>
        </p:nvSpPr>
        <p:spPr>
          <a:xfrm>
            <a:off x="3910360" y="52350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71" name="Rectangle 470">
            <a:extLst>
              <a:ext uri="{FF2B5EF4-FFF2-40B4-BE49-F238E27FC236}">
                <a16:creationId xmlns:a16="http://schemas.microsoft.com/office/drawing/2014/main" id="{BA3E2043-973B-4DD0-B7CC-C767149E848B}"/>
              </a:ext>
            </a:extLst>
          </p:cNvPr>
          <p:cNvSpPr/>
          <p:nvPr/>
        </p:nvSpPr>
        <p:spPr>
          <a:xfrm>
            <a:off x="4054823" y="52350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72" name="Rectangle 471">
            <a:extLst>
              <a:ext uri="{FF2B5EF4-FFF2-40B4-BE49-F238E27FC236}">
                <a16:creationId xmlns:a16="http://schemas.microsoft.com/office/drawing/2014/main" id="{681324F7-76EB-4B3B-9F11-23581F38F7D2}"/>
              </a:ext>
            </a:extLst>
          </p:cNvPr>
          <p:cNvSpPr/>
          <p:nvPr/>
        </p:nvSpPr>
        <p:spPr>
          <a:xfrm>
            <a:off x="3415060" y="52350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73" name="Rectangle 472">
            <a:extLst>
              <a:ext uri="{FF2B5EF4-FFF2-40B4-BE49-F238E27FC236}">
                <a16:creationId xmlns:a16="http://schemas.microsoft.com/office/drawing/2014/main" id="{A8A89725-0190-4778-B357-6F0BB4BF4671}"/>
              </a:ext>
            </a:extLst>
          </p:cNvPr>
          <p:cNvSpPr/>
          <p:nvPr/>
        </p:nvSpPr>
        <p:spPr>
          <a:xfrm>
            <a:off x="4177060" y="52350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74" name="Rectangle 473">
            <a:extLst>
              <a:ext uri="{FF2B5EF4-FFF2-40B4-BE49-F238E27FC236}">
                <a16:creationId xmlns:a16="http://schemas.microsoft.com/office/drawing/2014/main" id="{634C2D1A-DB30-4EFE-BCD3-E390AE6740EF}"/>
              </a:ext>
            </a:extLst>
          </p:cNvPr>
          <p:cNvSpPr/>
          <p:nvPr/>
        </p:nvSpPr>
        <p:spPr>
          <a:xfrm>
            <a:off x="2759423" y="53874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75" name="Rectangle 474">
            <a:extLst>
              <a:ext uri="{FF2B5EF4-FFF2-40B4-BE49-F238E27FC236}">
                <a16:creationId xmlns:a16="http://schemas.microsoft.com/office/drawing/2014/main" id="{95B12D5A-E925-429F-8E98-9C0A7834D3F4}"/>
              </a:ext>
            </a:extLst>
          </p:cNvPr>
          <p:cNvSpPr/>
          <p:nvPr/>
        </p:nvSpPr>
        <p:spPr>
          <a:xfrm>
            <a:off x="2873723" y="53874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76" name="Rectangle 475">
            <a:extLst>
              <a:ext uri="{FF2B5EF4-FFF2-40B4-BE49-F238E27FC236}">
                <a16:creationId xmlns:a16="http://schemas.microsoft.com/office/drawing/2014/main" id="{DB6D73C3-9442-4787-81F4-FF4C51D35A74}"/>
              </a:ext>
            </a:extLst>
          </p:cNvPr>
          <p:cNvSpPr/>
          <p:nvPr/>
        </p:nvSpPr>
        <p:spPr>
          <a:xfrm>
            <a:off x="3018185" y="53874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77" name="Rectangle 476">
            <a:extLst>
              <a:ext uri="{FF2B5EF4-FFF2-40B4-BE49-F238E27FC236}">
                <a16:creationId xmlns:a16="http://schemas.microsoft.com/office/drawing/2014/main" id="{863277BC-90B0-4A6A-8F1B-50995F3A770F}"/>
              </a:ext>
            </a:extLst>
          </p:cNvPr>
          <p:cNvSpPr/>
          <p:nvPr/>
        </p:nvSpPr>
        <p:spPr>
          <a:xfrm>
            <a:off x="3140423" y="53874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78" name="Rectangle 477">
            <a:extLst>
              <a:ext uri="{FF2B5EF4-FFF2-40B4-BE49-F238E27FC236}">
                <a16:creationId xmlns:a16="http://schemas.microsoft.com/office/drawing/2014/main" id="{3D33D639-0618-40F3-A418-95DBAA6B5752}"/>
              </a:ext>
            </a:extLst>
          </p:cNvPr>
          <p:cNvSpPr/>
          <p:nvPr/>
        </p:nvSpPr>
        <p:spPr>
          <a:xfrm>
            <a:off x="3284885" y="53874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79" name="Rectangle 478">
            <a:extLst>
              <a:ext uri="{FF2B5EF4-FFF2-40B4-BE49-F238E27FC236}">
                <a16:creationId xmlns:a16="http://schemas.microsoft.com/office/drawing/2014/main" id="{71C6DB5C-8864-4FA6-A4B8-07AA7D019C1A}"/>
              </a:ext>
            </a:extLst>
          </p:cNvPr>
          <p:cNvSpPr/>
          <p:nvPr/>
        </p:nvSpPr>
        <p:spPr>
          <a:xfrm>
            <a:off x="2645123" y="53874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80" name="Rectangle 479">
            <a:extLst>
              <a:ext uri="{FF2B5EF4-FFF2-40B4-BE49-F238E27FC236}">
                <a16:creationId xmlns:a16="http://schemas.microsoft.com/office/drawing/2014/main" id="{3BE76315-53C3-4DA0-A46B-046A13DCFF63}"/>
              </a:ext>
            </a:extLst>
          </p:cNvPr>
          <p:cNvSpPr/>
          <p:nvPr/>
        </p:nvSpPr>
        <p:spPr>
          <a:xfrm>
            <a:off x="3521423" y="53874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81" name="Rectangle 480">
            <a:extLst>
              <a:ext uri="{FF2B5EF4-FFF2-40B4-BE49-F238E27FC236}">
                <a16:creationId xmlns:a16="http://schemas.microsoft.com/office/drawing/2014/main" id="{E525DA13-5BBD-4938-959E-5756822FDE52}"/>
              </a:ext>
            </a:extLst>
          </p:cNvPr>
          <p:cNvSpPr/>
          <p:nvPr/>
        </p:nvSpPr>
        <p:spPr>
          <a:xfrm>
            <a:off x="3635723" y="53874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82" name="Rectangle 481">
            <a:extLst>
              <a:ext uri="{FF2B5EF4-FFF2-40B4-BE49-F238E27FC236}">
                <a16:creationId xmlns:a16="http://schemas.microsoft.com/office/drawing/2014/main" id="{C0FBAD6E-6660-41EA-B721-0ABB3B45CA5C}"/>
              </a:ext>
            </a:extLst>
          </p:cNvPr>
          <p:cNvSpPr/>
          <p:nvPr/>
        </p:nvSpPr>
        <p:spPr>
          <a:xfrm>
            <a:off x="3780185" y="53874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83" name="Rectangle 482">
            <a:extLst>
              <a:ext uri="{FF2B5EF4-FFF2-40B4-BE49-F238E27FC236}">
                <a16:creationId xmlns:a16="http://schemas.microsoft.com/office/drawing/2014/main" id="{060319C3-2401-4291-948C-5CD1DD98284F}"/>
              </a:ext>
            </a:extLst>
          </p:cNvPr>
          <p:cNvSpPr/>
          <p:nvPr/>
        </p:nvSpPr>
        <p:spPr>
          <a:xfrm>
            <a:off x="3902423" y="53874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84" name="Rectangle 483">
            <a:extLst>
              <a:ext uri="{FF2B5EF4-FFF2-40B4-BE49-F238E27FC236}">
                <a16:creationId xmlns:a16="http://schemas.microsoft.com/office/drawing/2014/main" id="{79D8F108-A20A-4E09-9B95-7D5F1EF2DDEB}"/>
              </a:ext>
            </a:extLst>
          </p:cNvPr>
          <p:cNvSpPr/>
          <p:nvPr/>
        </p:nvSpPr>
        <p:spPr>
          <a:xfrm>
            <a:off x="4046885" y="53874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85" name="Rectangle 484">
            <a:extLst>
              <a:ext uri="{FF2B5EF4-FFF2-40B4-BE49-F238E27FC236}">
                <a16:creationId xmlns:a16="http://schemas.microsoft.com/office/drawing/2014/main" id="{48B19A06-FE1B-43EC-8419-029A639EFC7E}"/>
              </a:ext>
            </a:extLst>
          </p:cNvPr>
          <p:cNvSpPr/>
          <p:nvPr/>
        </p:nvSpPr>
        <p:spPr>
          <a:xfrm>
            <a:off x="3407123" y="53874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86" name="Rectangle 485">
            <a:extLst>
              <a:ext uri="{FF2B5EF4-FFF2-40B4-BE49-F238E27FC236}">
                <a16:creationId xmlns:a16="http://schemas.microsoft.com/office/drawing/2014/main" id="{3C0CAEDB-A7DD-45B0-8A04-7E672377CA1E}"/>
              </a:ext>
            </a:extLst>
          </p:cNvPr>
          <p:cNvSpPr/>
          <p:nvPr/>
        </p:nvSpPr>
        <p:spPr>
          <a:xfrm>
            <a:off x="4169123" y="53874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87" name="Rectangle 486">
            <a:extLst>
              <a:ext uri="{FF2B5EF4-FFF2-40B4-BE49-F238E27FC236}">
                <a16:creationId xmlns:a16="http://schemas.microsoft.com/office/drawing/2014/main" id="{ADC75352-AECE-45F7-B5B4-218A6D471821}"/>
              </a:ext>
            </a:extLst>
          </p:cNvPr>
          <p:cNvSpPr/>
          <p:nvPr/>
        </p:nvSpPr>
        <p:spPr>
          <a:xfrm>
            <a:off x="2759423" y="55398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88" name="Rectangle 487">
            <a:extLst>
              <a:ext uri="{FF2B5EF4-FFF2-40B4-BE49-F238E27FC236}">
                <a16:creationId xmlns:a16="http://schemas.microsoft.com/office/drawing/2014/main" id="{0313CF25-89BB-4C64-855E-CC221679E0EE}"/>
              </a:ext>
            </a:extLst>
          </p:cNvPr>
          <p:cNvSpPr/>
          <p:nvPr/>
        </p:nvSpPr>
        <p:spPr>
          <a:xfrm>
            <a:off x="2873723" y="55398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89" name="Rectangle 488">
            <a:extLst>
              <a:ext uri="{FF2B5EF4-FFF2-40B4-BE49-F238E27FC236}">
                <a16:creationId xmlns:a16="http://schemas.microsoft.com/office/drawing/2014/main" id="{B86E4E4F-08A6-4F7C-828C-D0E64112C40B}"/>
              </a:ext>
            </a:extLst>
          </p:cNvPr>
          <p:cNvSpPr/>
          <p:nvPr/>
        </p:nvSpPr>
        <p:spPr>
          <a:xfrm>
            <a:off x="3018185" y="55398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90" name="Rectangle 489">
            <a:extLst>
              <a:ext uri="{FF2B5EF4-FFF2-40B4-BE49-F238E27FC236}">
                <a16:creationId xmlns:a16="http://schemas.microsoft.com/office/drawing/2014/main" id="{95DF0927-58B8-40D5-B469-E229ECEBDA57}"/>
              </a:ext>
            </a:extLst>
          </p:cNvPr>
          <p:cNvSpPr/>
          <p:nvPr/>
        </p:nvSpPr>
        <p:spPr>
          <a:xfrm>
            <a:off x="3140423" y="55398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FB2959A0-BB83-4097-AE78-71365747CE96}"/>
              </a:ext>
            </a:extLst>
          </p:cNvPr>
          <p:cNvSpPr/>
          <p:nvPr/>
        </p:nvSpPr>
        <p:spPr>
          <a:xfrm>
            <a:off x="3284885" y="55398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139D46A4-8A93-49B8-B95D-56F292D6528F}"/>
              </a:ext>
            </a:extLst>
          </p:cNvPr>
          <p:cNvSpPr/>
          <p:nvPr/>
        </p:nvSpPr>
        <p:spPr>
          <a:xfrm>
            <a:off x="2645123" y="55398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93" name="Rectangle 492">
            <a:extLst>
              <a:ext uri="{FF2B5EF4-FFF2-40B4-BE49-F238E27FC236}">
                <a16:creationId xmlns:a16="http://schemas.microsoft.com/office/drawing/2014/main" id="{D5AE9893-F473-491B-A1ED-C9A5593AC8C9}"/>
              </a:ext>
            </a:extLst>
          </p:cNvPr>
          <p:cNvSpPr/>
          <p:nvPr/>
        </p:nvSpPr>
        <p:spPr>
          <a:xfrm>
            <a:off x="3521423" y="55398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94" name="Rectangle 493">
            <a:extLst>
              <a:ext uri="{FF2B5EF4-FFF2-40B4-BE49-F238E27FC236}">
                <a16:creationId xmlns:a16="http://schemas.microsoft.com/office/drawing/2014/main" id="{DD624362-B5DD-4CC3-B6EB-6A394655D6DB}"/>
              </a:ext>
            </a:extLst>
          </p:cNvPr>
          <p:cNvSpPr/>
          <p:nvPr/>
        </p:nvSpPr>
        <p:spPr>
          <a:xfrm>
            <a:off x="3635723" y="55398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95" name="Rectangle 494">
            <a:extLst>
              <a:ext uri="{FF2B5EF4-FFF2-40B4-BE49-F238E27FC236}">
                <a16:creationId xmlns:a16="http://schemas.microsoft.com/office/drawing/2014/main" id="{8E673AB2-A4F1-49B1-8D5F-9548111C2764}"/>
              </a:ext>
            </a:extLst>
          </p:cNvPr>
          <p:cNvSpPr/>
          <p:nvPr/>
        </p:nvSpPr>
        <p:spPr>
          <a:xfrm>
            <a:off x="3780185" y="55398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96" name="Rectangle 495">
            <a:extLst>
              <a:ext uri="{FF2B5EF4-FFF2-40B4-BE49-F238E27FC236}">
                <a16:creationId xmlns:a16="http://schemas.microsoft.com/office/drawing/2014/main" id="{C2E3016D-D24A-480D-A01E-97FED728E3BE}"/>
              </a:ext>
            </a:extLst>
          </p:cNvPr>
          <p:cNvSpPr/>
          <p:nvPr/>
        </p:nvSpPr>
        <p:spPr>
          <a:xfrm>
            <a:off x="3902423" y="55398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97" name="Rectangle 496">
            <a:extLst>
              <a:ext uri="{FF2B5EF4-FFF2-40B4-BE49-F238E27FC236}">
                <a16:creationId xmlns:a16="http://schemas.microsoft.com/office/drawing/2014/main" id="{84FFD94D-035A-4253-AE81-3F01EB520A67}"/>
              </a:ext>
            </a:extLst>
          </p:cNvPr>
          <p:cNvSpPr/>
          <p:nvPr/>
        </p:nvSpPr>
        <p:spPr>
          <a:xfrm>
            <a:off x="4046885" y="5539830"/>
            <a:ext cx="46038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98" name="Rectangle 497">
            <a:extLst>
              <a:ext uri="{FF2B5EF4-FFF2-40B4-BE49-F238E27FC236}">
                <a16:creationId xmlns:a16="http://schemas.microsoft.com/office/drawing/2014/main" id="{17907C62-5830-465C-B23C-CCBCDAE27ABF}"/>
              </a:ext>
            </a:extLst>
          </p:cNvPr>
          <p:cNvSpPr/>
          <p:nvPr/>
        </p:nvSpPr>
        <p:spPr>
          <a:xfrm>
            <a:off x="3407123" y="55398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C1A1FFEC-D6AB-40C5-A703-A3819833C80D}"/>
              </a:ext>
            </a:extLst>
          </p:cNvPr>
          <p:cNvSpPr/>
          <p:nvPr/>
        </p:nvSpPr>
        <p:spPr>
          <a:xfrm>
            <a:off x="4169123" y="5539830"/>
            <a:ext cx="46037" cy="44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00" name="Rectangle 499">
            <a:extLst>
              <a:ext uri="{FF2B5EF4-FFF2-40B4-BE49-F238E27FC236}">
                <a16:creationId xmlns:a16="http://schemas.microsoft.com/office/drawing/2014/main" id="{E609FB5E-15AA-46A6-8F9F-F362C384C3F2}"/>
              </a:ext>
            </a:extLst>
          </p:cNvPr>
          <p:cNvSpPr/>
          <p:nvPr/>
        </p:nvSpPr>
        <p:spPr>
          <a:xfrm>
            <a:off x="2759423" y="56985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01" name="Rectangle 500">
            <a:extLst>
              <a:ext uri="{FF2B5EF4-FFF2-40B4-BE49-F238E27FC236}">
                <a16:creationId xmlns:a16="http://schemas.microsoft.com/office/drawing/2014/main" id="{007228E5-4102-40D0-86B4-9E7424F5BAA9}"/>
              </a:ext>
            </a:extLst>
          </p:cNvPr>
          <p:cNvSpPr/>
          <p:nvPr/>
        </p:nvSpPr>
        <p:spPr>
          <a:xfrm>
            <a:off x="2873723" y="56985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02" name="Rectangle 501">
            <a:extLst>
              <a:ext uri="{FF2B5EF4-FFF2-40B4-BE49-F238E27FC236}">
                <a16:creationId xmlns:a16="http://schemas.microsoft.com/office/drawing/2014/main" id="{3396E589-AB3B-4F4B-880A-5F8A78F3D8FE}"/>
              </a:ext>
            </a:extLst>
          </p:cNvPr>
          <p:cNvSpPr/>
          <p:nvPr/>
        </p:nvSpPr>
        <p:spPr>
          <a:xfrm>
            <a:off x="3018185" y="5698580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03" name="Rectangle 502">
            <a:extLst>
              <a:ext uri="{FF2B5EF4-FFF2-40B4-BE49-F238E27FC236}">
                <a16:creationId xmlns:a16="http://schemas.microsoft.com/office/drawing/2014/main" id="{C448260F-640E-4A32-920E-2015FF61580F}"/>
              </a:ext>
            </a:extLst>
          </p:cNvPr>
          <p:cNvSpPr/>
          <p:nvPr/>
        </p:nvSpPr>
        <p:spPr>
          <a:xfrm>
            <a:off x="3140423" y="56985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04" name="Rectangle 503">
            <a:extLst>
              <a:ext uri="{FF2B5EF4-FFF2-40B4-BE49-F238E27FC236}">
                <a16:creationId xmlns:a16="http://schemas.microsoft.com/office/drawing/2014/main" id="{84B7C4F9-E7D6-4543-8A4D-EEBBA09EDB20}"/>
              </a:ext>
            </a:extLst>
          </p:cNvPr>
          <p:cNvSpPr/>
          <p:nvPr/>
        </p:nvSpPr>
        <p:spPr>
          <a:xfrm>
            <a:off x="3284885" y="5698580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05" name="Rectangle 504">
            <a:extLst>
              <a:ext uri="{FF2B5EF4-FFF2-40B4-BE49-F238E27FC236}">
                <a16:creationId xmlns:a16="http://schemas.microsoft.com/office/drawing/2014/main" id="{F0572097-D4E4-44D8-94BD-8D00181154B5}"/>
              </a:ext>
            </a:extLst>
          </p:cNvPr>
          <p:cNvSpPr/>
          <p:nvPr/>
        </p:nvSpPr>
        <p:spPr>
          <a:xfrm>
            <a:off x="2645123" y="56985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06" name="Rectangle 505">
            <a:extLst>
              <a:ext uri="{FF2B5EF4-FFF2-40B4-BE49-F238E27FC236}">
                <a16:creationId xmlns:a16="http://schemas.microsoft.com/office/drawing/2014/main" id="{225D6046-4888-4805-9E1D-E55ECE324FA6}"/>
              </a:ext>
            </a:extLst>
          </p:cNvPr>
          <p:cNvSpPr/>
          <p:nvPr/>
        </p:nvSpPr>
        <p:spPr>
          <a:xfrm>
            <a:off x="3521423" y="56985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07" name="Rectangle 506">
            <a:extLst>
              <a:ext uri="{FF2B5EF4-FFF2-40B4-BE49-F238E27FC236}">
                <a16:creationId xmlns:a16="http://schemas.microsoft.com/office/drawing/2014/main" id="{D003E5E2-F207-4381-B174-D0A4042AA82F}"/>
              </a:ext>
            </a:extLst>
          </p:cNvPr>
          <p:cNvSpPr/>
          <p:nvPr/>
        </p:nvSpPr>
        <p:spPr>
          <a:xfrm>
            <a:off x="3635723" y="56985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08" name="Rectangle 507">
            <a:extLst>
              <a:ext uri="{FF2B5EF4-FFF2-40B4-BE49-F238E27FC236}">
                <a16:creationId xmlns:a16="http://schemas.microsoft.com/office/drawing/2014/main" id="{75E216CC-2ED7-4A92-AB6D-173F90E923E7}"/>
              </a:ext>
            </a:extLst>
          </p:cNvPr>
          <p:cNvSpPr/>
          <p:nvPr/>
        </p:nvSpPr>
        <p:spPr>
          <a:xfrm>
            <a:off x="3780185" y="5698580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09" name="Rectangle 508">
            <a:extLst>
              <a:ext uri="{FF2B5EF4-FFF2-40B4-BE49-F238E27FC236}">
                <a16:creationId xmlns:a16="http://schemas.microsoft.com/office/drawing/2014/main" id="{7C248BF1-22D9-4D7A-AF76-882FE435FCDB}"/>
              </a:ext>
            </a:extLst>
          </p:cNvPr>
          <p:cNvSpPr/>
          <p:nvPr/>
        </p:nvSpPr>
        <p:spPr>
          <a:xfrm>
            <a:off x="3902423" y="56985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10" name="Rectangle 509">
            <a:extLst>
              <a:ext uri="{FF2B5EF4-FFF2-40B4-BE49-F238E27FC236}">
                <a16:creationId xmlns:a16="http://schemas.microsoft.com/office/drawing/2014/main" id="{CDEC416F-0355-423E-8885-E152EF902C1A}"/>
              </a:ext>
            </a:extLst>
          </p:cNvPr>
          <p:cNvSpPr/>
          <p:nvPr/>
        </p:nvSpPr>
        <p:spPr>
          <a:xfrm>
            <a:off x="4046885" y="5698580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11" name="Rectangle 510">
            <a:extLst>
              <a:ext uri="{FF2B5EF4-FFF2-40B4-BE49-F238E27FC236}">
                <a16:creationId xmlns:a16="http://schemas.microsoft.com/office/drawing/2014/main" id="{DA9374CB-99BC-4549-8D4B-B1AC6A53AA0F}"/>
              </a:ext>
            </a:extLst>
          </p:cNvPr>
          <p:cNvSpPr/>
          <p:nvPr/>
        </p:nvSpPr>
        <p:spPr>
          <a:xfrm>
            <a:off x="3407123" y="56985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12" name="Rectangle 511">
            <a:extLst>
              <a:ext uri="{FF2B5EF4-FFF2-40B4-BE49-F238E27FC236}">
                <a16:creationId xmlns:a16="http://schemas.microsoft.com/office/drawing/2014/main" id="{CFDCBE00-3228-4D67-941F-498CF51E9A7B}"/>
              </a:ext>
            </a:extLst>
          </p:cNvPr>
          <p:cNvSpPr/>
          <p:nvPr/>
        </p:nvSpPr>
        <p:spPr>
          <a:xfrm>
            <a:off x="4169123" y="56985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13" name="Rectangle 512">
            <a:extLst>
              <a:ext uri="{FF2B5EF4-FFF2-40B4-BE49-F238E27FC236}">
                <a16:creationId xmlns:a16="http://schemas.microsoft.com/office/drawing/2014/main" id="{8D1FA816-85D9-469C-9E6B-43871402CE96}"/>
              </a:ext>
            </a:extLst>
          </p:cNvPr>
          <p:cNvSpPr/>
          <p:nvPr/>
        </p:nvSpPr>
        <p:spPr>
          <a:xfrm>
            <a:off x="2759423" y="58509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0202CB43-DED1-4F65-B01B-C957E061545A}"/>
              </a:ext>
            </a:extLst>
          </p:cNvPr>
          <p:cNvSpPr/>
          <p:nvPr/>
        </p:nvSpPr>
        <p:spPr>
          <a:xfrm>
            <a:off x="2873723" y="58509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15" name="Rectangle 514">
            <a:extLst>
              <a:ext uri="{FF2B5EF4-FFF2-40B4-BE49-F238E27FC236}">
                <a16:creationId xmlns:a16="http://schemas.microsoft.com/office/drawing/2014/main" id="{71BB9426-9D8F-405C-BCDC-384BD5DF2717}"/>
              </a:ext>
            </a:extLst>
          </p:cNvPr>
          <p:cNvSpPr/>
          <p:nvPr/>
        </p:nvSpPr>
        <p:spPr>
          <a:xfrm>
            <a:off x="3018185" y="5850980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16" name="Rectangle 515">
            <a:extLst>
              <a:ext uri="{FF2B5EF4-FFF2-40B4-BE49-F238E27FC236}">
                <a16:creationId xmlns:a16="http://schemas.microsoft.com/office/drawing/2014/main" id="{BB70ABD6-2155-45BE-B44C-C8E68E05328E}"/>
              </a:ext>
            </a:extLst>
          </p:cNvPr>
          <p:cNvSpPr/>
          <p:nvPr/>
        </p:nvSpPr>
        <p:spPr>
          <a:xfrm>
            <a:off x="3140423" y="58509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6E24559C-B9B7-48F3-BD92-F04D54ABA079}"/>
              </a:ext>
            </a:extLst>
          </p:cNvPr>
          <p:cNvSpPr/>
          <p:nvPr/>
        </p:nvSpPr>
        <p:spPr>
          <a:xfrm>
            <a:off x="3284885" y="5850980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1D028DBC-3E27-410A-A642-7F746723F09E}"/>
              </a:ext>
            </a:extLst>
          </p:cNvPr>
          <p:cNvSpPr/>
          <p:nvPr/>
        </p:nvSpPr>
        <p:spPr>
          <a:xfrm>
            <a:off x="2645123" y="58509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7991EF69-301B-4E65-98D9-FAB58FC09BE5}"/>
              </a:ext>
            </a:extLst>
          </p:cNvPr>
          <p:cNvSpPr/>
          <p:nvPr/>
        </p:nvSpPr>
        <p:spPr>
          <a:xfrm>
            <a:off x="3521423" y="58509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20" name="Rectangle 519">
            <a:extLst>
              <a:ext uri="{FF2B5EF4-FFF2-40B4-BE49-F238E27FC236}">
                <a16:creationId xmlns:a16="http://schemas.microsoft.com/office/drawing/2014/main" id="{8A796FF0-A900-4007-98CB-84CD5AEA0318}"/>
              </a:ext>
            </a:extLst>
          </p:cNvPr>
          <p:cNvSpPr/>
          <p:nvPr/>
        </p:nvSpPr>
        <p:spPr>
          <a:xfrm>
            <a:off x="3635723" y="58509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21" name="Rectangle 520">
            <a:extLst>
              <a:ext uri="{FF2B5EF4-FFF2-40B4-BE49-F238E27FC236}">
                <a16:creationId xmlns:a16="http://schemas.microsoft.com/office/drawing/2014/main" id="{3EA3968F-BA03-48F7-AA45-515EF81B8895}"/>
              </a:ext>
            </a:extLst>
          </p:cNvPr>
          <p:cNvSpPr/>
          <p:nvPr/>
        </p:nvSpPr>
        <p:spPr>
          <a:xfrm>
            <a:off x="3780185" y="5850980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106FBF3D-6188-4573-B22D-D41BDB4E6652}"/>
              </a:ext>
            </a:extLst>
          </p:cNvPr>
          <p:cNvSpPr/>
          <p:nvPr/>
        </p:nvSpPr>
        <p:spPr>
          <a:xfrm>
            <a:off x="3902423" y="58509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23" name="Rectangle 522">
            <a:extLst>
              <a:ext uri="{FF2B5EF4-FFF2-40B4-BE49-F238E27FC236}">
                <a16:creationId xmlns:a16="http://schemas.microsoft.com/office/drawing/2014/main" id="{DE8831B9-6B54-43C8-B8E1-A0E56DD701D4}"/>
              </a:ext>
            </a:extLst>
          </p:cNvPr>
          <p:cNvSpPr/>
          <p:nvPr/>
        </p:nvSpPr>
        <p:spPr>
          <a:xfrm>
            <a:off x="4046885" y="5850980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24" name="Rectangle 523">
            <a:extLst>
              <a:ext uri="{FF2B5EF4-FFF2-40B4-BE49-F238E27FC236}">
                <a16:creationId xmlns:a16="http://schemas.microsoft.com/office/drawing/2014/main" id="{DAFE12AD-51F2-4C14-8AA2-755CC23136BB}"/>
              </a:ext>
            </a:extLst>
          </p:cNvPr>
          <p:cNvSpPr/>
          <p:nvPr/>
        </p:nvSpPr>
        <p:spPr>
          <a:xfrm>
            <a:off x="3407123" y="58509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25" name="Rectangle 524">
            <a:extLst>
              <a:ext uri="{FF2B5EF4-FFF2-40B4-BE49-F238E27FC236}">
                <a16:creationId xmlns:a16="http://schemas.microsoft.com/office/drawing/2014/main" id="{7FEE0185-1B7C-42F5-9A28-443224B7D6DA}"/>
              </a:ext>
            </a:extLst>
          </p:cNvPr>
          <p:cNvSpPr/>
          <p:nvPr/>
        </p:nvSpPr>
        <p:spPr>
          <a:xfrm>
            <a:off x="4169123" y="58509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7C623414-22FE-43B7-AD59-0865DC18851D}"/>
              </a:ext>
            </a:extLst>
          </p:cNvPr>
          <p:cNvSpPr/>
          <p:nvPr/>
        </p:nvSpPr>
        <p:spPr>
          <a:xfrm>
            <a:off x="2759423" y="60033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8BA3F855-782E-4EDB-9817-E433F5213F78}"/>
              </a:ext>
            </a:extLst>
          </p:cNvPr>
          <p:cNvSpPr/>
          <p:nvPr/>
        </p:nvSpPr>
        <p:spPr>
          <a:xfrm>
            <a:off x="2873723" y="60033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28" name="Rectangle 527">
            <a:extLst>
              <a:ext uri="{FF2B5EF4-FFF2-40B4-BE49-F238E27FC236}">
                <a16:creationId xmlns:a16="http://schemas.microsoft.com/office/drawing/2014/main" id="{5261055B-EB67-412B-88DA-90A4A65D29EB}"/>
              </a:ext>
            </a:extLst>
          </p:cNvPr>
          <p:cNvSpPr/>
          <p:nvPr/>
        </p:nvSpPr>
        <p:spPr>
          <a:xfrm>
            <a:off x="3018185" y="6003380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8CD006E2-9CA9-4E80-83F3-FD2E9693639E}"/>
              </a:ext>
            </a:extLst>
          </p:cNvPr>
          <p:cNvSpPr/>
          <p:nvPr/>
        </p:nvSpPr>
        <p:spPr>
          <a:xfrm>
            <a:off x="3140423" y="60033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30" name="Rectangle 529">
            <a:extLst>
              <a:ext uri="{FF2B5EF4-FFF2-40B4-BE49-F238E27FC236}">
                <a16:creationId xmlns:a16="http://schemas.microsoft.com/office/drawing/2014/main" id="{5E18DFAF-FD93-4F56-BF75-77619C4EDD72}"/>
              </a:ext>
            </a:extLst>
          </p:cNvPr>
          <p:cNvSpPr/>
          <p:nvPr/>
        </p:nvSpPr>
        <p:spPr>
          <a:xfrm>
            <a:off x="3284885" y="6003380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31" name="Rectangle 530">
            <a:extLst>
              <a:ext uri="{FF2B5EF4-FFF2-40B4-BE49-F238E27FC236}">
                <a16:creationId xmlns:a16="http://schemas.microsoft.com/office/drawing/2014/main" id="{DBC05B12-879E-4D3F-9634-A1AFA8A1C56D}"/>
              </a:ext>
            </a:extLst>
          </p:cNvPr>
          <p:cNvSpPr/>
          <p:nvPr/>
        </p:nvSpPr>
        <p:spPr>
          <a:xfrm>
            <a:off x="2645123" y="60033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32" name="Rectangle 531">
            <a:extLst>
              <a:ext uri="{FF2B5EF4-FFF2-40B4-BE49-F238E27FC236}">
                <a16:creationId xmlns:a16="http://schemas.microsoft.com/office/drawing/2014/main" id="{4E26AF73-E547-4F5D-B337-265CB6D1D219}"/>
              </a:ext>
            </a:extLst>
          </p:cNvPr>
          <p:cNvSpPr/>
          <p:nvPr/>
        </p:nvSpPr>
        <p:spPr>
          <a:xfrm>
            <a:off x="3521423" y="60033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33" name="Rectangle 532">
            <a:extLst>
              <a:ext uri="{FF2B5EF4-FFF2-40B4-BE49-F238E27FC236}">
                <a16:creationId xmlns:a16="http://schemas.microsoft.com/office/drawing/2014/main" id="{4964D6F4-BB4B-470C-9BF7-75431DDCEAAD}"/>
              </a:ext>
            </a:extLst>
          </p:cNvPr>
          <p:cNvSpPr/>
          <p:nvPr/>
        </p:nvSpPr>
        <p:spPr>
          <a:xfrm>
            <a:off x="3635723" y="60033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34" name="Rectangle 533">
            <a:extLst>
              <a:ext uri="{FF2B5EF4-FFF2-40B4-BE49-F238E27FC236}">
                <a16:creationId xmlns:a16="http://schemas.microsoft.com/office/drawing/2014/main" id="{74DBF471-D990-48CA-BC7E-F4EE73F2271E}"/>
              </a:ext>
            </a:extLst>
          </p:cNvPr>
          <p:cNvSpPr/>
          <p:nvPr/>
        </p:nvSpPr>
        <p:spPr>
          <a:xfrm>
            <a:off x="3780185" y="6003380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B955DA81-E69C-4CD8-B996-ABCD3C72B72C}"/>
              </a:ext>
            </a:extLst>
          </p:cNvPr>
          <p:cNvSpPr/>
          <p:nvPr/>
        </p:nvSpPr>
        <p:spPr>
          <a:xfrm>
            <a:off x="3902423" y="60033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36" name="Rectangle 535">
            <a:extLst>
              <a:ext uri="{FF2B5EF4-FFF2-40B4-BE49-F238E27FC236}">
                <a16:creationId xmlns:a16="http://schemas.microsoft.com/office/drawing/2014/main" id="{A45219C4-35BF-4FC0-9403-F9C909F2F444}"/>
              </a:ext>
            </a:extLst>
          </p:cNvPr>
          <p:cNvSpPr/>
          <p:nvPr/>
        </p:nvSpPr>
        <p:spPr>
          <a:xfrm>
            <a:off x="4046885" y="6003380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37" name="Rectangle 536">
            <a:extLst>
              <a:ext uri="{FF2B5EF4-FFF2-40B4-BE49-F238E27FC236}">
                <a16:creationId xmlns:a16="http://schemas.microsoft.com/office/drawing/2014/main" id="{A1229F70-E6FC-48EE-993E-7170284E46FC}"/>
              </a:ext>
            </a:extLst>
          </p:cNvPr>
          <p:cNvSpPr/>
          <p:nvPr/>
        </p:nvSpPr>
        <p:spPr>
          <a:xfrm>
            <a:off x="3407123" y="60033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38" name="Rectangle 537">
            <a:extLst>
              <a:ext uri="{FF2B5EF4-FFF2-40B4-BE49-F238E27FC236}">
                <a16:creationId xmlns:a16="http://schemas.microsoft.com/office/drawing/2014/main" id="{E8351BBC-302F-4EC9-87E9-47926EBD6790}"/>
              </a:ext>
            </a:extLst>
          </p:cNvPr>
          <p:cNvSpPr/>
          <p:nvPr/>
        </p:nvSpPr>
        <p:spPr>
          <a:xfrm>
            <a:off x="4169123" y="6003380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45" name="Rectangle 544">
            <a:extLst>
              <a:ext uri="{FF2B5EF4-FFF2-40B4-BE49-F238E27FC236}">
                <a16:creationId xmlns:a16="http://schemas.microsoft.com/office/drawing/2014/main" id="{902F2AC7-71F8-4E4D-B1B2-119E999C4D76}"/>
              </a:ext>
            </a:extLst>
          </p:cNvPr>
          <p:cNvSpPr/>
          <p:nvPr/>
        </p:nvSpPr>
        <p:spPr>
          <a:xfrm>
            <a:off x="5243860" y="32935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46" name="Rectangle 545">
            <a:extLst>
              <a:ext uri="{FF2B5EF4-FFF2-40B4-BE49-F238E27FC236}">
                <a16:creationId xmlns:a16="http://schemas.microsoft.com/office/drawing/2014/main" id="{949768A6-A607-4F83-AD90-82CF3A2F8A02}"/>
              </a:ext>
            </a:extLst>
          </p:cNvPr>
          <p:cNvSpPr/>
          <p:nvPr/>
        </p:nvSpPr>
        <p:spPr>
          <a:xfrm>
            <a:off x="5358160" y="32935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47" name="Rectangle 546">
            <a:extLst>
              <a:ext uri="{FF2B5EF4-FFF2-40B4-BE49-F238E27FC236}">
                <a16:creationId xmlns:a16="http://schemas.microsoft.com/office/drawing/2014/main" id="{6452E3D4-03FE-453C-822B-0DCF8E02FFD1}"/>
              </a:ext>
            </a:extLst>
          </p:cNvPr>
          <p:cNvSpPr/>
          <p:nvPr/>
        </p:nvSpPr>
        <p:spPr>
          <a:xfrm>
            <a:off x="5502623" y="32935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48" name="Rectangle 547">
            <a:extLst>
              <a:ext uri="{FF2B5EF4-FFF2-40B4-BE49-F238E27FC236}">
                <a16:creationId xmlns:a16="http://schemas.microsoft.com/office/drawing/2014/main" id="{10809D69-B204-4776-8764-9E82B8F7C43A}"/>
              </a:ext>
            </a:extLst>
          </p:cNvPr>
          <p:cNvSpPr/>
          <p:nvPr/>
        </p:nvSpPr>
        <p:spPr>
          <a:xfrm>
            <a:off x="5624860" y="32935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49" name="Rectangle 548">
            <a:extLst>
              <a:ext uri="{FF2B5EF4-FFF2-40B4-BE49-F238E27FC236}">
                <a16:creationId xmlns:a16="http://schemas.microsoft.com/office/drawing/2014/main" id="{6A399BFB-4E7A-47BB-AFCF-477893360035}"/>
              </a:ext>
            </a:extLst>
          </p:cNvPr>
          <p:cNvSpPr/>
          <p:nvPr/>
        </p:nvSpPr>
        <p:spPr>
          <a:xfrm>
            <a:off x="5769323" y="32935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0CF94765-88DD-4EE9-A19A-F7EF5B69D3E7}"/>
              </a:ext>
            </a:extLst>
          </p:cNvPr>
          <p:cNvSpPr/>
          <p:nvPr/>
        </p:nvSpPr>
        <p:spPr>
          <a:xfrm>
            <a:off x="5129560" y="32935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38341E89-3E2A-49C8-8633-8FC82F9221B9}"/>
              </a:ext>
            </a:extLst>
          </p:cNvPr>
          <p:cNvSpPr/>
          <p:nvPr/>
        </p:nvSpPr>
        <p:spPr>
          <a:xfrm>
            <a:off x="5891560" y="32935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58" name="Rectangle 557">
            <a:extLst>
              <a:ext uri="{FF2B5EF4-FFF2-40B4-BE49-F238E27FC236}">
                <a16:creationId xmlns:a16="http://schemas.microsoft.com/office/drawing/2014/main" id="{E9D7C102-73D9-44D6-9874-EE5D9AE995DA}"/>
              </a:ext>
            </a:extLst>
          </p:cNvPr>
          <p:cNvSpPr/>
          <p:nvPr/>
        </p:nvSpPr>
        <p:spPr>
          <a:xfrm>
            <a:off x="5235923" y="34459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59" name="Rectangle 558">
            <a:extLst>
              <a:ext uri="{FF2B5EF4-FFF2-40B4-BE49-F238E27FC236}">
                <a16:creationId xmlns:a16="http://schemas.microsoft.com/office/drawing/2014/main" id="{FF45398B-A00F-442C-99F4-3E2AEAC6CA7E}"/>
              </a:ext>
            </a:extLst>
          </p:cNvPr>
          <p:cNvSpPr/>
          <p:nvPr/>
        </p:nvSpPr>
        <p:spPr>
          <a:xfrm>
            <a:off x="5350223" y="34459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60" name="Rectangle 559">
            <a:extLst>
              <a:ext uri="{FF2B5EF4-FFF2-40B4-BE49-F238E27FC236}">
                <a16:creationId xmlns:a16="http://schemas.microsoft.com/office/drawing/2014/main" id="{E51226E0-941E-4CAD-8026-116F713D8A81}"/>
              </a:ext>
            </a:extLst>
          </p:cNvPr>
          <p:cNvSpPr/>
          <p:nvPr/>
        </p:nvSpPr>
        <p:spPr>
          <a:xfrm>
            <a:off x="5494685" y="34459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61" name="Rectangle 560">
            <a:extLst>
              <a:ext uri="{FF2B5EF4-FFF2-40B4-BE49-F238E27FC236}">
                <a16:creationId xmlns:a16="http://schemas.microsoft.com/office/drawing/2014/main" id="{04A5F8A3-C1C7-432D-B2E5-FCAC8E3B918E}"/>
              </a:ext>
            </a:extLst>
          </p:cNvPr>
          <p:cNvSpPr/>
          <p:nvPr/>
        </p:nvSpPr>
        <p:spPr>
          <a:xfrm>
            <a:off x="5616923" y="34459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62" name="Rectangle 561">
            <a:extLst>
              <a:ext uri="{FF2B5EF4-FFF2-40B4-BE49-F238E27FC236}">
                <a16:creationId xmlns:a16="http://schemas.microsoft.com/office/drawing/2014/main" id="{C34F6CFD-5E12-4955-9BA8-7800B6E8B6DD}"/>
              </a:ext>
            </a:extLst>
          </p:cNvPr>
          <p:cNvSpPr/>
          <p:nvPr/>
        </p:nvSpPr>
        <p:spPr>
          <a:xfrm>
            <a:off x="5761385" y="34459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63" name="Rectangle 562">
            <a:extLst>
              <a:ext uri="{FF2B5EF4-FFF2-40B4-BE49-F238E27FC236}">
                <a16:creationId xmlns:a16="http://schemas.microsoft.com/office/drawing/2014/main" id="{25FF1427-0BED-4BF2-9C52-CCA14A1099E0}"/>
              </a:ext>
            </a:extLst>
          </p:cNvPr>
          <p:cNvSpPr/>
          <p:nvPr/>
        </p:nvSpPr>
        <p:spPr>
          <a:xfrm>
            <a:off x="5121623" y="34459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64" name="Rectangle 563">
            <a:extLst>
              <a:ext uri="{FF2B5EF4-FFF2-40B4-BE49-F238E27FC236}">
                <a16:creationId xmlns:a16="http://schemas.microsoft.com/office/drawing/2014/main" id="{99EDE3AB-BFEF-49D2-B4B2-E0B7CA2473A0}"/>
              </a:ext>
            </a:extLst>
          </p:cNvPr>
          <p:cNvSpPr/>
          <p:nvPr/>
        </p:nvSpPr>
        <p:spPr>
          <a:xfrm>
            <a:off x="5883623" y="34459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71" name="Rectangle 570">
            <a:extLst>
              <a:ext uri="{FF2B5EF4-FFF2-40B4-BE49-F238E27FC236}">
                <a16:creationId xmlns:a16="http://schemas.microsoft.com/office/drawing/2014/main" id="{C02276ED-F9F3-41B7-AB9E-ADBD0F173FDA}"/>
              </a:ext>
            </a:extLst>
          </p:cNvPr>
          <p:cNvSpPr/>
          <p:nvPr/>
        </p:nvSpPr>
        <p:spPr>
          <a:xfrm>
            <a:off x="5243860" y="35983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E2CDB9FB-6589-4313-8A8C-7E85F98AC1D9}"/>
              </a:ext>
            </a:extLst>
          </p:cNvPr>
          <p:cNvSpPr/>
          <p:nvPr/>
        </p:nvSpPr>
        <p:spPr>
          <a:xfrm>
            <a:off x="5358160" y="35983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73" name="Rectangle 572">
            <a:extLst>
              <a:ext uri="{FF2B5EF4-FFF2-40B4-BE49-F238E27FC236}">
                <a16:creationId xmlns:a16="http://schemas.microsoft.com/office/drawing/2014/main" id="{46E7BA24-68E0-4FF5-AA28-554D7EAAE826}"/>
              </a:ext>
            </a:extLst>
          </p:cNvPr>
          <p:cNvSpPr/>
          <p:nvPr/>
        </p:nvSpPr>
        <p:spPr>
          <a:xfrm>
            <a:off x="5502623" y="35983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74" name="Rectangle 573">
            <a:extLst>
              <a:ext uri="{FF2B5EF4-FFF2-40B4-BE49-F238E27FC236}">
                <a16:creationId xmlns:a16="http://schemas.microsoft.com/office/drawing/2014/main" id="{5D8EE2AF-01D1-4CF6-9BF6-4A1F4393AFE1}"/>
              </a:ext>
            </a:extLst>
          </p:cNvPr>
          <p:cNvSpPr/>
          <p:nvPr/>
        </p:nvSpPr>
        <p:spPr>
          <a:xfrm>
            <a:off x="5624860" y="35983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75" name="Rectangle 574">
            <a:extLst>
              <a:ext uri="{FF2B5EF4-FFF2-40B4-BE49-F238E27FC236}">
                <a16:creationId xmlns:a16="http://schemas.microsoft.com/office/drawing/2014/main" id="{B1BEEDAE-15BF-4C88-95B3-B3BCE89322E5}"/>
              </a:ext>
            </a:extLst>
          </p:cNvPr>
          <p:cNvSpPr/>
          <p:nvPr/>
        </p:nvSpPr>
        <p:spPr>
          <a:xfrm>
            <a:off x="5769323" y="35983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76" name="Rectangle 575">
            <a:extLst>
              <a:ext uri="{FF2B5EF4-FFF2-40B4-BE49-F238E27FC236}">
                <a16:creationId xmlns:a16="http://schemas.microsoft.com/office/drawing/2014/main" id="{1CEDE59B-2BF2-4A0A-8C40-DCE3B4EFAE6C}"/>
              </a:ext>
            </a:extLst>
          </p:cNvPr>
          <p:cNvSpPr/>
          <p:nvPr/>
        </p:nvSpPr>
        <p:spPr>
          <a:xfrm>
            <a:off x="5129560" y="35983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77" name="Rectangle 576">
            <a:extLst>
              <a:ext uri="{FF2B5EF4-FFF2-40B4-BE49-F238E27FC236}">
                <a16:creationId xmlns:a16="http://schemas.microsoft.com/office/drawing/2014/main" id="{93BC8652-A4E0-40F2-85DA-228850579392}"/>
              </a:ext>
            </a:extLst>
          </p:cNvPr>
          <p:cNvSpPr/>
          <p:nvPr/>
        </p:nvSpPr>
        <p:spPr>
          <a:xfrm>
            <a:off x="5891560" y="35983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78" name="Rectangle 577">
            <a:extLst>
              <a:ext uri="{FF2B5EF4-FFF2-40B4-BE49-F238E27FC236}">
                <a16:creationId xmlns:a16="http://schemas.microsoft.com/office/drawing/2014/main" id="{2E7EA23B-02E9-4821-9728-7E19840A40EF}"/>
              </a:ext>
            </a:extLst>
          </p:cNvPr>
          <p:cNvSpPr/>
          <p:nvPr/>
        </p:nvSpPr>
        <p:spPr>
          <a:xfrm>
            <a:off x="4481860" y="37507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79" name="Rectangle 578">
            <a:extLst>
              <a:ext uri="{FF2B5EF4-FFF2-40B4-BE49-F238E27FC236}">
                <a16:creationId xmlns:a16="http://schemas.microsoft.com/office/drawing/2014/main" id="{9762913E-E17F-417B-B5C1-7B9A468EC752}"/>
              </a:ext>
            </a:extLst>
          </p:cNvPr>
          <p:cNvSpPr/>
          <p:nvPr/>
        </p:nvSpPr>
        <p:spPr>
          <a:xfrm>
            <a:off x="4596160" y="37507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80" name="Rectangle 579">
            <a:extLst>
              <a:ext uri="{FF2B5EF4-FFF2-40B4-BE49-F238E27FC236}">
                <a16:creationId xmlns:a16="http://schemas.microsoft.com/office/drawing/2014/main" id="{895C7B75-9FA4-4B28-AD52-AAACFB78A5B2}"/>
              </a:ext>
            </a:extLst>
          </p:cNvPr>
          <p:cNvSpPr/>
          <p:nvPr/>
        </p:nvSpPr>
        <p:spPr>
          <a:xfrm>
            <a:off x="4740623" y="37507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81" name="Rectangle 580">
            <a:extLst>
              <a:ext uri="{FF2B5EF4-FFF2-40B4-BE49-F238E27FC236}">
                <a16:creationId xmlns:a16="http://schemas.microsoft.com/office/drawing/2014/main" id="{44596169-F909-4426-8A3B-26AEDB55A0DE}"/>
              </a:ext>
            </a:extLst>
          </p:cNvPr>
          <p:cNvSpPr/>
          <p:nvPr/>
        </p:nvSpPr>
        <p:spPr>
          <a:xfrm>
            <a:off x="4862860" y="37507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82" name="Rectangle 581">
            <a:extLst>
              <a:ext uri="{FF2B5EF4-FFF2-40B4-BE49-F238E27FC236}">
                <a16:creationId xmlns:a16="http://schemas.microsoft.com/office/drawing/2014/main" id="{7F4768A9-8E33-4BD4-9D00-6047ED3C9BED}"/>
              </a:ext>
            </a:extLst>
          </p:cNvPr>
          <p:cNvSpPr/>
          <p:nvPr/>
        </p:nvSpPr>
        <p:spPr>
          <a:xfrm>
            <a:off x="5007323" y="37507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83" name="Rectangle 582">
            <a:extLst>
              <a:ext uri="{FF2B5EF4-FFF2-40B4-BE49-F238E27FC236}">
                <a16:creationId xmlns:a16="http://schemas.microsoft.com/office/drawing/2014/main" id="{097E9746-998D-4999-9AC9-824A9D2BE88B}"/>
              </a:ext>
            </a:extLst>
          </p:cNvPr>
          <p:cNvSpPr/>
          <p:nvPr/>
        </p:nvSpPr>
        <p:spPr>
          <a:xfrm>
            <a:off x="4367560" y="37507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84" name="Rectangle 583">
            <a:extLst>
              <a:ext uri="{FF2B5EF4-FFF2-40B4-BE49-F238E27FC236}">
                <a16:creationId xmlns:a16="http://schemas.microsoft.com/office/drawing/2014/main" id="{AA84FB82-A96C-40FB-841C-006A9B18954F}"/>
              </a:ext>
            </a:extLst>
          </p:cNvPr>
          <p:cNvSpPr/>
          <p:nvPr/>
        </p:nvSpPr>
        <p:spPr>
          <a:xfrm>
            <a:off x="5243860" y="37507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85" name="Rectangle 584">
            <a:extLst>
              <a:ext uri="{FF2B5EF4-FFF2-40B4-BE49-F238E27FC236}">
                <a16:creationId xmlns:a16="http://schemas.microsoft.com/office/drawing/2014/main" id="{CE746E24-64B9-4B9F-8F5A-D99121253DA7}"/>
              </a:ext>
            </a:extLst>
          </p:cNvPr>
          <p:cNvSpPr/>
          <p:nvPr/>
        </p:nvSpPr>
        <p:spPr>
          <a:xfrm>
            <a:off x="5358160" y="37507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B20875AC-B21C-4858-AF2D-C8961C81D83F}"/>
              </a:ext>
            </a:extLst>
          </p:cNvPr>
          <p:cNvSpPr/>
          <p:nvPr/>
        </p:nvSpPr>
        <p:spPr>
          <a:xfrm>
            <a:off x="5502623" y="37507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8669F0B4-BB4A-450D-979F-B976A5689863}"/>
              </a:ext>
            </a:extLst>
          </p:cNvPr>
          <p:cNvSpPr/>
          <p:nvPr/>
        </p:nvSpPr>
        <p:spPr>
          <a:xfrm>
            <a:off x="5624860" y="37507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D5FA4896-7857-48EA-83F6-01BCA0DCB4AE}"/>
              </a:ext>
            </a:extLst>
          </p:cNvPr>
          <p:cNvSpPr/>
          <p:nvPr/>
        </p:nvSpPr>
        <p:spPr>
          <a:xfrm>
            <a:off x="5769323" y="37507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1C834860-99F2-43BA-9F68-D1B969FE20B0}"/>
              </a:ext>
            </a:extLst>
          </p:cNvPr>
          <p:cNvSpPr/>
          <p:nvPr/>
        </p:nvSpPr>
        <p:spPr>
          <a:xfrm>
            <a:off x="5129560" y="37507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B51E22FC-054F-4F9C-968A-C6190AE94639}"/>
              </a:ext>
            </a:extLst>
          </p:cNvPr>
          <p:cNvSpPr/>
          <p:nvPr/>
        </p:nvSpPr>
        <p:spPr>
          <a:xfrm>
            <a:off x="5891560" y="37507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91" name="Rectangle 590">
            <a:extLst>
              <a:ext uri="{FF2B5EF4-FFF2-40B4-BE49-F238E27FC236}">
                <a16:creationId xmlns:a16="http://schemas.microsoft.com/office/drawing/2014/main" id="{61592AC4-FB0E-4647-B2CC-FE5E756B2444}"/>
              </a:ext>
            </a:extLst>
          </p:cNvPr>
          <p:cNvSpPr/>
          <p:nvPr/>
        </p:nvSpPr>
        <p:spPr>
          <a:xfrm>
            <a:off x="4473923" y="39031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C0CFA53A-8FF1-4F36-ACC6-9353B9625917}"/>
              </a:ext>
            </a:extLst>
          </p:cNvPr>
          <p:cNvSpPr/>
          <p:nvPr/>
        </p:nvSpPr>
        <p:spPr>
          <a:xfrm>
            <a:off x="4588223" y="39031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34E3736E-9786-47FB-9080-E151DC8D1D47}"/>
              </a:ext>
            </a:extLst>
          </p:cNvPr>
          <p:cNvSpPr/>
          <p:nvPr/>
        </p:nvSpPr>
        <p:spPr>
          <a:xfrm>
            <a:off x="4732685" y="39031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94" name="Rectangle 593">
            <a:extLst>
              <a:ext uri="{FF2B5EF4-FFF2-40B4-BE49-F238E27FC236}">
                <a16:creationId xmlns:a16="http://schemas.microsoft.com/office/drawing/2014/main" id="{0994809D-C79E-40B2-83FD-79A74282184F}"/>
              </a:ext>
            </a:extLst>
          </p:cNvPr>
          <p:cNvSpPr/>
          <p:nvPr/>
        </p:nvSpPr>
        <p:spPr>
          <a:xfrm>
            <a:off x="4854923" y="39031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95" name="Rectangle 594">
            <a:extLst>
              <a:ext uri="{FF2B5EF4-FFF2-40B4-BE49-F238E27FC236}">
                <a16:creationId xmlns:a16="http://schemas.microsoft.com/office/drawing/2014/main" id="{A73B0945-37A9-4AA3-ACAB-69652C277AB4}"/>
              </a:ext>
            </a:extLst>
          </p:cNvPr>
          <p:cNvSpPr/>
          <p:nvPr/>
        </p:nvSpPr>
        <p:spPr>
          <a:xfrm>
            <a:off x="4999385" y="39031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96" name="Rectangle 595">
            <a:extLst>
              <a:ext uri="{FF2B5EF4-FFF2-40B4-BE49-F238E27FC236}">
                <a16:creationId xmlns:a16="http://schemas.microsoft.com/office/drawing/2014/main" id="{A6F0F193-5BA0-4435-8E1E-A62234FE61E8}"/>
              </a:ext>
            </a:extLst>
          </p:cNvPr>
          <p:cNvSpPr/>
          <p:nvPr/>
        </p:nvSpPr>
        <p:spPr>
          <a:xfrm>
            <a:off x="4359623" y="39031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97" name="Rectangle 596">
            <a:extLst>
              <a:ext uri="{FF2B5EF4-FFF2-40B4-BE49-F238E27FC236}">
                <a16:creationId xmlns:a16="http://schemas.microsoft.com/office/drawing/2014/main" id="{1F2FD856-EDAE-4968-99E8-5C5C1D32ECFE}"/>
              </a:ext>
            </a:extLst>
          </p:cNvPr>
          <p:cNvSpPr/>
          <p:nvPr/>
        </p:nvSpPr>
        <p:spPr>
          <a:xfrm>
            <a:off x="5235923" y="39031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98" name="Rectangle 597">
            <a:extLst>
              <a:ext uri="{FF2B5EF4-FFF2-40B4-BE49-F238E27FC236}">
                <a16:creationId xmlns:a16="http://schemas.microsoft.com/office/drawing/2014/main" id="{673CEB75-2165-4575-A217-D786A3396F47}"/>
              </a:ext>
            </a:extLst>
          </p:cNvPr>
          <p:cNvSpPr/>
          <p:nvPr/>
        </p:nvSpPr>
        <p:spPr>
          <a:xfrm>
            <a:off x="5350223" y="39031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599" name="Rectangle 598">
            <a:extLst>
              <a:ext uri="{FF2B5EF4-FFF2-40B4-BE49-F238E27FC236}">
                <a16:creationId xmlns:a16="http://schemas.microsoft.com/office/drawing/2014/main" id="{E3C7864B-F78A-4085-A6CB-6BD1E84873D3}"/>
              </a:ext>
            </a:extLst>
          </p:cNvPr>
          <p:cNvSpPr/>
          <p:nvPr/>
        </p:nvSpPr>
        <p:spPr>
          <a:xfrm>
            <a:off x="5494685" y="39031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00" name="Rectangle 599">
            <a:extLst>
              <a:ext uri="{FF2B5EF4-FFF2-40B4-BE49-F238E27FC236}">
                <a16:creationId xmlns:a16="http://schemas.microsoft.com/office/drawing/2014/main" id="{DFFC3091-6772-4B70-9742-152AA7748597}"/>
              </a:ext>
            </a:extLst>
          </p:cNvPr>
          <p:cNvSpPr/>
          <p:nvPr/>
        </p:nvSpPr>
        <p:spPr>
          <a:xfrm>
            <a:off x="5616923" y="39031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01" name="Rectangle 600">
            <a:extLst>
              <a:ext uri="{FF2B5EF4-FFF2-40B4-BE49-F238E27FC236}">
                <a16:creationId xmlns:a16="http://schemas.microsoft.com/office/drawing/2014/main" id="{4FC295B2-0B14-4699-8BAD-46FD217519E2}"/>
              </a:ext>
            </a:extLst>
          </p:cNvPr>
          <p:cNvSpPr/>
          <p:nvPr/>
        </p:nvSpPr>
        <p:spPr>
          <a:xfrm>
            <a:off x="5761385" y="39031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02" name="Rectangle 601">
            <a:extLst>
              <a:ext uri="{FF2B5EF4-FFF2-40B4-BE49-F238E27FC236}">
                <a16:creationId xmlns:a16="http://schemas.microsoft.com/office/drawing/2014/main" id="{8EAC0AA7-6E66-4548-98B5-F1B5F6BE3115}"/>
              </a:ext>
            </a:extLst>
          </p:cNvPr>
          <p:cNvSpPr/>
          <p:nvPr/>
        </p:nvSpPr>
        <p:spPr>
          <a:xfrm>
            <a:off x="5121623" y="39031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03" name="Rectangle 602">
            <a:extLst>
              <a:ext uri="{FF2B5EF4-FFF2-40B4-BE49-F238E27FC236}">
                <a16:creationId xmlns:a16="http://schemas.microsoft.com/office/drawing/2014/main" id="{90ED53DA-9A5D-4CAB-B160-098171B701CF}"/>
              </a:ext>
            </a:extLst>
          </p:cNvPr>
          <p:cNvSpPr/>
          <p:nvPr/>
        </p:nvSpPr>
        <p:spPr>
          <a:xfrm>
            <a:off x="5883623" y="39031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04" name="Rectangle 603">
            <a:extLst>
              <a:ext uri="{FF2B5EF4-FFF2-40B4-BE49-F238E27FC236}">
                <a16:creationId xmlns:a16="http://schemas.microsoft.com/office/drawing/2014/main" id="{87FE7888-4F53-4EAE-BDE5-90B9319E3451}"/>
              </a:ext>
            </a:extLst>
          </p:cNvPr>
          <p:cNvSpPr/>
          <p:nvPr/>
        </p:nvSpPr>
        <p:spPr>
          <a:xfrm>
            <a:off x="4473923" y="40555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05" name="Rectangle 604">
            <a:extLst>
              <a:ext uri="{FF2B5EF4-FFF2-40B4-BE49-F238E27FC236}">
                <a16:creationId xmlns:a16="http://schemas.microsoft.com/office/drawing/2014/main" id="{4CB1B00F-EC81-49C2-99C7-2368113D4F0E}"/>
              </a:ext>
            </a:extLst>
          </p:cNvPr>
          <p:cNvSpPr/>
          <p:nvPr/>
        </p:nvSpPr>
        <p:spPr>
          <a:xfrm>
            <a:off x="4588223" y="40555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06" name="Rectangle 605">
            <a:extLst>
              <a:ext uri="{FF2B5EF4-FFF2-40B4-BE49-F238E27FC236}">
                <a16:creationId xmlns:a16="http://schemas.microsoft.com/office/drawing/2014/main" id="{5CE95A4C-371F-4CDE-A0F0-802D0049B4E9}"/>
              </a:ext>
            </a:extLst>
          </p:cNvPr>
          <p:cNvSpPr/>
          <p:nvPr/>
        </p:nvSpPr>
        <p:spPr>
          <a:xfrm>
            <a:off x="4732685" y="40555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07" name="Rectangle 606">
            <a:extLst>
              <a:ext uri="{FF2B5EF4-FFF2-40B4-BE49-F238E27FC236}">
                <a16:creationId xmlns:a16="http://schemas.microsoft.com/office/drawing/2014/main" id="{4E420448-2530-44C4-8CA8-A08397C3B71C}"/>
              </a:ext>
            </a:extLst>
          </p:cNvPr>
          <p:cNvSpPr/>
          <p:nvPr/>
        </p:nvSpPr>
        <p:spPr>
          <a:xfrm>
            <a:off x="4854923" y="40555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08" name="Rectangle 607">
            <a:extLst>
              <a:ext uri="{FF2B5EF4-FFF2-40B4-BE49-F238E27FC236}">
                <a16:creationId xmlns:a16="http://schemas.microsoft.com/office/drawing/2014/main" id="{B9D2B1AC-B2BD-4F11-AA46-CDA0412AD4B5}"/>
              </a:ext>
            </a:extLst>
          </p:cNvPr>
          <p:cNvSpPr/>
          <p:nvPr/>
        </p:nvSpPr>
        <p:spPr>
          <a:xfrm>
            <a:off x="4999385" y="40555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09" name="Rectangle 608">
            <a:extLst>
              <a:ext uri="{FF2B5EF4-FFF2-40B4-BE49-F238E27FC236}">
                <a16:creationId xmlns:a16="http://schemas.microsoft.com/office/drawing/2014/main" id="{6733DE9E-FC8F-4472-A30D-3E30478066CC}"/>
              </a:ext>
            </a:extLst>
          </p:cNvPr>
          <p:cNvSpPr/>
          <p:nvPr/>
        </p:nvSpPr>
        <p:spPr>
          <a:xfrm>
            <a:off x="4359623" y="40555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10" name="Rectangle 609">
            <a:extLst>
              <a:ext uri="{FF2B5EF4-FFF2-40B4-BE49-F238E27FC236}">
                <a16:creationId xmlns:a16="http://schemas.microsoft.com/office/drawing/2014/main" id="{79C0FB23-F07C-416E-B67B-94286BD8700A}"/>
              </a:ext>
            </a:extLst>
          </p:cNvPr>
          <p:cNvSpPr/>
          <p:nvPr/>
        </p:nvSpPr>
        <p:spPr>
          <a:xfrm>
            <a:off x="5235923" y="40555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F08AF237-57F0-47FE-8FF5-AF30558A5F51}"/>
              </a:ext>
            </a:extLst>
          </p:cNvPr>
          <p:cNvSpPr/>
          <p:nvPr/>
        </p:nvSpPr>
        <p:spPr>
          <a:xfrm>
            <a:off x="5350223" y="40555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12" name="Rectangle 611">
            <a:extLst>
              <a:ext uri="{FF2B5EF4-FFF2-40B4-BE49-F238E27FC236}">
                <a16:creationId xmlns:a16="http://schemas.microsoft.com/office/drawing/2014/main" id="{237F4BFD-BD14-486E-952B-2AAC532AB215}"/>
              </a:ext>
            </a:extLst>
          </p:cNvPr>
          <p:cNvSpPr/>
          <p:nvPr/>
        </p:nvSpPr>
        <p:spPr>
          <a:xfrm>
            <a:off x="5494685" y="40555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13" name="Rectangle 612">
            <a:extLst>
              <a:ext uri="{FF2B5EF4-FFF2-40B4-BE49-F238E27FC236}">
                <a16:creationId xmlns:a16="http://schemas.microsoft.com/office/drawing/2014/main" id="{8401D3E1-CAF9-4BD3-8EDD-15AE717AAFB6}"/>
              </a:ext>
            </a:extLst>
          </p:cNvPr>
          <p:cNvSpPr/>
          <p:nvPr/>
        </p:nvSpPr>
        <p:spPr>
          <a:xfrm>
            <a:off x="5616923" y="40555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14" name="Rectangle 613">
            <a:extLst>
              <a:ext uri="{FF2B5EF4-FFF2-40B4-BE49-F238E27FC236}">
                <a16:creationId xmlns:a16="http://schemas.microsoft.com/office/drawing/2014/main" id="{4D90EC5F-9ECB-4286-9751-1F8538429E00}"/>
              </a:ext>
            </a:extLst>
          </p:cNvPr>
          <p:cNvSpPr/>
          <p:nvPr/>
        </p:nvSpPr>
        <p:spPr>
          <a:xfrm>
            <a:off x="5761385" y="40555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290A1AA4-5D3D-4199-A9DE-CE32421F0892}"/>
              </a:ext>
            </a:extLst>
          </p:cNvPr>
          <p:cNvSpPr/>
          <p:nvPr/>
        </p:nvSpPr>
        <p:spPr>
          <a:xfrm>
            <a:off x="5121623" y="40555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16" name="Rectangle 615">
            <a:extLst>
              <a:ext uri="{FF2B5EF4-FFF2-40B4-BE49-F238E27FC236}">
                <a16:creationId xmlns:a16="http://schemas.microsoft.com/office/drawing/2014/main" id="{3D82793F-2A55-4431-ACD1-59D3A1C8301E}"/>
              </a:ext>
            </a:extLst>
          </p:cNvPr>
          <p:cNvSpPr/>
          <p:nvPr/>
        </p:nvSpPr>
        <p:spPr>
          <a:xfrm>
            <a:off x="5883623" y="40555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4A047D20-319F-4E30-A191-0962E9058EC6}"/>
              </a:ext>
            </a:extLst>
          </p:cNvPr>
          <p:cNvSpPr/>
          <p:nvPr/>
        </p:nvSpPr>
        <p:spPr>
          <a:xfrm>
            <a:off x="4473923" y="42158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18" name="Rectangle 617">
            <a:extLst>
              <a:ext uri="{FF2B5EF4-FFF2-40B4-BE49-F238E27FC236}">
                <a16:creationId xmlns:a16="http://schemas.microsoft.com/office/drawing/2014/main" id="{15A85070-8493-426A-9D8C-EF5EB565092D}"/>
              </a:ext>
            </a:extLst>
          </p:cNvPr>
          <p:cNvSpPr/>
          <p:nvPr/>
        </p:nvSpPr>
        <p:spPr>
          <a:xfrm>
            <a:off x="4588223" y="42158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19" name="Rectangle 618">
            <a:extLst>
              <a:ext uri="{FF2B5EF4-FFF2-40B4-BE49-F238E27FC236}">
                <a16:creationId xmlns:a16="http://schemas.microsoft.com/office/drawing/2014/main" id="{DAC4ADFD-72A6-4CF6-99E7-94B98BCEBBD0}"/>
              </a:ext>
            </a:extLst>
          </p:cNvPr>
          <p:cNvSpPr/>
          <p:nvPr/>
        </p:nvSpPr>
        <p:spPr>
          <a:xfrm>
            <a:off x="4732685" y="4215855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20" name="Rectangle 619">
            <a:extLst>
              <a:ext uri="{FF2B5EF4-FFF2-40B4-BE49-F238E27FC236}">
                <a16:creationId xmlns:a16="http://schemas.microsoft.com/office/drawing/2014/main" id="{B5B854CB-310F-4398-9211-ABA352520FAE}"/>
              </a:ext>
            </a:extLst>
          </p:cNvPr>
          <p:cNvSpPr/>
          <p:nvPr/>
        </p:nvSpPr>
        <p:spPr>
          <a:xfrm>
            <a:off x="4854923" y="42158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21" name="Rectangle 620">
            <a:extLst>
              <a:ext uri="{FF2B5EF4-FFF2-40B4-BE49-F238E27FC236}">
                <a16:creationId xmlns:a16="http://schemas.microsoft.com/office/drawing/2014/main" id="{9F6BFE3A-9A4A-4B52-8221-8CFF17E0652A}"/>
              </a:ext>
            </a:extLst>
          </p:cNvPr>
          <p:cNvSpPr/>
          <p:nvPr/>
        </p:nvSpPr>
        <p:spPr>
          <a:xfrm>
            <a:off x="4999385" y="4215855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22" name="Rectangle 621">
            <a:extLst>
              <a:ext uri="{FF2B5EF4-FFF2-40B4-BE49-F238E27FC236}">
                <a16:creationId xmlns:a16="http://schemas.microsoft.com/office/drawing/2014/main" id="{E9F7D311-55CE-462D-A80A-F66DB75AA0CD}"/>
              </a:ext>
            </a:extLst>
          </p:cNvPr>
          <p:cNvSpPr/>
          <p:nvPr/>
        </p:nvSpPr>
        <p:spPr>
          <a:xfrm>
            <a:off x="4359623" y="42158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23" name="Rectangle 622">
            <a:extLst>
              <a:ext uri="{FF2B5EF4-FFF2-40B4-BE49-F238E27FC236}">
                <a16:creationId xmlns:a16="http://schemas.microsoft.com/office/drawing/2014/main" id="{97D6279D-0017-41C2-B9A2-9B24FDFF7AD9}"/>
              </a:ext>
            </a:extLst>
          </p:cNvPr>
          <p:cNvSpPr/>
          <p:nvPr/>
        </p:nvSpPr>
        <p:spPr>
          <a:xfrm>
            <a:off x="5235923" y="42158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24" name="Rectangle 623">
            <a:extLst>
              <a:ext uri="{FF2B5EF4-FFF2-40B4-BE49-F238E27FC236}">
                <a16:creationId xmlns:a16="http://schemas.microsoft.com/office/drawing/2014/main" id="{BCEB459E-FAB9-46E7-AF5F-37A1EEF82677}"/>
              </a:ext>
            </a:extLst>
          </p:cNvPr>
          <p:cNvSpPr/>
          <p:nvPr/>
        </p:nvSpPr>
        <p:spPr>
          <a:xfrm>
            <a:off x="5350223" y="42158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25" name="Rectangle 624">
            <a:extLst>
              <a:ext uri="{FF2B5EF4-FFF2-40B4-BE49-F238E27FC236}">
                <a16:creationId xmlns:a16="http://schemas.microsoft.com/office/drawing/2014/main" id="{314C601A-7F66-4123-8A03-D0B40D56A1A0}"/>
              </a:ext>
            </a:extLst>
          </p:cNvPr>
          <p:cNvSpPr/>
          <p:nvPr/>
        </p:nvSpPr>
        <p:spPr>
          <a:xfrm>
            <a:off x="5494685" y="4215855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26" name="Rectangle 625">
            <a:extLst>
              <a:ext uri="{FF2B5EF4-FFF2-40B4-BE49-F238E27FC236}">
                <a16:creationId xmlns:a16="http://schemas.microsoft.com/office/drawing/2014/main" id="{18BDE96C-ED72-49A8-938B-18F411CA40B1}"/>
              </a:ext>
            </a:extLst>
          </p:cNvPr>
          <p:cNvSpPr/>
          <p:nvPr/>
        </p:nvSpPr>
        <p:spPr>
          <a:xfrm>
            <a:off x="5616923" y="42158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27" name="Rectangle 626">
            <a:extLst>
              <a:ext uri="{FF2B5EF4-FFF2-40B4-BE49-F238E27FC236}">
                <a16:creationId xmlns:a16="http://schemas.microsoft.com/office/drawing/2014/main" id="{08F11386-8BA3-4828-B63C-9F8B88E57CAD}"/>
              </a:ext>
            </a:extLst>
          </p:cNvPr>
          <p:cNvSpPr/>
          <p:nvPr/>
        </p:nvSpPr>
        <p:spPr>
          <a:xfrm>
            <a:off x="5761385" y="4215855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28" name="Rectangle 627">
            <a:extLst>
              <a:ext uri="{FF2B5EF4-FFF2-40B4-BE49-F238E27FC236}">
                <a16:creationId xmlns:a16="http://schemas.microsoft.com/office/drawing/2014/main" id="{5B1492C3-5A72-4465-9977-694BDA37F6BB}"/>
              </a:ext>
            </a:extLst>
          </p:cNvPr>
          <p:cNvSpPr/>
          <p:nvPr/>
        </p:nvSpPr>
        <p:spPr>
          <a:xfrm>
            <a:off x="5121623" y="42158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29" name="Rectangle 628">
            <a:extLst>
              <a:ext uri="{FF2B5EF4-FFF2-40B4-BE49-F238E27FC236}">
                <a16:creationId xmlns:a16="http://schemas.microsoft.com/office/drawing/2014/main" id="{D86E61D9-67F4-4651-A2AE-006646D8545D}"/>
              </a:ext>
            </a:extLst>
          </p:cNvPr>
          <p:cNvSpPr/>
          <p:nvPr/>
        </p:nvSpPr>
        <p:spPr>
          <a:xfrm>
            <a:off x="5883623" y="42158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30" name="Rectangle 629">
            <a:extLst>
              <a:ext uri="{FF2B5EF4-FFF2-40B4-BE49-F238E27FC236}">
                <a16:creationId xmlns:a16="http://schemas.microsoft.com/office/drawing/2014/main" id="{A31D8829-0F09-47B4-9DB8-999540CFC40F}"/>
              </a:ext>
            </a:extLst>
          </p:cNvPr>
          <p:cNvSpPr/>
          <p:nvPr/>
        </p:nvSpPr>
        <p:spPr>
          <a:xfrm>
            <a:off x="4473923" y="43682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31" name="Rectangle 630">
            <a:extLst>
              <a:ext uri="{FF2B5EF4-FFF2-40B4-BE49-F238E27FC236}">
                <a16:creationId xmlns:a16="http://schemas.microsoft.com/office/drawing/2014/main" id="{7CD89E69-12BE-43E7-82E1-47C8860472B1}"/>
              </a:ext>
            </a:extLst>
          </p:cNvPr>
          <p:cNvSpPr/>
          <p:nvPr/>
        </p:nvSpPr>
        <p:spPr>
          <a:xfrm>
            <a:off x="4588223" y="43682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32" name="Rectangle 631">
            <a:extLst>
              <a:ext uri="{FF2B5EF4-FFF2-40B4-BE49-F238E27FC236}">
                <a16:creationId xmlns:a16="http://schemas.microsoft.com/office/drawing/2014/main" id="{0AFA3474-C13B-4D63-B9B6-9551DA136900}"/>
              </a:ext>
            </a:extLst>
          </p:cNvPr>
          <p:cNvSpPr/>
          <p:nvPr/>
        </p:nvSpPr>
        <p:spPr>
          <a:xfrm>
            <a:off x="4732685" y="4368255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33" name="Rectangle 632">
            <a:extLst>
              <a:ext uri="{FF2B5EF4-FFF2-40B4-BE49-F238E27FC236}">
                <a16:creationId xmlns:a16="http://schemas.microsoft.com/office/drawing/2014/main" id="{879EEFDD-6239-47EE-90F2-F9CE2BE16AF8}"/>
              </a:ext>
            </a:extLst>
          </p:cNvPr>
          <p:cNvSpPr/>
          <p:nvPr/>
        </p:nvSpPr>
        <p:spPr>
          <a:xfrm>
            <a:off x="4854923" y="43682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34" name="Rectangle 633">
            <a:extLst>
              <a:ext uri="{FF2B5EF4-FFF2-40B4-BE49-F238E27FC236}">
                <a16:creationId xmlns:a16="http://schemas.microsoft.com/office/drawing/2014/main" id="{537171FA-0F1E-4995-ABCA-C459CD4269BA}"/>
              </a:ext>
            </a:extLst>
          </p:cNvPr>
          <p:cNvSpPr/>
          <p:nvPr/>
        </p:nvSpPr>
        <p:spPr>
          <a:xfrm>
            <a:off x="4999385" y="4368255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35" name="Rectangle 634">
            <a:extLst>
              <a:ext uri="{FF2B5EF4-FFF2-40B4-BE49-F238E27FC236}">
                <a16:creationId xmlns:a16="http://schemas.microsoft.com/office/drawing/2014/main" id="{535C98AA-1FA5-4289-A67E-DEB260B3FC12}"/>
              </a:ext>
            </a:extLst>
          </p:cNvPr>
          <p:cNvSpPr/>
          <p:nvPr/>
        </p:nvSpPr>
        <p:spPr>
          <a:xfrm>
            <a:off x="4359623" y="43682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36" name="Rectangle 635">
            <a:extLst>
              <a:ext uri="{FF2B5EF4-FFF2-40B4-BE49-F238E27FC236}">
                <a16:creationId xmlns:a16="http://schemas.microsoft.com/office/drawing/2014/main" id="{C5862B83-8E18-4C96-AAE1-CB7F01FCA787}"/>
              </a:ext>
            </a:extLst>
          </p:cNvPr>
          <p:cNvSpPr/>
          <p:nvPr/>
        </p:nvSpPr>
        <p:spPr>
          <a:xfrm>
            <a:off x="5235923" y="43682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37" name="Rectangle 636">
            <a:extLst>
              <a:ext uri="{FF2B5EF4-FFF2-40B4-BE49-F238E27FC236}">
                <a16:creationId xmlns:a16="http://schemas.microsoft.com/office/drawing/2014/main" id="{C24C5CB2-0E48-46A2-B6F5-54854C6AF8D3}"/>
              </a:ext>
            </a:extLst>
          </p:cNvPr>
          <p:cNvSpPr/>
          <p:nvPr/>
        </p:nvSpPr>
        <p:spPr>
          <a:xfrm>
            <a:off x="5350223" y="43682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38" name="Rectangle 637">
            <a:extLst>
              <a:ext uri="{FF2B5EF4-FFF2-40B4-BE49-F238E27FC236}">
                <a16:creationId xmlns:a16="http://schemas.microsoft.com/office/drawing/2014/main" id="{E0B4B5BD-ADB9-49DC-A254-5DDD3ABAF514}"/>
              </a:ext>
            </a:extLst>
          </p:cNvPr>
          <p:cNvSpPr/>
          <p:nvPr/>
        </p:nvSpPr>
        <p:spPr>
          <a:xfrm>
            <a:off x="5494685" y="4368255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39" name="Rectangle 638">
            <a:extLst>
              <a:ext uri="{FF2B5EF4-FFF2-40B4-BE49-F238E27FC236}">
                <a16:creationId xmlns:a16="http://schemas.microsoft.com/office/drawing/2014/main" id="{E0B7F834-95AF-454C-BB1C-BF1494A95EC4}"/>
              </a:ext>
            </a:extLst>
          </p:cNvPr>
          <p:cNvSpPr/>
          <p:nvPr/>
        </p:nvSpPr>
        <p:spPr>
          <a:xfrm>
            <a:off x="5616923" y="43682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40" name="Rectangle 639">
            <a:extLst>
              <a:ext uri="{FF2B5EF4-FFF2-40B4-BE49-F238E27FC236}">
                <a16:creationId xmlns:a16="http://schemas.microsoft.com/office/drawing/2014/main" id="{BD7C1E50-33A4-4E8C-9D74-47A7C958D751}"/>
              </a:ext>
            </a:extLst>
          </p:cNvPr>
          <p:cNvSpPr/>
          <p:nvPr/>
        </p:nvSpPr>
        <p:spPr>
          <a:xfrm>
            <a:off x="5761385" y="4368255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41" name="Rectangle 640">
            <a:extLst>
              <a:ext uri="{FF2B5EF4-FFF2-40B4-BE49-F238E27FC236}">
                <a16:creationId xmlns:a16="http://schemas.microsoft.com/office/drawing/2014/main" id="{0851F399-5BEC-48C0-BB79-DDE3B55EA6DA}"/>
              </a:ext>
            </a:extLst>
          </p:cNvPr>
          <p:cNvSpPr/>
          <p:nvPr/>
        </p:nvSpPr>
        <p:spPr>
          <a:xfrm>
            <a:off x="5121623" y="43682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42" name="Rectangle 641">
            <a:extLst>
              <a:ext uri="{FF2B5EF4-FFF2-40B4-BE49-F238E27FC236}">
                <a16:creationId xmlns:a16="http://schemas.microsoft.com/office/drawing/2014/main" id="{E9330097-CFD8-44ED-9B80-A864705DEE64}"/>
              </a:ext>
            </a:extLst>
          </p:cNvPr>
          <p:cNvSpPr/>
          <p:nvPr/>
        </p:nvSpPr>
        <p:spPr>
          <a:xfrm>
            <a:off x="5883623" y="43682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43" name="Rectangle 642">
            <a:extLst>
              <a:ext uri="{FF2B5EF4-FFF2-40B4-BE49-F238E27FC236}">
                <a16:creationId xmlns:a16="http://schemas.microsoft.com/office/drawing/2014/main" id="{505BE28A-2ED7-4AAE-8B57-78A22DDE80BB}"/>
              </a:ext>
            </a:extLst>
          </p:cNvPr>
          <p:cNvSpPr/>
          <p:nvPr/>
        </p:nvSpPr>
        <p:spPr>
          <a:xfrm>
            <a:off x="4473923" y="45206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44" name="Rectangle 643">
            <a:extLst>
              <a:ext uri="{FF2B5EF4-FFF2-40B4-BE49-F238E27FC236}">
                <a16:creationId xmlns:a16="http://schemas.microsoft.com/office/drawing/2014/main" id="{2726D745-4B2F-46D5-9851-988CEBD5AE5D}"/>
              </a:ext>
            </a:extLst>
          </p:cNvPr>
          <p:cNvSpPr/>
          <p:nvPr/>
        </p:nvSpPr>
        <p:spPr>
          <a:xfrm>
            <a:off x="4588223" y="45206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45" name="Rectangle 644">
            <a:extLst>
              <a:ext uri="{FF2B5EF4-FFF2-40B4-BE49-F238E27FC236}">
                <a16:creationId xmlns:a16="http://schemas.microsoft.com/office/drawing/2014/main" id="{D605B5E4-760E-405C-8D5F-E02CBB0ABFA5}"/>
              </a:ext>
            </a:extLst>
          </p:cNvPr>
          <p:cNvSpPr/>
          <p:nvPr/>
        </p:nvSpPr>
        <p:spPr>
          <a:xfrm>
            <a:off x="4732685" y="4520655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46" name="Rectangle 645">
            <a:extLst>
              <a:ext uri="{FF2B5EF4-FFF2-40B4-BE49-F238E27FC236}">
                <a16:creationId xmlns:a16="http://schemas.microsoft.com/office/drawing/2014/main" id="{3C714DB9-CD37-40E7-84E3-96BB084A0153}"/>
              </a:ext>
            </a:extLst>
          </p:cNvPr>
          <p:cNvSpPr/>
          <p:nvPr/>
        </p:nvSpPr>
        <p:spPr>
          <a:xfrm>
            <a:off x="4854923" y="45206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47" name="Rectangle 646">
            <a:extLst>
              <a:ext uri="{FF2B5EF4-FFF2-40B4-BE49-F238E27FC236}">
                <a16:creationId xmlns:a16="http://schemas.microsoft.com/office/drawing/2014/main" id="{7DD5EB4E-C145-444D-B06F-61279D943A19}"/>
              </a:ext>
            </a:extLst>
          </p:cNvPr>
          <p:cNvSpPr/>
          <p:nvPr/>
        </p:nvSpPr>
        <p:spPr>
          <a:xfrm>
            <a:off x="4999385" y="4520655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48" name="Rectangle 647">
            <a:extLst>
              <a:ext uri="{FF2B5EF4-FFF2-40B4-BE49-F238E27FC236}">
                <a16:creationId xmlns:a16="http://schemas.microsoft.com/office/drawing/2014/main" id="{D6BB378F-1141-4809-9053-362A3E03E226}"/>
              </a:ext>
            </a:extLst>
          </p:cNvPr>
          <p:cNvSpPr/>
          <p:nvPr/>
        </p:nvSpPr>
        <p:spPr>
          <a:xfrm>
            <a:off x="4359623" y="45206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49" name="Rectangle 648">
            <a:extLst>
              <a:ext uri="{FF2B5EF4-FFF2-40B4-BE49-F238E27FC236}">
                <a16:creationId xmlns:a16="http://schemas.microsoft.com/office/drawing/2014/main" id="{9B44E2A6-83C6-45D2-A159-76D84516CEA6}"/>
              </a:ext>
            </a:extLst>
          </p:cNvPr>
          <p:cNvSpPr/>
          <p:nvPr/>
        </p:nvSpPr>
        <p:spPr>
          <a:xfrm>
            <a:off x="5235923" y="45206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50" name="Rectangle 649">
            <a:extLst>
              <a:ext uri="{FF2B5EF4-FFF2-40B4-BE49-F238E27FC236}">
                <a16:creationId xmlns:a16="http://schemas.microsoft.com/office/drawing/2014/main" id="{A1C0AF43-AA3C-48BA-BECC-9AE3183B25C1}"/>
              </a:ext>
            </a:extLst>
          </p:cNvPr>
          <p:cNvSpPr/>
          <p:nvPr/>
        </p:nvSpPr>
        <p:spPr>
          <a:xfrm>
            <a:off x="5350223" y="45206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51" name="Rectangle 650">
            <a:extLst>
              <a:ext uri="{FF2B5EF4-FFF2-40B4-BE49-F238E27FC236}">
                <a16:creationId xmlns:a16="http://schemas.microsoft.com/office/drawing/2014/main" id="{28B3EE45-FB71-410E-B1CE-0A6C14434B69}"/>
              </a:ext>
            </a:extLst>
          </p:cNvPr>
          <p:cNvSpPr/>
          <p:nvPr/>
        </p:nvSpPr>
        <p:spPr>
          <a:xfrm>
            <a:off x="5494685" y="4520655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52" name="Rectangle 651">
            <a:extLst>
              <a:ext uri="{FF2B5EF4-FFF2-40B4-BE49-F238E27FC236}">
                <a16:creationId xmlns:a16="http://schemas.microsoft.com/office/drawing/2014/main" id="{F83C53C0-4BC6-4325-90A0-5921DBF05085}"/>
              </a:ext>
            </a:extLst>
          </p:cNvPr>
          <p:cNvSpPr/>
          <p:nvPr/>
        </p:nvSpPr>
        <p:spPr>
          <a:xfrm>
            <a:off x="5616923" y="45206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761411CF-96F6-42A5-B732-8C9E3807BFFA}"/>
              </a:ext>
            </a:extLst>
          </p:cNvPr>
          <p:cNvSpPr/>
          <p:nvPr/>
        </p:nvSpPr>
        <p:spPr>
          <a:xfrm>
            <a:off x="5761385" y="4520655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54" name="Rectangle 653">
            <a:extLst>
              <a:ext uri="{FF2B5EF4-FFF2-40B4-BE49-F238E27FC236}">
                <a16:creationId xmlns:a16="http://schemas.microsoft.com/office/drawing/2014/main" id="{8FA9E0E9-E8D1-43B7-8B9F-3967BD2CED5E}"/>
              </a:ext>
            </a:extLst>
          </p:cNvPr>
          <p:cNvSpPr/>
          <p:nvPr/>
        </p:nvSpPr>
        <p:spPr>
          <a:xfrm>
            <a:off x="5121623" y="45206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6B780AFA-EDDD-4206-B457-D9D20EF0E822}"/>
              </a:ext>
            </a:extLst>
          </p:cNvPr>
          <p:cNvSpPr/>
          <p:nvPr/>
        </p:nvSpPr>
        <p:spPr>
          <a:xfrm>
            <a:off x="5883623" y="45206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56" name="Rectangle 655">
            <a:extLst>
              <a:ext uri="{FF2B5EF4-FFF2-40B4-BE49-F238E27FC236}">
                <a16:creationId xmlns:a16="http://schemas.microsoft.com/office/drawing/2014/main" id="{282CC267-8DFA-4CD6-89D7-96D1E82838F1}"/>
              </a:ext>
            </a:extLst>
          </p:cNvPr>
          <p:cNvSpPr/>
          <p:nvPr/>
        </p:nvSpPr>
        <p:spPr>
          <a:xfrm>
            <a:off x="4481860" y="47794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57" name="Rectangle 656">
            <a:extLst>
              <a:ext uri="{FF2B5EF4-FFF2-40B4-BE49-F238E27FC236}">
                <a16:creationId xmlns:a16="http://schemas.microsoft.com/office/drawing/2014/main" id="{1E551A29-84F5-434F-A0F0-7174E6B79DFB}"/>
              </a:ext>
            </a:extLst>
          </p:cNvPr>
          <p:cNvSpPr/>
          <p:nvPr/>
        </p:nvSpPr>
        <p:spPr>
          <a:xfrm>
            <a:off x="4596160" y="47794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58" name="Rectangle 657">
            <a:extLst>
              <a:ext uri="{FF2B5EF4-FFF2-40B4-BE49-F238E27FC236}">
                <a16:creationId xmlns:a16="http://schemas.microsoft.com/office/drawing/2014/main" id="{717B458D-46EB-4E77-8169-D8E208DE5C88}"/>
              </a:ext>
            </a:extLst>
          </p:cNvPr>
          <p:cNvSpPr/>
          <p:nvPr/>
        </p:nvSpPr>
        <p:spPr>
          <a:xfrm>
            <a:off x="4740623" y="47794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59" name="Rectangle 658">
            <a:extLst>
              <a:ext uri="{FF2B5EF4-FFF2-40B4-BE49-F238E27FC236}">
                <a16:creationId xmlns:a16="http://schemas.microsoft.com/office/drawing/2014/main" id="{0A633606-F666-4F5E-A29A-9802163B0BBB}"/>
              </a:ext>
            </a:extLst>
          </p:cNvPr>
          <p:cNvSpPr/>
          <p:nvPr/>
        </p:nvSpPr>
        <p:spPr>
          <a:xfrm>
            <a:off x="4862860" y="47794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60" name="Rectangle 659">
            <a:extLst>
              <a:ext uri="{FF2B5EF4-FFF2-40B4-BE49-F238E27FC236}">
                <a16:creationId xmlns:a16="http://schemas.microsoft.com/office/drawing/2014/main" id="{76BF35B2-6519-463D-9E45-25383B6B2A4A}"/>
              </a:ext>
            </a:extLst>
          </p:cNvPr>
          <p:cNvSpPr/>
          <p:nvPr/>
        </p:nvSpPr>
        <p:spPr>
          <a:xfrm>
            <a:off x="5007323" y="47794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61" name="Rectangle 660">
            <a:extLst>
              <a:ext uri="{FF2B5EF4-FFF2-40B4-BE49-F238E27FC236}">
                <a16:creationId xmlns:a16="http://schemas.microsoft.com/office/drawing/2014/main" id="{94833CB0-6BEA-42A3-868C-7E5BDBEEE1E6}"/>
              </a:ext>
            </a:extLst>
          </p:cNvPr>
          <p:cNvSpPr/>
          <p:nvPr/>
        </p:nvSpPr>
        <p:spPr>
          <a:xfrm>
            <a:off x="4367560" y="47794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62" name="Rectangle 661">
            <a:extLst>
              <a:ext uri="{FF2B5EF4-FFF2-40B4-BE49-F238E27FC236}">
                <a16:creationId xmlns:a16="http://schemas.microsoft.com/office/drawing/2014/main" id="{7117535F-FE3B-47B3-A5F8-C773CCC2F6FA}"/>
              </a:ext>
            </a:extLst>
          </p:cNvPr>
          <p:cNvSpPr/>
          <p:nvPr/>
        </p:nvSpPr>
        <p:spPr>
          <a:xfrm>
            <a:off x="5243860" y="47794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63" name="Rectangle 662">
            <a:extLst>
              <a:ext uri="{FF2B5EF4-FFF2-40B4-BE49-F238E27FC236}">
                <a16:creationId xmlns:a16="http://schemas.microsoft.com/office/drawing/2014/main" id="{D06BE561-680F-4FA0-9DD0-7F5E0DD6DC08}"/>
              </a:ext>
            </a:extLst>
          </p:cNvPr>
          <p:cNvSpPr/>
          <p:nvPr/>
        </p:nvSpPr>
        <p:spPr>
          <a:xfrm>
            <a:off x="5358160" y="47794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64" name="Rectangle 663">
            <a:extLst>
              <a:ext uri="{FF2B5EF4-FFF2-40B4-BE49-F238E27FC236}">
                <a16:creationId xmlns:a16="http://schemas.microsoft.com/office/drawing/2014/main" id="{1EC78109-572D-47C1-B64F-3FD1B6FDB2A0}"/>
              </a:ext>
            </a:extLst>
          </p:cNvPr>
          <p:cNvSpPr/>
          <p:nvPr/>
        </p:nvSpPr>
        <p:spPr>
          <a:xfrm>
            <a:off x="5502623" y="47794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65" name="Rectangle 664">
            <a:extLst>
              <a:ext uri="{FF2B5EF4-FFF2-40B4-BE49-F238E27FC236}">
                <a16:creationId xmlns:a16="http://schemas.microsoft.com/office/drawing/2014/main" id="{01B26526-4116-4A33-8D91-F9E6A5D6D1F0}"/>
              </a:ext>
            </a:extLst>
          </p:cNvPr>
          <p:cNvSpPr/>
          <p:nvPr/>
        </p:nvSpPr>
        <p:spPr>
          <a:xfrm>
            <a:off x="5624860" y="47794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66" name="Rectangle 665">
            <a:extLst>
              <a:ext uri="{FF2B5EF4-FFF2-40B4-BE49-F238E27FC236}">
                <a16:creationId xmlns:a16="http://schemas.microsoft.com/office/drawing/2014/main" id="{4AA0DDF2-845E-4FA9-9656-1451D79D1769}"/>
              </a:ext>
            </a:extLst>
          </p:cNvPr>
          <p:cNvSpPr/>
          <p:nvPr/>
        </p:nvSpPr>
        <p:spPr>
          <a:xfrm>
            <a:off x="5769323" y="47794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67" name="Rectangle 666">
            <a:extLst>
              <a:ext uri="{FF2B5EF4-FFF2-40B4-BE49-F238E27FC236}">
                <a16:creationId xmlns:a16="http://schemas.microsoft.com/office/drawing/2014/main" id="{FC63B1D0-0DCD-4AAE-9CD4-11377860EAD7}"/>
              </a:ext>
            </a:extLst>
          </p:cNvPr>
          <p:cNvSpPr/>
          <p:nvPr/>
        </p:nvSpPr>
        <p:spPr>
          <a:xfrm>
            <a:off x="5129560" y="47794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68" name="Rectangle 667">
            <a:extLst>
              <a:ext uri="{FF2B5EF4-FFF2-40B4-BE49-F238E27FC236}">
                <a16:creationId xmlns:a16="http://schemas.microsoft.com/office/drawing/2014/main" id="{69F81A48-19E9-49F9-84B2-04371F55409F}"/>
              </a:ext>
            </a:extLst>
          </p:cNvPr>
          <p:cNvSpPr/>
          <p:nvPr/>
        </p:nvSpPr>
        <p:spPr>
          <a:xfrm>
            <a:off x="5891560" y="47794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69" name="Rectangle 668">
            <a:extLst>
              <a:ext uri="{FF2B5EF4-FFF2-40B4-BE49-F238E27FC236}">
                <a16:creationId xmlns:a16="http://schemas.microsoft.com/office/drawing/2014/main" id="{E0BCE87C-098F-45CD-811E-A1D252DB32D5}"/>
              </a:ext>
            </a:extLst>
          </p:cNvPr>
          <p:cNvSpPr/>
          <p:nvPr/>
        </p:nvSpPr>
        <p:spPr>
          <a:xfrm>
            <a:off x="4473923" y="49318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70" name="Rectangle 669">
            <a:extLst>
              <a:ext uri="{FF2B5EF4-FFF2-40B4-BE49-F238E27FC236}">
                <a16:creationId xmlns:a16="http://schemas.microsoft.com/office/drawing/2014/main" id="{F3405476-1988-42C3-982F-731F392A6C7A}"/>
              </a:ext>
            </a:extLst>
          </p:cNvPr>
          <p:cNvSpPr/>
          <p:nvPr/>
        </p:nvSpPr>
        <p:spPr>
          <a:xfrm>
            <a:off x="4588223" y="49318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71" name="Rectangle 670">
            <a:extLst>
              <a:ext uri="{FF2B5EF4-FFF2-40B4-BE49-F238E27FC236}">
                <a16:creationId xmlns:a16="http://schemas.microsoft.com/office/drawing/2014/main" id="{D49B74E6-E87E-4792-8574-9B182010DC97}"/>
              </a:ext>
            </a:extLst>
          </p:cNvPr>
          <p:cNvSpPr/>
          <p:nvPr/>
        </p:nvSpPr>
        <p:spPr>
          <a:xfrm>
            <a:off x="4732685" y="49318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72" name="Rectangle 671">
            <a:extLst>
              <a:ext uri="{FF2B5EF4-FFF2-40B4-BE49-F238E27FC236}">
                <a16:creationId xmlns:a16="http://schemas.microsoft.com/office/drawing/2014/main" id="{8BEDFDB7-0F9C-413C-8F8B-2C7348F92F16}"/>
              </a:ext>
            </a:extLst>
          </p:cNvPr>
          <p:cNvSpPr/>
          <p:nvPr/>
        </p:nvSpPr>
        <p:spPr>
          <a:xfrm>
            <a:off x="4854923" y="49318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73" name="Rectangle 672">
            <a:extLst>
              <a:ext uri="{FF2B5EF4-FFF2-40B4-BE49-F238E27FC236}">
                <a16:creationId xmlns:a16="http://schemas.microsoft.com/office/drawing/2014/main" id="{B3923F0A-6DF4-436E-9375-235A43A71D23}"/>
              </a:ext>
            </a:extLst>
          </p:cNvPr>
          <p:cNvSpPr/>
          <p:nvPr/>
        </p:nvSpPr>
        <p:spPr>
          <a:xfrm>
            <a:off x="4999385" y="49318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74" name="Rectangle 673">
            <a:extLst>
              <a:ext uri="{FF2B5EF4-FFF2-40B4-BE49-F238E27FC236}">
                <a16:creationId xmlns:a16="http://schemas.microsoft.com/office/drawing/2014/main" id="{03171BD0-4F0B-46BA-9FB6-8644D3F176AC}"/>
              </a:ext>
            </a:extLst>
          </p:cNvPr>
          <p:cNvSpPr/>
          <p:nvPr/>
        </p:nvSpPr>
        <p:spPr>
          <a:xfrm>
            <a:off x="4359623" y="49318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75" name="Rectangle 674">
            <a:extLst>
              <a:ext uri="{FF2B5EF4-FFF2-40B4-BE49-F238E27FC236}">
                <a16:creationId xmlns:a16="http://schemas.microsoft.com/office/drawing/2014/main" id="{4A8A3067-813F-4DD4-9B52-E2B8F61BC119}"/>
              </a:ext>
            </a:extLst>
          </p:cNvPr>
          <p:cNvSpPr/>
          <p:nvPr/>
        </p:nvSpPr>
        <p:spPr>
          <a:xfrm>
            <a:off x="5235923" y="49318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76" name="Rectangle 675">
            <a:extLst>
              <a:ext uri="{FF2B5EF4-FFF2-40B4-BE49-F238E27FC236}">
                <a16:creationId xmlns:a16="http://schemas.microsoft.com/office/drawing/2014/main" id="{346695E6-951B-4D43-BCC5-5369ED18C67C}"/>
              </a:ext>
            </a:extLst>
          </p:cNvPr>
          <p:cNvSpPr/>
          <p:nvPr/>
        </p:nvSpPr>
        <p:spPr>
          <a:xfrm>
            <a:off x="5350223" y="49318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77" name="Rectangle 676">
            <a:extLst>
              <a:ext uri="{FF2B5EF4-FFF2-40B4-BE49-F238E27FC236}">
                <a16:creationId xmlns:a16="http://schemas.microsoft.com/office/drawing/2014/main" id="{C39E0CCD-4A92-4093-823B-2871B7B0602F}"/>
              </a:ext>
            </a:extLst>
          </p:cNvPr>
          <p:cNvSpPr/>
          <p:nvPr/>
        </p:nvSpPr>
        <p:spPr>
          <a:xfrm>
            <a:off x="5494685" y="49318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78" name="Rectangle 677">
            <a:extLst>
              <a:ext uri="{FF2B5EF4-FFF2-40B4-BE49-F238E27FC236}">
                <a16:creationId xmlns:a16="http://schemas.microsoft.com/office/drawing/2014/main" id="{699856B8-C0E6-4883-98EA-E622F33614D6}"/>
              </a:ext>
            </a:extLst>
          </p:cNvPr>
          <p:cNvSpPr/>
          <p:nvPr/>
        </p:nvSpPr>
        <p:spPr>
          <a:xfrm>
            <a:off x="5616923" y="49318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79" name="Rectangle 678">
            <a:extLst>
              <a:ext uri="{FF2B5EF4-FFF2-40B4-BE49-F238E27FC236}">
                <a16:creationId xmlns:a16="http://schemas.microsoft.com/office/drawing/2014/main" id="{164FDAA5-99A9-4064-850E-C4C768E195DB}"/>
              </a:ext>
            </a:extLst>
          </p:cNvPr>
          <p:cNvSpPr/>
          <p:nvPr/>
        </p:nvSpPr>
        <p:spPr>
          <a:xfrm>
            <a:off x="5761385" y="49318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80" name="Rectangle 679">
            <a:extLst>
              <a:ext uri="{FF2B5EF4-FFF2-40B4-BE49-F238E27FC236}">
                <a16:creationId xmlns:a16="http://schemas.microsoft.com/office/drawing/2014/main" id="{CD8809A6-08D1-4CF9-A5C3-1E56AE35378C}"/>
              </a:ext>
            </a:extLst>
          </p:cNvPr>
          <p:cNvSpPr/>
          <p:nvPr/>
        </p:nvSpPr>
        <p:spPr>
          <a:xfrm>
            <a:off x="5121623" y="49318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81" name="Rectangle 680">
            <a:extLst>
              <a:ext uri="{FF2B5EF4-FFF2-40B4-BE49-F238E27FC236}">
                <a16:creationId xmlns:a16="http://schemas.microsoft.com/office/drawing/2014/main" id="{4730B530-91A0-4D33-9AB4-F334622F01C2}"/>
              </a:ext>
            </a:extLst>
          </p:cNvPr>
          <p:cNvSpPr/>
          <p:nvPr/>
        </p:nvSpPr>
        <p:spPr>
          <a:xfrm>
            <a:off x="5883623" y="49318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82" name="Rectangle 681">
            <a:extLst>
              <a:ext uri="{FF2B5EF4-FFF2-40B4-BE49-F238E27FC236}">
                <a16:creationId xmlns:a16="http://schemas.microsoft.com/office/drawing/2014/main" id="{E91EC558-88EB-494E-B6D3-867209244B85}"/>
              </a:ext>
            </a:extLst>
          </p:cNvPr>
          <p:cNvSpPr/>
          <p:nvPr/>
        </p:nvSpPr>
        <p:spPr>
          <a:xfrm>
            <a:off x="4481860" y="50842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83" name="Rectangle 682">
            <a:extLst>
              <a:ext uri="{FF2B5EF4-FFF2-40B4-BE49-F238E27FC236}">
                <a16:creationId xmlns:a16="http://schemas.microsoft.com/office/drawing/2014/main" id="{1B1E7466-87D0-4094-BF49-569FBAC1BF33}"/>
              </a:ext>
            </a:extLst>
          </p:cNvPr>
          <p:cNvSpPr/>
          <p:nvPr/>
        </p:nvSpPr>
        <p:spPr>
          <a:xfrm>
            <a:off x="4596160" y="50842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84" name="Rectangle 683">
            <a:extLst>
              <a:ext uri="{FF2B5EF4-FFF2-40B4-BE49-F238E27FC236}">
                <a16:creationId xmlns:a16="http://schemas.microsoft.com/office/drawing/2014/main" id="{FA1CA005-651F-4E36-9315-2F5A06C3AF39}"/>
              </a:ext>
            </a:extLst>
          </p:cNvPr>
          <p:cNvSpPr/>
          <p:nvPr/>
        </p:nvSpPr>
        <p:spPr>
          <a:xfrm>
            <a:off x="4740623" y="50842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85" name="Rectangle 684">
            <a:extLst>
              <a:ext uri="{FF2B5EF4-FFF2-40B4-BE49-F238E27FC236}">
                <a16:creationId xmlns:a16="http://schemas.microsoft.com/office/drawing/2014/main" id="{D54F2634-F517-4C11-80A6-91414EDFB6F6}"/>
              </a:ext>
            </a:extLst>
          </p:cNvPr>
          <p:cNvSpPr/>
          <p:nvPr/>
        </p:nvSpPr>
        <p:spPr>
          <a:xfrm>
            <a:off x="4862860" y="50842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86" name="Rectangle 685">
            <a:extLst>
              <a:ext uri="{FF2B5EF4-FFF2-40B4-BE49-F238E27FC236}">
                <a16:creationId xmlns:a16="http://schemas.microsoft.com/office/drawing/2014/main" id="{E91098CD-57A7-451F-9E45-4FAD55110CB4}"/>
              </a:ext>
            </a:extLst>
          </p:cNvPr>
          <p:cNvSpPr/>
          <p:nvPr/>
        </p:nvSpPr>
        <p:spPr>
          <a:xfrm>
            <a:off x="5007323" y="50842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87" name="Rectangle 686">
            <a:extLst>
              <a:ext uri="{FF2B5EF4-FFF2-40B4-BE49-F238E27FC236}">
                <a16:creationId xmlns:a16="http://schemas.microsoft.com/office/drawing/2014/main" id="{314E828C-1FAE-4201-8C43-AC8DBDDCD402}"/>
              </a:ext>
            </a:extLst>
          </p:cNvPr>
          <p:cNvSpPr/>
          <p:nvPr/>
        </p:nvSpPr>
        <p:spPr>
          <a:xfrm>
            <a:off x="4367560" y="50842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88" name="Rectangle 687">
            <a:extLst>
              <a:ext uri="{FF2B5EF4-FFF2-40B4-BE49-F238E27FC236}">
                <a16:creationId xmlns:a16="http://schemas.microsoft.com/office/drawing/2014/main" id="{2F3714D9-D144-480C-A3EA-F9FC869E8DF1}"/>
              </a:ext>
            </a:extLst>
          </p:cNvPr>
          <p:cNvSpPr/>
          <p:nvPr/>
        </p:nvSpPr>
        <p:spPr>
          <a:xfrm>
            <a:off x="5243860" y="50842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89" name="Rectangle 688">
            <a:extLst>
              <a:ext uri="{FF2B5EF4-FFF2-40B4-BE49-F238E27FC236}">
                <a16:creationId xmlns:a16="http://schemas.microsoft.com/office/drawing/2014/main" id="{FE2CD967-33FE-4CE9-BC66-4CE6FA7CA73F}"/>
              </a:ext>
            </a:extLst>
          </p:cNvPr>
          <p:cNvSpPr/>
          <p:nvPr/>
        </p:nvSpPr>
        <p:spPr>
          <a:xfrm>
            <a:off x="5358160" y="50842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90" name="Rectangle 689">
            <a:extLst>
              <a:ext uri="{FF2B5EF4-FFF2-40B4-BE49-F238E27FC236}">
                <a16:creationId xmlns:a16="http://schemas.microsoft.com/office/drawing/2014/main" id="{42E975AA-AC0F-4F8B-89D0-9E2DE7E4903D}"/>
              </a:ext>
            </a:extLst>
          </p:cNvPr>
          <p:cNvSpPr/>
          <p:nvPr/>
        </p:nvSpPr>
        <p:spPr>
          <a:xfrm>
            <a:off x="5502623" y="50842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91" name="Rectangle 690">
            <a:extLst>
              <a:ext uri="{FF2B5EF4-FFF2-40B4-BE49-F238E27FC236}">
                <a16:creationId xmlns:a16="http://schemas.microsoft.com/office/drawing/2014/main" id="{11249632-CFAB-42AC-A382-611FA0BFAEE3}"/>
              </a:ext>
            </a:extLst>
          </p:cNvPr>
          <p:cNvSpPr/>
          <p:nvPr/>
        </p:nvSpPr>
        <p:spPr>
          <a:xfrm>
            <a:off x="5624860" y="50842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92" name="Rectangle 691">
            <a:extLst>
              <a:ext uri="{FF2B5EF4-FFF2-40B4-BE49-F238E27FC236}">
                <a16:creationId xmlns:a16="http://schemas.microsoft.com/office/drawing/2014/main" id="{4EFC672A-6039-4BEA-BD2A-97B3EFE4E4FB}"/>
              </a:ext>
            </a:extLst>
          </p:cNvPr>
          <p:cNvSpPr/>
          <p:nvPr/>
        </p:nvSpPr>
        <p:spPr>
          <a:xfrm>
            <a:off x="5769323" y="50842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93" name="Rectangle 692">
            <a:extLst>
              <a:ext uri="{FF2B5EF4-FFF2-40B4-BE49-F238E27FC236}">
                <a16:creationId xmlns:a16="http://schemas.microsoft.com/office/drawing/2014/main" id="{8EC73021-6E47-4F70-B485-117E33BFD3C1}"/>
              </a:ext>
            </a:extLst>
          </p:cNvPr>
          <p:cNvSpPr/>
          <p:nvPr/>
        </p:nvSpPr>
        <p:spPr>
          <a:xfrm>
            <a:off x="5129560" y="50842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94" name="Rectangle 693">
            <a:extLst>
              <a:ext uri="{FF2B5EF4-FFF2-40B4-BE49-F238E27FC236}">
                <a16:creationId xmlns:a16="http://schemas.microsoft.com/office/drawing/2014/main" id="{5DB7C281-3924-4B64-A814-18334874D5B4}"/>
              </a:ext>
            </a:extLst>
          </p:cNvPr>
          <p:cNvSpPr/>
          <p:nvPr/>
        </p:nvSpPr>
        <p:spPr>
          <a:xfrm>
            <a:off x="5891560" y="50842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95" name="Rectangle 694">
            <a:extLst>
              <a:ext uri="{FF2B5EF4-FFF2-40B4-BE49-F238E27FC236}">
                <a16:creationId xmlns:a16="http://schemas.microsoft.com/office/drawing/2014/main" id="{521F85BB-1BE5-4776-AD60-7C75AEDB9992}"/>
              </a:ext>
            </a:extLst>
          </p:cNvPr>
          <p:cNvSpPr/>
          <p:nvPr/>
        </p:nvSpPr>
        <p:spPr>
          <a:xfrm>
            <a:off x="4481860" y="52366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96" name="Rectangle 695">
            <a:extLst>
              <a:ext uri="{FF2B5EF4-FFF2-40B4-BE49-F238E27FC236}">
                <a16:creationId xmlns:a16="http://schemas.microsoft.com/office/drawing/2014/main" id="{5EF129D4-8DF0-4CFE-8D09-ADE6D21D8337}"/>
              </a:ext>
            </a:extLst>
          </p:cNvPr>
          <p:cNvSpPr/>
          <p:nvPr/>
        </p:nvSpPr>
        <p:spPr>
          <a:xfrm>
            <a:off x="4596160" y="52366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97" name="Rectangle 696">
            <a:extLst>
              <a:ext uri="{FF2B5EF4-FFF2-40B4-BE49-F238E27FC236}">
                <a16:creationId xmlns:a16="http://schemas.microsoft.com/office/drawing/2014/main" id="{1BD500D7-BB4E-4162-810E-696A7D970FA5}"/>
              </a:ext>
            </a:extLst>
          </p:cNvPr>
          <p:cNvSpPr/>
          <p:nvPr/>
        </p:nvSpPr>
        <p:spPr>
          <a:xfrm>
            <a:off x="4740623" y="52366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98" name="Rectangle 697">
            <a:extLst>
              <a:ext uri="{FF2B5EF4-FFF2-40B4-BE49-F238E27FC236}">
                <a16:creationId xmlns:a16="http://schemas.microsoft.com/office/drawing/2014/main" id="{44B9EB08-FC78-4B6B-9D95-660A3A6FC4AC}"/>
              </a:ext>
            </a:extLst>
          </p:cNvPr>
          <p:cNvSpPr/>
          <p:nvPr/>
        </p:nvSpPr>
        <p:spPr>
          <a:xfrm>
            <a:off x="4862860" y="52366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699" name="Rectangle 698">
            <a:extLst>
              <a:ext uri="{FF2B5EF4-FFF2-40B4-BE49-F238E27FC236}">
                <a16:creationId xmlns:a16="http://schemas.microsoft.com/office/drawing/2014/main" id="{59322A55-7CF1-4C6A-A5BC-7F2CB16DDBFE}"/>
              </a:ext>
            </a:extLst>
          </p:cNvPr>
          <p:cNvSpPr/>
          <p:nvPr/>
        </p:nvSpPr>
        <p:spPr>
          <a:xfrm>
            <a:off x="5007323" y="52366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00" name="Rectangle 699">
            <a:extLst>
              <a:ext uri="{FF2B5EF4-FFF2-40B4-BE49-F238E27FC236}">
                <a16:creationId xmlns:a16="http://schemas.microsoft.com/office/drawing/2014/main" id="{02761CCD-3DC9-47CB-8684-1051C516F8C5}"/>
              </a:ext>
            </a:extLst>
          </p:cNvPr>
          <p:cNvSpPr/>
          <p:nvPr/>
        </p:nvSpPr>
        <p:spPr>
          <a:xfrm>
            <a:off x="4367560" y="52366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01" name="Rectangle 700">
            <a:extLst>
              <a:ext uri="{FF2B5EF4-FFF2-40B4-BE49-F238E27FC236}">
                <a16:creationId xmlns:a16="http://schemas.microsoft.com/office/drawing/2014/main" id="{07DC5CA5-FC0B-4FAC-85D4-83FC4B8B6D8B}"/>
              </a:ext>
            </a:extLst>
          </p:cNvPr>
          <p:cNvSpPr/>
          <p:nvPr/>
        </p:nvSpPr>
        <p:spPr>
          <a:xfrm>
            <a:off x="5243860" y="52366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02" name="Rectangle 701">
            <a:extLst>
              <a:ext uri="{FF2B5EF4-FFF2-40B4-BE49-F238E27FC236}">
                <a16:creationId xmlns:a16="http://schemas.microsoft.com/office/drawing/2014/main" id="{E964D211-2712-4ACA-8CAB-174468DCA1DB}"/>
              </a:ext>
            </a:extLst>
          </p:cNvPr>
          <p:cNvSpPr/>
          <p:nvPr/>
        </p:nvSpPr>
        <p:spPr>
          <a:xfrm>
            <a:off x="5358160" y="52366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03" name="Rectangle 702">
            <a:extLst>
              <a:ext uri="{FF2B5EF4-FFF2-40B4-BE49-F238E27FC236}">
                <a16:creationId xmlns:a16="http://schemas.microsoft.com/office/drawing/2014/main" id="{E28DF59B-B947-4691-AE77-291664D472AB}"/>
              </a:ext>
            </a:extLst>
          </p:cNvPr>
          <p:cNvSpPr/>
          <p:nvPr/>
        </p:nvSpPr>
        <p:spPr>
          <a:xfrm>
            <a:off x="5502623" y="52366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04" name="Rectangle 703">
            <a:extLst>
              <a:ext uri="{FF2B5EF4-FFF2-40B4-BE49-F238E27FC236}">
                <a16:creationId xmlns:a16="http://schemas.microsoft.com/office/drawing/2014/main" id="{0114CBBB-305E-488D-95BC-12347E9857F2}"/>
              </a:ext>
            </a:extLst>
          </p:cNvPr>
          <p:cNvSpPr/>
          <p:nvPr/>
        </p:nvSpPr>
        <p:spPr>
          <a:xfrm>
            <a:off x="5624860" y="52366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05" name="Rectangle 704">
            <a:extLst>
              <a:ext uri="{FF2B5EF4-FFF2-40B4-BE49-F238E27FC236}">
                <a16:creationId xmlns:a16="http://schemas.microsoft.com/office/drawing/2014/main" id="{A6884BA5-7D1D-4FCA-BF9A-66CBA368E266}"/>
              </a:ext>
            </a:extLst>
          </p:cNvPr>
          <p:cNvSpPr/>
          <p:nvPr/>
        </p:nvSpPr>
        <p:spPr>
          <a:xfrm>
            <a:off x="5769323" y="52366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06" name="Rectangle 705">
            <a:extLst>
              <a:ext uri="{FF2B5EF4-FFF2-40B4-BE49-F238E27FC236}">
                <a16:creationId xmlns:a16="http://schemas.microsoft.com/office/drawing/2014/main" id="{89C90CF6-DAB1-4CD0-AE2A-022AE98CBCFB}"/>
              </a:ext>
            </a:extLst>
          </p:cNvPr>
          <p:cNvSpPr/>
          <p:nvPr/>
        </p:nvSpPr>
        <p:spPr>
          <a:xfrm>
            <a:off x="5129560" y="52366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07" name="Rectangle 706">
            <a:extLst>
              <a:ext uri="{FF2B5EF4-FFF2-40B4-BE49-F238E27FC236}">
                <a16:creationId xmlns:a16="http://schemas.microsoft.com/office/drawing/2014/main" id="{C2A76993-CD60-41F1-98FD-4ED560502115}"/>
              </a:ext>
            </a:extLst>
          </p:cNvPr>
          <p:cNvSpPr/>
          <p:nvPr/>
        </p:nvSpPr>
        <p:spPr>
          <a:xfrm>
            <a:off x="5891560" y="52366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08" name="Rectangle 707">
            <a:extLst>
              <a:ext uri="{FF2B5EF4-FFF2-40B4-BE49-F238E27FC236}">
                <a16:creationId xmlns:a16="http://schemas.microsoft.com/office/drawing/2014/main" id="{874102BF-80FE-4772-A80F-6497C7161C4E}"/>
              </a:ext>
            </a:extLst>
          </p:cNvPr>
          <p:cNvSpPr/>
          <p:nvPr/>
        </p:nvSpPr>
        <p:spPr>
          <a:xfrm>
            <a:off x="4473923" y="53890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09" name="Rectangle 708">
            <a:extLst>
              <a:ext uri="{FF2B5EF4-FFF2-40B4-BE49-F238E27FC236}">
                <a16:creationId xmlns:a16="http://schemas.microsoft.com/office/drawing/2014/main" id="{C7F4FF5B-E01E-416E-BFAB-6FEDB30066E9}"/>
              </a:ext>
            </a:extLst>
          </p:cNvPr>
          <p:cNvSpPr/>
          <p:nvPr/>
        </p:nvSpPr>
        <p:spPr>
          <a:xfrm>
            <a:off x="4588223" y="53890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10" name="Rectangle 709">
            <a:extLst>
              <a:ext uri="{FF2B5EF4-FFF2-40B4-BE49-F238E27FC236}">
                <a16:creationId xmlns:a16="http://schemas.microsoft.com/office/drawing/2014/main" id="{A0C1B26C-4005-4DBE-8024-A89FCB0EFFD1}"/>
              </a:ext>
            </a:extLst>
          </p:cNvPr>
          <p:cNvSpPr/>
          <p:nvPr/>
        </p:nvSpPr>
        <p:spPr>
          <a:xfrm>
            <a:off x="4732685" y="53890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11" name="Rectangle 710">
            <a:extLst>
              <a:ext uri="{FF2B5EF4-FFF2-40B4-BE49-F238E27FC236}">
                <a16:creationId xmlns:a16="http://schemas.microsoft.com/office/drawing/2014/main" id="{F775D860-8C29-4FF6-A54A-DAA4C1D90EA3}"/>
              </a:ext>
            </a:extLst>
          </p:cNvPr>
          <p:cNvSpPr/>
          <p:nvPr/>
        </p:nvSpPr>
        <p:spPr>
          <a:xfrm>
            <a:off x="4854923" y="53890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12" name="Rectangle 711">
            <a:extLst>
              <a:ext uri="{FF2B5EF4-FFF2-40B4-BE49-F238E27FC236}">
                <a16:creationId xmlns:a16="http://schemas.microsoft.com/office/drawing/2014/main" id="{0ED5AFCE-A051-4D9D-889F-B77DC65F3D41}"/>
              </a:ext>
            </a:extLst>
          </p:cNvPr>
          <p:cNvSpPr/>
          <p:nvPr/>
        </p:nvSpPr>
        <p:spPr>
          <a:xfrm>
            <a:off x="4999385" y="53890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13" name="Rectangle 712">
            <a:extLst>
              <a:ext uri="{FF2B5EF4-FFF2-40B4-BE49-F238E27FC236}">
                <a16:creationId xmlns:a16="http://schemas.microsoft.com/office/drawing/2014/main" id="{6B817098-3B55-431F-9A3A-BF436FEB5E61}"/>
              </a:ext>
            </a:extLst>
          </p:cNvPr>
          <p:cNvSpPr/>
          <p:nvPr/>
        </p:nvSpPr>
        <p:spPr>
          <a:xfrm>
            <a:off x="4359623" y="53890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14" name="Rectangle 713">
            <a:extLst>
              <a:ext uri="{FF2B5EF4-FFF2-40B4-BE49-F238E27FC236}">
                <a16:creationId xmlns:a16="http://schemas.microsoft.com/office/drawing/2014/main" id="{9862D7D3-29BA-44D1-93A7-6047CB8F9340}"/>
              </a:ext>
            </a:extLst>
          </p:cNvPr>
          <p:cNvSpPr/>
          <p:nvPr/>
        </p:nvSpPr>
        <p:spPr>
          <a:xfrm>
            <a:off x="5235923" y="53890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15" name="Rectangle 714">
            <a:extLst>
              <a:ext uri="{FF2B5EF4-FFF2-40B4-BE49-F238E27FC236}">
                <a16:creationId xmlns:a16="http://schemas.microsoft.com/office/drawing/2014/main" id="{643C6AA3-9827-4187-A8E8-1432071EE7BF}"/>
              </a:ext>
            </a:extLst>
          </p:cNvPr>
          <p:cNvSpPr/>
          <p:nvPr/>
        </p:nvSpPr>
        <p:spPr>
          <a:xfrm>
            <a:off x="5350223" y="53890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16" name="Rectangle 715">
            <a:extLst>
              <a:ext uri="{FF2B5EF4-FFF2-40B4-BE49-F238E27FC236}">
                <a16:creationId xmlns:a16="http://schemas.microsoft.com/office/drawing/2014/main" id="{79917372-62B2-466A-A8DA-5C1F65312CFC}"/>
              </a:ext>
            </a:extLst>
          </p:cNvPr>
          <p:cNvSpPr/>
          <p:nvPr/>
        </p:nvSpPr>
        <p:spPr>
          <a:xfrm>
            <a:off x="5494685" y="53890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17" name="Rectangle 716">
            <a:extLst>
              <a:ext uri="{FF2B5EF4-FFF2-40B4-BE49-F238E27FC236}">
                <a16:creationId xmlns:a16="http://schemas.microsoft.com/office/drawing/2014/main" id="{4B2BBE3F-39E7-4826-84FF-66D2A4DEB86C}"/>
              </a:ext>
            </a:extLst>
          </p:cNvPr>
          <p:cNvSpPr/>
          <p:nvPr/>
        </p:nvSpPr>
        <p:spPr>
          <a:xfrm>
            <a:off x="5616923" y="53890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18" name="Rectangle 717">
            <a:extLst>
              <a:ext uri="{FF2B5EF4-FFF2-40B4-BE49-F238E27FC236}">
                <a16:creationId xmlns:a16="http://schemas.microsoft.com/office/drawing/2014/main" id="{5FFD2C5F-D33F-47C3-9491-B02E4D6EB8A2}"/>
              </a:ext>
            </a:extLst>
          </p:cNvPr>
          <p:cNvSpPr/>
          <p:nvPr/>
        </p:nvSpPr>
        <p:spPr>
          <a:xfrm>
            <a:off x="5761385" y="53890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19" name="Rectangle 718">
            <a:extLst>
              <a:ext uri="{FF2B5EF4-FFF2-40B4-BE49-F238E27FC236}">
                <a16:creationId xmlns:a16="http://schemas.microsoft.com/office/drawing/2014/main" id="{A2D0785E-CA1D-4A25-BC87-324E942D369E}"/>
              </a:ext>
            </a:extLst>
          </p:cNvPr>
          <p:cNvSpPr/>
          <p:nvPr/>
        </p:nvSpPr>
        <p:spPr>
          <a:xfrm>
            <a:off x="5121623" y="53890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20" name="Rectangle 719">
            <a:extLst>
              <a:ext uri="{FF2B5EF4-FFF2-40B4-BE49-F238E27FC236}">
                <a16:creationId xmlns:a16="http://schemas.microsoft.com/office/drawing/2014/main" id="{4BD7BA5A-24E8-41DB-9085-7DB33D90C11F}"/>
              </a:ext>
            </a:extLst>
          </p:cNvPr>
          <p:cNvSpPr/>
          <p:nvPr/>
        </p:nvSpPr>
        <p:spPr>
          <a:xfrm>
            <a:off x="5883623" y="53890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21" name="Rectangle 720">
            <a:extLst>
              <a:ext uri="{FF2B5EF4-FFF2-40B4-BE49-F238E27FC236}">
                <a16:creationId xmlns:a16="http://schemas.microsoft.com/office/drawing/2014/main" id="{3C42EC89-0DCE-4245-B7BF-470294016C0C}"/>
              </a:ext>
            </a:extLst>
          </p:cNvPr>
          <p:cNvSpPr/>
          <p:nvPr/>
        </p:nvSpPr>
        <p:spPr>
          <a:xfrm>
            <a:off x="4473923" y="55414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22" name="Rectangle 721">
            <a:extLst>
              <a:ext uri="{FF2B5EF4-FFF2-40B4-BE49-F238E27FC236}">
                <a16:creationId xmlns:a16="http://schemas.microsoft.com/office/drawing/2014/main" id="{73B352B3-631D-4C45-8C2F-E6683711FE4E}"/>
              </a:ext>
            </a:extLst>
          </p:cNvPr>
          <p:cNvSpPr/>
          <p:nvPr/>
        </p:nvSpPr>
        <p:spPr>
          <a:xfrm>
            <a:off x="4588223" y="55414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23" name="Rectangle 722">
            <a:extLst>
              <a:ext uri="{FF2B5EF4-FFF2-40B4-BE49-F238E27FC236}">
                <a16:creationId xmlns:a16="http://schemas.microsoft.com/office/drawing/2014/main" id="{F46F11BA-09A8-4917-82FD-B2781FE0DA90}"/>
              </a:ext>
            </a:extLst>
          </p:cNvPr>
          <p:cNvSpPr/>
          <p:nvPr/>
        </p:nvSpPr>
        <p:spPr>
          <a:xfrm>
            <a:off x="4732685" y="55414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24" name="Rectangle 723">
            <a:extLst>
              <a:ext uri="{FF2B5EF4-FFF2-40B4-BE49-F238E27FC236}">
                <a16:creationId xmlns:a16="http://schemas.microsoft.com/office/drawing/2014/main" id="{0D91418F-58F4-4A63-8A5A-4627737332A5}"/>
              </a:ext>
            </a:extLst>
          </p:cNvPr>
          <p:cNvSpPr/>
          <p:nvPr/>
        </p:nvSpPr>
        <p:spPr>
          <a:xfrm>
            <a:off x="4854923" y="55414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25" name="Rectangle 724">
            <a:extLst>
              <a:ext uri="{FF2B5EF4-FFF2-40B4-BE49-F238E27FC236}">
                <a16:creationId xmlns:a16="http://schemas.microsoft.com/office/drawing/2014/main" id="{5B798C8F-678F-4936-AB96-1D24B81777FA}"/>
              </a:ext>
            </a:extLst>
          </p:cNvPr>
          <p:cNvSpPr/>
          <p:nvPr/>
        </p:nvSpPr>
        <p:spPr>
          <a:xfrm>
            <a:off x="4999385" y="55414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26" name="Rectangle 725">
            <a:extLst>
              <a:ext uri="{FF2B5EF4-FFF2-40B4-BE49-F238E27FC236}">
                <a16:creationId xmlns:a16="http://schemas.microsoft.com/office/drawing/2014/main" id="{419DFDFD-95CA-4255-A1F7-C7C31A517C6A}"/>
              </a:ext>
            </a:extLst>
          </p:cNvPr>
          <p:cNvSpPr/>
          <p:nvPr/>
        </p:nvSpPr>
        <p:spPr>
          <a:xfrm>
            <a:off x="4359623" y="55414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27" name="Rectangle 726">
            <a:extLst>
              <a:ext uri="{FF2B5EF4-FFF2-40B4-BE49-F238E27FC236}">
                <a16:creationId xmlns:a16="http://schemas.microsoft.com/office/drawing/2014/main" id="{40198EB5-190C-42BB-AE4A-72FC08CD6964}"/>
              </a:ext>
            </a:extLst>
          </p:cNvPr>
          <p:cNvSpPr/>
          <p:nvPr/>
        </p:nvSpPr>
        <p:spPr>
          <a:xfrm>
            <a:off x="5235923" y="55414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28" name="Rectangle 727">
            <a:extLst>
              <a:ext uri="{FF2B5EF4-FFF2-40B4-BE49-F238E27FC236}">
                <a16:creationId xmlns:a16="http://schemas.microsoft.com/office/drawing/2014/main" id="{CFAC9718-AEF3-475D-9D42-4B38643A49D8}"/>
              </a:ext>
            </a:extLst>
          </p:cNvPr>
          <p:cNvSpPr/>
          <p:nvPr/>
        </p:nvSpPr>
        <p:spPr>
          <a:xfrm>
            <a:off x="5350223" y="55414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29" name="Rectangle 728">
            <a:extLst>
              <a:ext uri="{FF2B5EF4-FFF2-40B4-BE49-F238E27FC236}">
                <a16:creationId xmlns:a16="http://schemas.microsoft.com/office/drawing/2014/main" id="{3E92EAEB-74BA-4480-9EB1-CB062753F3AA}"/>
              </a:ext>
            </a:extLst>
          </p:cNvPr>
          <p:cNvSpPr/>
          <p:nvPr/>
        </p:nvSpPr>
        <p:spPr>
          <a:xfrm>
            <a:off x="5494685" y="55414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30" name="Rectangle 729">
            <a:extLst>
              <a:ext uri="{FF2B5EF4-FFF2-40B4-BE49-F238E27FC236}">
                <a16:creationId xmlns:a16="http://schemas.microsoft.com/office/drawing/2014/main" id="{182CA663-0A2E-48A9-83EA-9B78CBB7A760}"/>
              </a:ext>
            </a:extLst>
          </p:cNvPr>
          <p:cNvSpPr/>
          <p:nvPr/>
        </p:nvSpPr>
        <p:spPr>
          <a:xfrm>
            <a:off x="5616923" y="55414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31" name="Rectangle 730">
            <a:extLst>
              <a:ext uri="{FF2B5EF4-FFF2-40B4-BE49-F238E27FC236}">
                <a16:creationId xmlns:a16="http://schemas.microsoft.com/office/drawing/2014/main" id="{56DACF22-C306-4B16-A821-16406177C573}"/>
              </a:ext>
            </a:extLst>
          </p:cNvPr>
          <p:cNvSpPr/>
          <p:nvPr/>
        </p:nvSpPr>
        <p:spPr>
          <a:xfrm>
            <a:off x="5761385" y="55414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32" name="Rectangle 731">
            <a:extLst>
              <a:ext uri="{FF2B5EF4-FFF2-40B4-BE49-F238E27FC236}">
                <a16:creationId xmlns:a16="http://schemas.microsoft.com/office/drawing/2014/main" id="{768222B5-929D-468C-A30C-EB0F190034FD}"/>
              </a:ext>
            </a:extLst>
          </p:cNvPr>
          <p:cNvSpPr/>
          <p:nvPr/>
        </p:nvSpPr>
        <p:spPr>
          <a:xfrm>
            <a:off x="5121623" y="55414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33" name="Rectangle 732">
            <a:extLst>
              <a:ext uri="{FF2B5EF4-FFF2-40B4-BE49-F238E27FC236}">
                <a16:creationId xmlns:a16="http://schemas.microsoft.com/office/drawing/2014/main" id="{C327D251-E6B2-4A32-A543-5363CC41A079}"/>
              </a:ext>
            </a:extLst>
          </p:cNvPr>
          <p:cNvSpPr/>
          <p:nvPr/>
        </p:nvSpPr>
        <p:spPr>
          <a:xfrm>
            <a:off x="5883623" y="55414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34" name="Rectangle 733">
            <a:extLst>
              <a:ext uri="{FF2B5EF4-FFF2-40B4-BE49-F238E27FC236}">
                <a16:creationId xmlns:a16="http://schemas.microsoft.com/office/drawing/2014/main" id="{2E825397-466E-4E39-A16A-8028EDFD1B34}"/>
              </a:ext>
            </a:extLst>
          </p:cNvPr>
          <p:cNvSpPr/>
          <p:nvPr/>
        </p:nvSpPr>
        <p:spPr>
          <a:xfrm>
            <a:off x="4473923" y="57017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35" name="Rectangle 734">
            <a:extLst>
              <a:ext uri="{FF2B5EF4-FFF2-40B4-BE49-F238E27FC236}">
                <a16:creationId xmlns:a16="http://schemas.microsoft.com/office/drawing/2014/main" id="{BA7A2295-3CC4-4A63-8996-F2C4241A74BA}"/>
              </a:ext>
            </a:extLst>
          </p:cNvPr>
          <p:cNvSpPr/>
          <p:nvPr/>
        </p:nvSpPr>
        <p:spPr>
          <a:xfrm>
            <a:off x="4588223" y="57017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36" name="Rectangle 735">
            <a:extLst>
              <a:ext uri="{FF2B5EF4-FFF2-40B4-BE49-F238E27FC236}">
                <a16:creationId xmlns:a16="http://schemas.microsoft.com/office/drawing/2014/main" id="{E27326AF-DF8D-4CAB-80D3-37FFA7DDDD28}"/>
              </a:ext>
            </a:extLst>
          </p:cNvPr>
          <p:cNvSpPr/>
          <p:nvPr/>
        </p:nvSpPr>
        <p:spPr>
          <a:xfrm>
            <a:off x="4732685" y="5701755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37" name="Rectangle 736">
            <a:extLst>
              <a:ext uri="{FF2B5EF4-FFF2-40B4-BE49-F238E27FC236}">
                <a16:creationId xmlns:a16="http://schemas.microsoft.com/office/drawing/2014/main" id="{17B94DE2-04E7-48A0-87FC-D7532BBDCE0F}"/>
              </a:ext>
            </a:extLst>
          </p:cNvPr>
          <p:cNvSpPr/>
          <p:nvPr/>
        </p:nvSpPr>
        <p:spPr>
          <a:xfrm>
            <a:off x="4854923" y="57017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38" name="Rectangle 737">
            <a:extLst>
              <a:ext uri="{FF2B5EF4-FFF2-40B4-BE49-F238E27FC236}">
                <a16:creationId xmlns:a16="http://schemas.microsoft.com/office/drawing/2014/main" id="{9FCB20FC-9279-4F34-BE2D-1E5B1020D8CF}"/>
              </a:ext>
            </a:extLst>
          </p:cNvPr>
          <p:cNvSpPr/>
          <p:nvPr/>
        </p:nvSpPr>
        <p:spPr>
          <a:xfrm>
            <a:off x="4999385" y="5701755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39" name="Rectangle 738">
            <a:extLst>
              <a:ext uri="{FF2B5EF4-FFF2-40B4-BE49-F238E27FC236}">
                <a16:creationId xmlns:a16="http://schemas.microsoft.com/office/drawing/2014/main" id="{5C64647C-7B71-42F1-9207-37FBD052E200}"/>
              </a:ext>
            </a:extLst>
          </p:cNvPr>
          <p:cNvSpPr/>
          <p:nvPr/>
        </p:nvSpPr>
        <p:spPr>
          <a:xfrm>
            <a:off x="4359623" y="57017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40" name="Rectangle 739">
            <a:extLst>
              <a:ext uri="{FF2B5EF4-FFF2-40B4-BE49-F238E27FC236}">
                <a16:creationId xmlns:a16="http://schemas.microsoft.com/office/drawing/2014/main" id="{586C40DA-4558-407B-ADB3-F63F63D4AA29}"/>
              </a:ext>
            </a:extLst>
          </p:cNvPr>
          <p:cNvSpPr/>
          <p:nvPr/>
        </p:nvSpPr>
        <p:spPr>
          <a:xfrm>
            <a:off x="5235923" y="57017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41" name="Rectangle 740">
            <a:extLst>
              <a:ext uri="{FF2B5EF4-FFF2-40B4-BE49-F238E27FC236}">
                <a16:creationId xmlns:a16="http://schemas.microsoft.com/office/drawing/2014/main" id="{5039C6A5-580D-49A8-ACD7-640F7D1FFA74}"/>
              </a:ext>
            </a:extLst>
          </p:cNvPr>
          <p:cNvSpPr/>
          <p:nvPr/>
        </p:nvSpPr>
        <p:spPr>
          <a:xfrm>
            <a:off x="5350223" y="57017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42" name="Rectangle 741">
            <a:extLst>
              <a:ext uri="{FF2B5EF4-FFF2-40B4-BE49-F238E27FC236}">
                <a16:creationId xmlns:a16="http://schemas.microsoft.com/office/drawing/2014/main" id="{127C4452-1AFD-49BE-A790-B1CB60593649}"/>
              </a:ext>
            </a:extLst>
          </p:cNvPr>
          <p:cNvSpPr/>
          <p:nvPr/>
        </p:nvSpPr>
        <p:spPr>
          <a:xfrm>
            <a:off x="5494685" y="5701755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43" name="Rectangle 742">
            <a:extLst>
              <a:ext uri="{FF2B5EF4-FFF2-40B4-BE49-F238E27FC236}">
                <a16:creationId xmlns:a16="http://schemas.microsoft.com/office/drawing/2014/main" id="{AE82F75B-1491-4627-8A1C-B9F7B4DE2AED}"/>
              </a:ext>
            </a:extLst>
          </p:cNvPr>
          <p:cNvSpPr/>
          <p:nvPr/>
        </p:nvSpPr>
        <p:spPr>
          <a:xfrm>
            <a:off x="5616923" y="57017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44" name="Rectangle 743">
            <a:extLst>
              <a:ext uri="{FF2B5EF4-FFF2-40B4-BE49-F238E27FC236}">
                <a16:creationId xmlns:a16="http://schemas.microsoft.com/office/drawing/2014/main" id="{6BDA7725-2F78-43AE-8B56-289D0138C0F2}"/>
              </a:ext>
            </a:extLst>
          </p:cNvPr>
          <p:cNvSpPr/>
          <p:nvPr/>
        </p:nvSpPr>
        <p:spPr>
          <a:xfrm>
            <a:off x="5761385" y="5701755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45" name="Rectangle 744">
            <a:extLst>
              <a:ext uri="{FF2B5EF4-FFF2-40B4-BE49-F238E27FC236}">
                <a16:creationId xmlns:a16="http://schemas.microsoft.com/office/drawing/2014/main" id="{749F8D3D-061B-4071-9ECF-268D97B8EA23}"/>
              </a:ext>
            </a:extLst>
          </p:cNvPr>
          <p:cNvSpPr/>
          <p:nvPr/>
        </p:nvSpPr>
        <p:spPr>
          <a:xfrm>
            <a:off x="5121623" y="57017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46" name="Rectangle 745">
            <a:extLst>
              <a:ext uri="{FF2B5EF4-FFF2-40B4-BE49-F238E27FC236}">
                <a16:creationId xmlns:a16="http://schemas.microsoft.com/office/drawing/2014/main" id="{5304C3B1-F42F-40F1-9D51-271CDE56B99D}"/>
              </a:ext>
            </a:extLst>
          </p:cNvPr>
          <p:cNvSpPr/>
          <p:nvPr/>
        </p:nvSpPr>
        <p:spPr>
          <a:xfrm>
            <a:off x="5883623" y="57017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47" name="Rectangle 746">
            <a:extLst>
              <a:ext uri="{FF2B5EF4-FFF2-40B4-BE49-F238E27FC236}">
                <a16:creationId xmlns:a16="http://schemas.microsoft.com/office/drawing/2014/main" id="{70E8704D-9381-47CD-8633-38E558D5AE28}"/>
              </a:ext>
            </a:extLst>
          </p:cNvPr>
          <p:cNvSpPr/>
          <p:nvPr/>
        </p:nvSpPr>
        <p:spPr>
          <a:xfrm>
            <a:off x="4473923" y="58541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48" name="Rectangle 747">
            <a:extLst>
              <a:ext uri="{FF2B5EF4-FFF2-40B4-BE49-F238E27FC236}">
                <a16:creationId xmlns:a16="http://schemas.microsoft.com/office/drawing/2014/main" id="{A3E89600-915E-4D2F-9167-B500F9B121D6}"/>
              </a:ext>
            </a:extLst>
          </p:cNvPr>
          <p:cNvSpPr/>
          <p:nvPr/>
        </p:nvSpPr>
        <p:spPr>
          <a:xfrm>
            <a:off x="4588223" y="58541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49" name="Rectangle 748">
            <a:extLst>
              <a:ext uri="{FF2B5EF4-FFF2-40B4-BE49-F238E27FC236}">
                <a16:creationId xmlns:a16="http://schemas.microsoft.com/office/drawing/2014/main" id="{5C1361B3-9A98-4D93-A9A6-F509EA1D3614}"/>
              </a:ext>
            </a:extLst>
          </p:cNvPr>
          <p:cNvSpPr/>
          <p:nvPr/>
        </p:nvSpPr>
        <p:spPr>
          <a:xfrm>
            <a:off x="4732685" y="5854155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50" name="Rectangle 749">
            <a:extLst>
              <a:ext uri="{FF2B5EF4-FFF2-40B4-BE49-F238E27FC236}">
                <a16:creationId xmlns:a16="http://schemas.microsoft.com/office/drawing/2014/main" id="{E183B4A6-1AFA-4ED5-9007-6F26D17DBEC3}"/>
              </a:ext>
            </a:extLst>
          </p:cNvPr>
          <p:cNvSpPr/>
          <p:nvPr/>
        </p:nvSpPr>
        <p:spPr>
          <a:xfrm>
            <a:off x="4854923" y="58541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51" name="Rectangle 750">
            <a:extLst>
              <a:ext uri="{FF2B5EF4-FFF2-40B4-BE49-F238E27FC236}">
                <a16:creationId xmlns:a16="http://schemas.microsoft.com/office/drawing/2014/main" id="{F5D66225-6108-4E5E-BD09-383D2DA81988}"/>
              </a:ext>
            </a:extLst>
          </p:cNvPr>
          <p:cNvSpPr/>
          <p:nvPr/>
        </p:nvSpPr>
        <p:spPr>
          <a:xfrm>
            <a:off x="4999385" y="5854155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52" name="Rectangle 751">
            <a:extLst>
              <a:ext uri="{FF2B5EF4-FFF2-40B4-BE49-F238E27FC236}">
                <a16:creationId xmlns:a16="http://schemas.microsoft.com/office/drawing/2014/main" id="{8CDEF90E-2266-4624-8636-18B265932E02}"/>
              </a:ext>
            </a:extLst>
          </p:cNvPr>
          <p:cNvSpPr/>
          <p:nvPr/>
        </p:nvSpPr>
        <p:spPr>
          <a:xfrm>
            <a:off x="4359623" y="58541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53" name="Rectangle 752">
            <a:extLst>
              <a:ext uri="{FF2B5EF4-FFF2-40B4-BE49-F238E27FC236}">
                <a16:creationId xmlns:a16="http://schemas.microsoft.com/office/drawing/2014/main" id="{642912BD-D26E-4696-AC21-A0CAE12A5315}"/>
              </a:ext>
            </a:extLst>
          </p:cNvPr>
          <p:cNvSpPr/>
          <p:nvPr/>
        </p:nvSpPr>
        <p:spPr>
          <a:xfrm>
            <a:off x="5235923" y="58541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54" name="Rectangle 753">
            <a:extLst>
              <a:ext uri="{FF2B5EF4-FFF2-40B4-BE49-F238E27FC236}">
                <a16:creationId xmlns:a16="http://schemas.microsoft.com/office/drawing/2014/main" id="{8089D440-1599-4F91-BAD0-B10F9D1B983E}"/>
              </a:ext>
            </a:extLst>
          </p:cNvPr>
          <p:cNvSpPr/>
          <p:nvPr/>
        </p:nvSpPr>
        <p:spPr>
          <a:xfrm>
            <a:off x="5350223" y="58541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55" name="Rectangle 754">
            <a:extLst>
              <a:ext uri="{FF2B5EF4-FFF2-40B4-BE49-F238E27FC236}">
                <a16:creationId xmlns:a16="http://schemas.microsoft.com/office/drawing/2014/main" id="{90F5BCE4-8EE9-47B7-AFD3-E7F00D6A87EE}"/>
              </a:ext>
            </a:extLst>
          </p:cNvPr>
          <p:cNvSpPr/>
          <p:nvPr/>
        </p:nvSpPr>
        <p:spPr>
          <a:xfrm>
            <a:off x="5494685" y="5854155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56" name="Rectangle 755">
            <a:extLst>
              <a:ext uri="{FF2B5EF4-FFF2-40B4-BE49-F238E27FC236}">
                <a16:creationId xmlns:a16="http://schemas.microsoft.com/office/drawing/2014/main" id="{C20734ED-BFCB-47FB-87F3-D462A1D68040}"/>
              </a:ext>
            </a:extLst>
          </p:cNvPr>
          <p:cNvSpPr/>
          <p:nvPr/>
        </p:nvSpPr>
        <p:spPr>
          <a:xfrm>
            <a:off x="5616923" y="58541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57" name="Rectangle 756">
            <a:extLst>
              <a:ext uri="{FF2B5EF4-FFF2-40B4-BE49-F238E27FC236}">
                <a16:creationId xmlns:a16="http://schemas.microsoft.com/office/drawing/2014/main" id="{3469B1D3-E281-4A41-8CC9-6BE176B9B793}"/>
              </a:ext>
            </a:extLst>
          </p:cNvPr>
          <p:cNvSpPr/>
          <p:nvPr/>
        </p:nvSpPr>
        <p:spPr>
          <a:xfrm>
            <a:off x="5761385" y="5854155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58" name="Rectangle 757">
            <a:extLst>
              <a:ext uri="{FF2B5EF4-FFF2-40B4-BE49-F238E27FC236}">
                <a16:creationId xmlns:a16="http://schemas.microsoft.com/office/drawing/2014/main" id="{15968EE9-4665-422F-BA4A-9D06096653EA}"/>
              </a:ext>
            </a:extLst>
          </p:cNvPr>
          <p:cNvSpPr/>
          <p:nvPr/>
        </p:nvSpPr>
        <p:spPr>
          <a:xfrm>
            <a:off x="5121623" y="58541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59" name="Rectangle 758">
            <a:extLst>
              <a:ext uri="{FF2B5EF4-FFF2-40B4-BE49-F238E27FC236}">
                <a16:creationId xmlns:a16="http://schemas.microsoft.com/office/drawing/2014/main" id="{2A1DE3B0-EBC0-4A6F-AFD2-A7DE377A4942}"/>
              </a:ext>
            </a:extLst>
          </p:cNvPr>
          <p:cNvSpPr/>
          <p:nvPr/>
        </p:nvSpPr>
        <p:spPr>
          <a:xfrm>
            <a:off x="5883623" y="58541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60" name="Rectangle 759">
            <a:extLst>
              <a:ext uri="{FF2B5EF4-FFF2-40B4-BE49-F238E27FC236}">
                <a16:creationId xmlns:a16="http://schemas.microsoft.com/office/drawing/2014/main" id="{B6365FBE-80AE-4541-8F79-9104CA65F4EC}"/>
              </a:ext>
            </a:extLst>
          </p:cNvPr>
          <p:cNvSpPr/>
          <p:nvPr/>
        </p:nvSpPr>
        <p:spPr>
          <a:xfrm>
            <a:off x="4473923" y="60065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61" name="Rectangle 760">
            <a:extLst>
              <a:ext uri="{FF2B5EF4-FFF2-40B4-BE49-F238E27FC236}">
                <a16:creationId xmlns:a16="http://schemas.microsoft.com/office/drawing/2014/main" id="{118B2FE3-A6D4-4DF9-AAC0-CB6BC4569A7E}"/>
              </a:ext>
            </a:extLst>
          </p:cNvPr>
          <p:cNvSpPr/>
          <p:nvPr/>
        </p:nvSpPr>
        <p:spPr>
          <a:xfrm>
            <a:off x="4588223" y="60065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62" name="Rectangle 761">
            <a:extLst>
              <a:ext uri="{FF2B5EF4-FFF2-40B4-BE49-F238E27FC236}">
                <a16:creationId xmlns:a16="http://schemas.microsoft.com/office/drawing/2014/main" id="{9236ACC9-0A2F-43E0-87F4-917C4F240DCE}"/>
              </a:ext>
            </a:extLst>
          </p:cNvPr>
          <p:cNvSpPr/>
          <p:nvPr/>
        </p:nvSpPr>
        <p:spPr>
          <a:xfrm>
            <a:off x="4732685" y="6006555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63" name="Rectangle 762">
            <a:extLst>
              <a:ext uri="{FF2B5EF4-FFF2-40B4-BE49-F238E27FC236}">
                <a16:creationId xmlns:a16="http://schemas.microsoft.com/office/drawing/2014/main" id="{5D28BE71-2BF5-4312-B96E-8A76E53D00A9}"/>
              </a:ext>
            </a:extLst>
          </p:cNvPr>
          <p:cNvSpPr/>
          <p:nvPr/>
        </p:nvSpPr>
        <p:spPr>
          <a:xfrm>
            <a:off x="4854923" y="60065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64" name="Rectangle 763">
            <a:extLst>
              <a:ext uri="{FF2B5EF4-FFF2-40B4-BE49-F238E27FC236}">
                <a16:creationId xmlns:a16="http://schemas.microsoft.com/office/drawing/2014/main" id="{DE14A899-4794-43E3-B6DF-A2E66EAA77FD}"/>
              </a:ext>
            </a:extLst>
          </p:cNvPr>
          <p:cNvSpPr/>
          <p:nvPr/>
        </p:nvSpPr>
        <p:spPr>
          <a:xfrm>
            <a:off x="4999385" y="6006555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65" name="Rectangle 764">
            <a:extLst>
              <a:ext uri="{FF2B5EF4-FFF2-40B4-BE49-F238E27FC236}">
                <a16:creationId xmlns:a16="http://schemas.microsoft.com/office/drawing/2014/main" id="{0E10ADA7-0531-4568-95F7-73561C9AFF86}"/>
              </a:ext>
            </a:extLst>
          </p:cNvPr>
          <p:cNvSpPr/>
          <p:nvPr/>
        </p:nvSpPr>
        <p:spPr>
          <a:xfrm>
            <a:off x="4359623" y="60065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66" name="Rectangle 765">
            <a:extLst>
              <a:ext uri="{FF2B5EF4-FFF2-40B4-BE49-F238E27FC236}">
                <a16:creationId xmlns:a16="http://schemas.microsoft.com/office/drawing/2014/main" id="{918386C4-73DE-43AD-BC54-78C5AB1F676D}"/>
              </a:ext>
            </a:extLst>
          </p:cNvPr>
          <p:cNvSpPr/>
          <p:nvPr/>
        </p:nvSpPr>
        <p:spPr>
          <a:xfrm>
            <a:off x="5235923" y="60065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67" name="Rectangle 766">
            <a:extLst>
              <a:ext uri="{FF2B5EF4-FFF2-40B4-BE49-F238E27FC236}">
                <a16:creationId xmlns:a16="http://schemas.microsoft.com/office/drawing/2014/main" id="{089E67AC-AE5C-45D5-8A98-590B29055FD3}"/>
              </a:ext>
            </a:extLst>
          </p:cNvPr>
          <p:cNvSpPr/>
          <p:nvPr/>
        </p:nvSpPr>
        <p:spPr>
          <a:xfrm>
            <a:off x="5350223" y="60065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68" name="Rectangle 767">
            <a:extLst>
              <a:ext uri="{FF2B5EF4-FFF2-40B4-BE49-F238E27FC236}">
                <a16:creationId xmlns:a16="http://schemas.microsoft.com/office/drawing/2014/main" id="{369863BD-06F6-44E5-B356-1881E0B1B0C3}"/>
              </a:ext>
            </a:extLst>
          </p:cNvPr>
          <p:cNvSpPr/>
          <p:nvPr/>
        </p:nvSpPr>
        <p:spPr>
          <a:xfrm>
            <a:off x="5494685" y="6006555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69" name="Rectangle 768">
            <a:extLst>
              <a:ext uri="{FF2B5EF4-FFF2-40B4-BE49-F238E27FC236}">
                <a16:creationId xmlns:a16="http://schemas.microsoft.com/office/drawing/2014/main" id="{838644EA-351F-4AD8-B1D8-F8F191F0C7E9}"/>
              </a:ext>
            </a:extLst>
          </p:cNvPr>
          <p:cNvSpPr/>
          <p:nvPr/>
        </p:nvSpPr>
        <p:spPr>
          <a:xfrm>
            <a:off x="5616923" y="60065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70" name="Rectangle 769">
            <a:extLst>
              <a:ext uri="{FF2B5EF4-FFF2-40B4-BE49-F238E27FC236}">
                <a16:creationId xmlns:a16="http://schemas.microsoft.com/office/drawing/2014/main" id="{FD7F9C2E-5702-443E-99D2-B249257CC18C}"/>
              </a:ext>
            </a:extLst>
          </p:cNvPr>
          <p:cNvSpPr/>
          <p:nvPr/>
        </p:nvSpPr>
        <p:spPr>
          <a:xfrm>
            <a:off x="5761385" y="6006555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71" name="Rectangle 770">
            <a:extLst>
              <a:ext uri="{FF2B5EF4-FFF2-40B4-BE49-F238E27FC236}">
                <a16:creationId xmlns:a16="http://schemas.microsoft.com/office/drawing/2014/main" id="{A2C9A818-F58E-48EF-AAB1-E5D7B68B838E}"/>
              </a:ext>
            </a:extLst>
          </p:cNvPr>
          <p:cNvSpPr/>
          <p:nvPr/>
        </p:nvSpPr>
        <p:spPr>
          <a:xfrm>
            <a:off x="5121623" y="60065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72" name="Rectangle 771">
            <a:extLst>
              <a:ext uri="{FF2B5EF4-FFF2-40B4-BE49-F238E27FC236}">
                <a16:creationId xmlns:a16="http://schemas.microsoft.com/office/drawing/2014/main" id="{9A120D87-FF8B-4413-983F-E3BC31E42A1F}"/>
              </a:ext>
            </a:extLst>
          </p:cNvPr>
          <p:cNvSpPr/>
          <p:nvPr/>
        </p:nvSpPr>
        <p:spPr>
          <a:xfrm>
            <a:off x="5883623" y="60065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73" name="Rectangle 772">
            <a:extLst>
              <a:ext uri="{FF2B5EF4-FFF2-40B4-BE49-F238E27FC236}">
                <a16:creationId xmlns:a16="http://schemas.microsoft.com/office/drawing/2014/main" id="{579D692E-7B84-46B3-B0AE-50BDBEFFAEB2}"/>
              </a:ext>
            </a:extLst>
          </p:cNvPr>
          <p:cNvSpPr/>
          <p:nvPr/>
        </p:nvSpPr>
        <p:spPr>
          <a:xfrm>
            <a:off x="6196360" y="32935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74" name="Rectangle 773">
            <a:extLst>
              <a:ext uri="{FF2B5EF4-FFF2-40B4-BE49-F238E27FC236}">
                <a16:creationId xmlns:a16="http://schemas.microsoft.com/office/drawing/2014/main" id="{D65F1A94-697A-4C6A-853E-8CA2462B60E1}"/>
              </a:ext>
            </a:extLst>
          </p:cNvPr>
          <p:cNvSpPr/>
          <p:nvPr/>
        </p:nvSpPr>
        <p:spPr>
          <a:xfrm>
            <a:off x="6310660" y="32935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75" name="Rectangle 774">
            <a:extLst>
              <a:ext uri="{FF2B5EF4-FFF2-40B4-BE49-F238E27FC236}">
                <a16:creationId xmlns:a16="http://schemas.microsoft.com/office/drawing/2014/main" id="{A60A1AFB-13BA-4C1C-A4B4-4DE46A8FBEBC}"/>
              </a:ext>
            </a:extLst>
          </p:cNvPr>
          <p:cNvSpPr/>
          <p:nvPr/>
        </p:nvSpPr>
        <p:spPr>
          <a:xfrm>
            <a:off x="6455123" y="32935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76" name="Rectangle 775">
            <a:extLst>
              <a:ext uri="{FF2B5EF4-FFF2-40B4-BE49-F238E27FC236}">
                <a16:creationId xmlns:a16="http://schemas.microsoft.com/office/drawing/2014/main" id="{95CE87F1-6CA0-4AEE-AB07-6E822D5F86CE}"/>
              </a:ext>
            </a:extLst>
          </p:cNvPr>
          <p:cNvSpPr/>
          <p:nvPr/>
        </p:nvSpPr>
        <p:spPr>
          <a:xfrm>
            <a:off x="6577360" y="32935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77" name="Rectangle 776">
            <a:extLst>
              <a:ext uri="{FF2B5EF4-FFF2-40B4-BE49-F238E27FC236}">
                <a16:creationId xmlns:a16="http://schemas.microsoft.com/office/drawing/2014/main" id="{245966E6-6653-4D05-B573-BCEDCB167772}"/>
              </a:ext>
            </a:extLst>
          </p:cNvPr>
          <p:cNvSpPr/>
          <p:nvPr/>
        </p:nvSpPr>
        <p:spPr>
          <a:xfrm>
            <a:off x="6721823" y="32935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78" name="Rectangle 777">
            <a:extLst>
              <a:ext uri="{FF2B5EF4-FFF2-40B4-BE49-F238E27FC236}">
                <a16:creationId xmlns:a16="http://schemas.microsoft.com/office/drawing/2014/main" id="{0A35DA6B-3DC3-4CBD-99A0-E0326D99547E}"/>
              </a:ext>
            </a:extLst>
          </p:cNvPr>
          <p:cNvSpPr/>
          <p:nvPr/>
        </p:nvSpPr>
        <p:spPr>
          <a:xfrm>
            <a:off x="6082060" y="32935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79" name="Rectangle 778">
            <a:extLst>
              <a:ext uri="{FF2B5EF4-FFF2-40B4-BE49-F238E27FC236}">
                <a16:creationId xmlns:a16="http://schemas.microsoft.com/office/drawing/2014/main" id="{809AD514-E74F-4379-A5AE-A1A511089D51}"/>
              </a:ext>
            </a:extLst>
          </p:cNvPr>
          <p:cNvSpPr/>
          <p:nvPr/>
        </p:nvSpPr>
        <p:spPr>
          <a:xfrm>
            <a:off x="6844060" y="32935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80" name="Rectangle 779">
            <a:extLst>
              <a:ext uri="{FF2B5EF4-FFF2-40B4-BE49-F238E27FC236}">
                <a16:creationId xmlns:a16="http://schemas.microsoft.com/office/drawing/2014/main" id="{768BD5E4-5AC6-4893-A437-9D45D1DDF51A}"/>
              </a:ext>
            </a:extLst>
          </p:cNvPr>
          <p:cNvSpPr/>
          <p:nvPr/>
        </p:nvSpPr>
        <p:spPr>
          <a:xfrm>
            <a:off x="6188423" y="34459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81" name="Rectangle 780">
            <a:extLst>
              <a:ext uri="{FF2B5EF4-FFF2-40B4-BE49-F238E27FC236}">
                <a16:creationId xmlns:a16="http://schemas.microsoft.com/office/drawing/2014/main" id="{D6C277AE-7A11-4EEA-91D9-91DB3C497AE2}"/>
              </a:ext>
            </a:extLst>
          </p:cNvPr>
          <p:cNvSpPr/>
          <p:nvPr/>
        </p:nvSpPr>
        <p:spPr>
          <a:xfrm>
            <a:off x="6302723" y="34459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82" name="Rectangle 781">
            <a:extLst>
              <a:ext uri="{FF2B5EF4-FFF2-40B4-BE49-F238E27FC236}">
                <a16:creationId xmlns:a16="http://schemas.microsoft.com/office/drawing/2014/main" id="{5F249A27-5483-43DB-8523-F496555E66AD}"/>
              </a:ext>
            </a:extLst>
          </p:cNvPr>
          <p:cNvSpPr/>
          <p:nvPr/>
        </p:nvSpPr>
        <p:spPr>
          <a:xfrm>
            <a:off x="6447185" y="34459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83" name="Rectangle 782">
            <a:extLst>
              <a:ext uri="{FF2B5EF4-FFF2-40B4-BE49-F238E27FC236}">
                <a16:creationId xmlns:a16="http://schemas.microsoft.com/office/drawing/2014/main" id="{A5E9EA3B-56CF-41AD-9859-09578A68F038}"/>
              </a:ext>
            </a:extLst>
          </p:cNvPr>
          <p:cNvSpPr/>
          <p:nvPr/>
        </p:nvSpPr>
        <p:spPr>
          <a:xfrm>
            <a:off x="6569423" y="34459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84" name="Rectangle 783">
            <a:extLst>
              <a:ext uri="{FF2B5EF4-FFF2-40B4-BE49-F238E27FC236}">
                <a16:creationId xmlns:a16="http://schemas.microsoft.com/office/drawing/2014/main" id="{2F9EC77E-E515-481E-9892-12CF1FF971DB}"/>
              </a:ext>
            </a:extLst>
          </p:cNvPr>
          <p:cNvSpPr/>
          <p:nvPr/>
        </p:nvSpPr>
        <p:spPr>
          <a:xfrm>
            <a:off x="6713885" y="34459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85" name="Rectangle 784">
            <a:extLst>
              <a:ext uri="{FF2B5EF4-FFF2-40B4-BE49-F238E27FC236}">
                <a16:creationId xmlns:a16="http://schemas.microsoft.com/office/drawing/2014/main" id="{F40E3124-7464-4F06-AECD-AE6517EEE82D}"/>
              </a:ext>
            </a:extLst>
          </p:cNvPr>
          <p:cNvSpPr/>
          <p:nvPr/>
        </p:nvSpPr>
        <p:spPr>
          <a:xfrm>
            <a:off x="6074123" y="34459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86" name="Rectangle 785">
            <a:extLst>
              <a:ext uri="{FF2B5EF4-FFF2-40B4-BE49-F238E27FC236}">
                <a16:creationId xmlns:a16="http://schemas.microsoft.com/office/drawing/2014/main" id="{E6D66689-0D4C-468F-AB7A-D506E261BEA6}"/>
              </a:ext>
            </a:extLst>
          </p:cNvPr>
          <p:cNvSpPr/>
          <p:nvPr/>
        </p:nvSpPr>
        <p:spPr>
          <a:xfrm>
            <a:off x="6836123" y="34459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87" name="Rectangle 786">
            <a:extLst>
              <a:ext uri="{FF2B5EF4-FFF2-40B4-BE49-F238E27FC236}">
                <a16:creationId xmlns:a16="http://schemas.microsoft.com/office/drawing/2014/main" id="{CF7F4BE8-841C-4460-A38A-4464626EB408}"/>
              </a:ext>
            </a:extLst>
          </p:cNvPr>
          <p:cNvSpPr/>
          <p:nvPr/>
        </p:nvSpPr>
        <p:spPr>
          <a:xfrm>
            <a:off x="6196360" y="35983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88" name="Rectangle 787">
            <a:extLst>
              <a:ext uri="{FF2B5EF4-FFF2-40B4-BE49-F238E27FC236}">
                <a16:creationId xmlns:a16="http://schemas.microsoft.com/office/drawing/2014/main" id="{516445B3-105F-4A2B-8E04-25CC0E9B5AD0}"/>
              </a:ext>
            </a:extLst>
          </p:cNvPr>
          <p:cNvSpPr/>
          <p:nvPr/>
        </p:nvSpPr>
        <p:spPr>
          <a:xfrm>
            <a:off x="6310660" y="35983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89" name="Rectangle 788">
            <a:extLst>
              <a:ext uri="{FF2B5EF4-FFF2-40B4-BE49-F238E27FC236}">
                <a16:creationId xmlns:a16="http://schemas.microsoft.com/office/drawing/2014/main" id="{68A08674-BC93-4739-96A1-EC57B0D647AB}"/>
              </a:ext>
            </a:extLst>
          </p:cNvPr>
          <p:cNvSpPr/>
          <p:nvPr/>
        </p:nvSpPr>
        <p:spPr>
          <a:xfrm>
            <a:off x="6455123" y="35983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90" name="Rectangle 789">
            <a:extLst>
              <a:ext uri="{FF2B5EF4-FFF2-40B4-BE49-F238E27FC236}">
                <a16:creationId xmlns:a16="http://schemas.microsoft.com/office/drawing/2014/main" id="{89B2FC7E-CEDD-4966-8AA5-1E9FE56E6194}"/>
              </a:ext>
            </a:extLst>
          </p:cNvPr>
          <p:cNvSpPr/>
          <p:nvPr/>
        </p:nvSpPr>
        <p:spPr>
          <a:xfrm>
            <a:off x="6577360" y="35983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91" name="Rectangle 790">
            <a:extLst>
              <a:ext uri="{FF2B5EF4-FFF2-40B4-BE49-F238E27FC236}">
                <a16:creationId xmlns:a16="http://schemas.microsoft.com/office/drawing/2014/main" id="{EC2CB38D-6FBF-4566-A638-68688626C48F}"/>
              </a:ext>
            </a:extLst>
          </p:cNvPr>
          <p:cNvSpPr/>
          <p:nvPr/>
        </p:nvSpPr>
        <p:spPr>
          <a:xfrm>
            <a:off x="6721823" y="35983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92" name="Rectangle 791">
            <a:extLst>
              <a:ext uri="{FF2B5EF4-FFF2-40B4-BE49-F238E27FC236}">
                <a16:creationId xmlns:a16="http://schemas.microsoft.com/office/drawing/2014/main" id="{C4A0288E-C302-4CDC-9C4B-D3FA0D57004D}"/>
              </a:ext>
            </a:extLst>
          </p:cNvPr>
          <p:cNvSpPr/>
          <p:nvPr/>
        </p:nvSpPr>
        <p:spPr>
          <a:xfrm>
            <a:off x="6082060" y="35983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93" name="Rectangle 792">
            <a:extLst>
              <a:ext uri="{FF2B5EF4-FFF2-40B4-BE49-F238E27FC236}">
                <a16:creationId xmlns:a16="http://schemas.microsoft.com/office/drawing/2014/main" id="{719B8832-57D0-4808-9B8E-BEABB8EAF7F5}"/>
              </a:ext>
            </a:extLst>
          </p:cNvPr>
          <p:cNvSpPr/>
          <p:nvPr/>
        </p:nvSpPr>
        <p:spPr>
          <a:xfrm>
            <a:off x="6844060" y="35983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94" name="Rectangle 793">
            <a:extLst>
              <a:ext uri="{FF2B5EF4-FFF2-40B4-BE49-F238E27FC236}">
                <a16:creationId xmlns:a16="http://schemas.microsoft.com/office/drawing/2014/main" id="{606162C4-BC83-4E2C-A765-EA2E0047C363}"/>
              </a:ext>
            </a:extLst>
          </p:cNvPr>
          <p:cNvSpPr/>
          <p:nvPr/>
        </p:nvSpPr>
        <p:spPr>
          <a:xfrm>
            <a:off x="6196360" y="37507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95" name="Rectangle 794">
            <a:extLst>
              <a:ext uri="{FF2B5EF4-FFF2-40B4-BE49-F238E27FC236}">
                <a16:creationId xmlns:a16="http://schemas.microsoft.com/office/drawing/2014/main" id="{A0A8297D-DAE7-4A46-8AAE-3DD756013CC2}"/>
              </a:ext>
            </a:extLst>
          </p:cNvPr>
          <p:cNvSpPr/>
          <p:nvPr/>
        </p:nvSpPr>
        <p:spPr>
          <a:xfrm>
            <a:off x="6310660" y="37507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96" name="Rectangle 795">
            <a:extLst>
              <a:ext uri="{FF2B5EF4-FFF2-40B4-BE49-F238E27FC236}">
                <a16:creationId xmlns:a16="http://schemas.microsoft.com/office/drawing/2014/main" id="{43164067-C069-4028-BECF-751C23A65AC2}"/>
              </a:ext>
            </a:extLst>
          </p:cNvPr>
          <p:cNvSpPr/>
          <p:nvPr/>
        </p:nvSpPr>
        <p:spPr>
          <a:xfrm>
            <a:off x="6455123" y="37507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97" name="Rectangle 796">
            <a:extLst>
              <a:ext uri="{FF2B5EF4-FFF2-40B4-BE49-F238E27FC236}">
                <a16:creationId xmlns:a16="http://schemas.microsoft.com/office/drawing/2014/main" id="{7415E3CE-1161-4497-9143-344B85B5BB26}"/>
              </a:ext>
            </a:extLst>
          </p:cNvPr>
          <p:cNvSpPr/>
          <p:nvPr/>
        </p:nvSpPr>
        <p:spPr>
          <a:xfrm>
            <a:off x="6577360" y="37507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98" name="Rectangle 797">
            <a:extLst>
              <a:ext uri="{FF2B5EF4-FFF2-40B4-BE49-F238E27FC236}">
                <a16:creationId xmlns:a16="http://schemas.microsoft.com/office/drawing/2014/main" id="{9C4DA39F-05E8-4F59-BC30-46C43B38469B}"/>
              </a:ext>
            </a:extLst>
          </p:cNvPr>
          <p:cNvSpPr/>
          <p:nvPr/>
        </p:nvSpPr>
        <p:spPr>
          <a:xfrm>
            <a:off x="6721823" y="37507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799" name="Rectangle 798">
            <a:extLst>
              <a:ext uri="{FF2B5EF4-FFF2-40B4-BE49-F238E27FC236}">
                <a16:creationId xmlns:a16="http://schemas.microsoft.com/office/drawing/2014/main" id="{BD37ECCB-BC62-463A-B20C-C76D5BF42D56}"/>
              </a:ext>
            </a:extLst>
          </p:cNvPr>
          <p:cNvSpPr/>
          <p:nvPr/>
        </p:nvSpPr>
        <p:spPr>
          <a:xfrm>
            <a:off x="6082060" y="37507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00" name="Rectangle 799">
            <a:extLst>
              <a:ext uri="{FF2B5EF4-FFF2-40B4-BE49-F238E27FC236}">
                <a16:creationId xmlns:a16="http://schemas.microsoft.com/office/drawing/2014/main" id="{183FFF46-2997-4619-9283-2A3BE9F1A261}"/>
              </a:ext>
            </a:extLst>
          </p:cNvPr>
          <p:cNvSpPr/>
          <p:nvPr/>
        </p:nvSpPr>
        <p:spPr>
          <a:xfrm>
            <a:off x="6844060" y="37507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01" name="Rectangle 800">
            <a:extLst>
              <a:ext uri="{FF2B5EF4-FFF2-40B4-BE49-F238E27FC236}">
                <a16:creationId xmlns:a16="http://schemas.microsoft.com/office/drawing/2014/main" id="{5DFD0F65-8791-4BAA-86A5-62C2FC430A95}"/>
              </a:ext>
            </a:extLst>
          </p:cNvPr>
          <p:cNvSpPr/>
          <p:nvPr/>
        </p:nvSpPr>
        <p:spPr>
          <a:xfrm>
            <a:off x="6188423" y="39031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02" name="Rectangle 801">
            <a:extLst>
              <a:ext uri="{FF2B5EF4-FFF2-40B4-BE49-F238E27FC236}">
                <a16:creationId xmlns:a16="http://schemas.microsoft.com/office/drawing/2014/main" id="{E7F56883-9BEE-482B-B4BE-D3FACDEC5D34}"/>
              </a:ext>
            </a:extLst>
          </p:cNvPr>
          <p:cNvSpPr/>
          <p:nvPr/>
        </p:nvSpPr>
        <p:spPr>
          <a:xfrm>
            <a:off x="6302723" y="39031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03" name="Rectangle 802">
            <a:extLst>
              <a:ext uri="{FF2B5EF4-FFF2-40B4-BE49-F238E27FC236}">
                <a16:creationId xmlns:a16="http://schemas.microsoft.com/office/drawing/2014/main" id="{73275052-1593-4300-83C4-2E180FB36CF0}"/>
              </a:ext>
            </a:extLst>
          </p:cNvPr>
          <p:cNvSpPr/>
          <p:nvPr/>
        </p:nvSpPr>
        <p:spPr>
          <a:xfrm>
            <a:off x="6447185" y="39031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04" name="Rectangle 803">
            <a:extLst>
              <a:ext uri="{FF2B5EF4-FFF2-40B4-BE49-F238E27FC236}">
                <a16:creationId xmlns:a16="http://schemas.microsoft.com/office/drawing/2014/main" id="{E265FBBF-CE5E-48A8-9BEE-003DE9D32F51}"/>
              </a:ext>
            </a:extLst>
          </p:cNvPr>
          <p:cNvSpPr/>
          <p:nvPr/>
        </p:nvSpPr>
        <p:spPr>
          <a:xfrm>
            <a:off x="6569423" y="39031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05" name="Rectangle 804">
            <a:extLst>
              <a:ext uri="{FF2B5EF4-FFF2-40B4-BE49-F238E27FC236}">
                <a16:creationId xmlns:a16="http://schemas.microsoft.com/office/drawing/2014/main" id="{89BB3F91-3844-496C-BF20-E21DD1718BBF}"/>
              </a:ext>
            </a:extLst>
          </p:cNvPr>
          <p:cNvSpPr/>
          <p:nvPr/>
        </p:nvSpPr>
        <p:spPr>
          <a:xfrm>
            <a:off x="6713885" y="39031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06" name="Rectangle 805">
            <a:extLst>
              <a:ext uri="{FF2B5EF4-FFF2-40B4-BE49-F238E27FC236}">
                <a16:creationId xmlns:a16="http://schemas.microsoft.com/office/drawing/2014/main" id="{BBDDAF7E-0B78-4C97-B0C0-7BD123005448}"/>
              </a:ext>
            </a:extLst>
          </p:cNvPr>
          <p:cNvSpPr/>
          <p:nvPr/>
        </p:nvSpPr>
        <p:spPr>
          <a:xfrm>
            <a:off x="6074123" y="39031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07" name="Rectangle 806">
            <a:extLst>
              <a:ext uri="{FF2B5EF4-FFF2-40B4-BE49-F238E27FC236}">
                <a16:creationId xmlns:a16="http://schemas.microsoft.com/office/drawing/2014/main" id="{3DBFBA68-9DBD-4B8E-B2D1-012D2B415412}"/>
              </a:ext>
            </a:extLst>
          </p:cNvPr>
          <p:cNvSpPr/>
          <p:nvPr/>
        </p:nvSpPr>
        <p:spPr>
          <a:xfrm>
            <a:off x="6836123" y="39031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08" name="Rectangle 807">
            <a:extLst>
              <a:ext uri="{FF2B5EF4-FFF2-40B4-BE49-F238E27FC236}">
                <a16:creationId xmlns:a16="http://schemas.microsoft.com/office/drawing/2014/main" id="{A5B83F62-DF49-406F-B172-243DD74C4546}"/>
              </a:ext>
            </a:extLst>
          </p:cNvPr>
          <p:cNvSpPr/>
          <p:nvPr/>
        </p:nvSpPr>
        <p:spPr>
          <a:xfrm>
            <a:off x="6188423" y="40555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09" name="Rectangle 808">
            <a:extLst>
              <a:ext uri="{FF2B5EF4-FFF2-40B4-BE49-F238E27FC236}">
                <a16:creationId xmlns:a16="http://schemas.microsoft.com/office/drawing/2014/main" id="{9AED0DCD-59F0-4F98-B1FE-F7E20015DF40}"/>
              </a:ext>
            </a:extLst>
          </p:cNvPr>
          <p:cNvSpPr/>
          <p:nvPr/>
        </p:nvSpPr>
        <p:spPr>
          <a:xfrm>
            <a:off x="6302723" y="40555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10" name="Rectangle 809">
            <a:extLst>
              <a:ext uri="{FF2B5EF4-FFF2-40B4-BE49-F238E27FC236}">
                <a16:creationId xmlns:a16="http://schemas.microsoft.com/office/drawing/2014/main" id="{87316F26-EEC1-41A3-9A9A-02E1B55C0AA7}"/>
              </a:ext>
            </a:extLst>
          </p:cNvPr>
          <p:cNvSpPr/>
          <p:nvPr/>
        </p:nvSpPr>
        <p:spPr>
          <a:xfrm>
            <a:off x="6447185" y="40555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11" name="Rectangle 810">
            <a:extLst>
              <a:ext uri="{FF2B5EF4-FFF2-40B4-BE49-F238E27FC236}">
                <a16:creationId xmlns:a16="http://schemas.microsoft.com/office/drawing/2014/main" id="{D7D96FFB-5C7E-4A12-80C9-A4ED9CFFB9AD}"/>
              </a:ext>
            </a:extLst>
          </p:cNvPr>
          <p:cNvSpPr/>
          <p:nvPr/>
        </p:nvSpPr>
        <p:spPr>
          <a:xfrm>
            <a:off x="6569423" y="40555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12" name="Rectangle 811">
            <a:extLst>
              <a:ext uri="{FF2B5EF4-FFF2-40B4-BE49-F238E27FC236}">
                <a16:creationId xmlns:a16="http://schemas.microsoft.com/office/drawing/2014/main" id="{E7C0E0BD-B322-45DE-9443-AA318F8B48C0}"/>
              </a:ext>
            </a:extLst>
          </p:cNvPr>
          <p:cNvSpPr/>
          <p:nvPr/>
        </p:nvSpPr>
        <p:spPr>
          <a:xfrm>
            <a:off x="6713885" y="40555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13" name="Rectangle 812">
            <a:extLst>
              <a:ext uri="{FF2B5EF4-FFF2-40B4-BE49-F238E27FC236}">
                <a16:creationId xmlns:a16="http://schemas.microsoft.com/office/drawing/2014/main" id="{5AC8C845-5BAA-4FD5-861D-FB8EDF2308B6}"/>
              </a:ext>
            </a:extLst>
          </p:cNvPr>
          <p:cNvSpPr/>
          <p:nvPr/>
        </p:nvSpPr>
        <p:spPr>
          <a:xfrm>
            <a:off x="6074123" y="40555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14" name="Rectangle 813">
            <a:extLst>
              <a:ext uri="{FF2B5EF4-FFF2-40B4-BE49-F238E27FC236}">
                <a16:creationId xmlns:a16="http://schemas.microsoft.com/office/drawing/2014/main" id="{24DE2080-A2A4-4F14-AA9F-F89A119BEC74}"/>
              </a:ext>
            </a:extLst>
          </p:cNvPr>
          <p:cNvSpPr/>
          <p:nvPr/>
        </p:nvSpPr>
        <p:spPr>
          <a:xfrm>
            <a:off x="6836123" y="40555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15" name="Rectangle 814">
            <a:extLst>
              <a:ext uri="{FF2B5EF4-FFF2-40B4-BE49-F238E27FC236}">
                <a16:creationId xmlns:a16="http://schemas.microsoft.com/office/drawing/2014/main" id="{F97F1931-1448-410D-845C-26B532C4DFD1}"/>
              </a:ext>
            </a:extLst>
          </p:cNvPr>
          <p:cNvSpPr/>
          <p:nvPr/>
        </p:nvSpPr>
        <p:spPr>
          <a:xfrm>
            <a:off x="6188423" y="42158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16" name="Rectangle 815">
            <a:extLst>
              <a:ext uri="{FF2B5EF4-FFF2-40B4-BE49-F238E27FC236}">
                <a16:creationId xmlns:a16="http://schemas.microsoft.com/office/drawing/2014/main" id="{5F6CDD99-7B57-46DC-9634-87CACD52B3F2}"/>
              </a:ext>
            </a:extLst>
          </p:cNvPr>
          <p:cNvSpPr/>
          <p:nvPr/>
        </p:nvSpPr>
        <p:spPr>
          <a:xfrm>
            <a:off x="6302723" y="42158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17" name="Rectangle 816">
            <a:extLst>
              <a:ext uri="{FF2B5EF4-FFF2-40B4-BE49-F238E27FC236}">
                <a16:creationId xmlns:a16="http://schemas.microsoft.com/office/drawing/2014/main" id="{36FD36F6-13EC-4EE3-BE9B-7C0187FBB78D}"/>
              </a:ext>
            </a:extLst>
          </p:cNvPr>
          <p:cNvSpPr/>
          <p:nvPr/>
        </p:nvSpPr>
        <p:spPr>
          <a:xfrm>
            <a:off x="6447185" y="4215855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18" name="Rectangle 817">
            <a:extLst>
              <a:ext uri="{FF2B5EF4-FFF2-40B4-BE49-F238E27FC236}">
                <a16:creationId xmlns:a16="http://schemas.microsoft.com/office/drawing/2014/main" id="{86C5633F-1F7C-4555-B32B-8B51EB3D4AC2}"/>
              </a:ext>
            </a:extLst>
          </p:cNvPr>
          <p:cNvSpPr/>
          <p:nvPr/>
        </p:nvSpPr>
        <p:spPr>
          <a:xfrm>
            <a:off x="6569423" y="42158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19" name="Rectangle 818">
            <a:extLst>
              <a:ext uri="{FF2B5EF4-FFF2-40B4-BE49-F238E27FC236}">
                <a16:creationId xmlns:a16="http://schemas.microsoft.com/office/drawing/2014/main" id="{15E5D2EF-6291-406F-A0AB-D8C51336C99A}"/>
              </a:ext>
            </a:extLst>
          </p:cNvPr>
          <p:cNvSpPr/>
          <p:nvPr/>
        </p:nvSpPr>
        <p:spPr>
          <a:xfrm>
            <a:off x="6713885" y="4215855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20" name="Rectangle 819">
            <a:extLst>
              <a:ext uri="{FF2B5EF4-FFF2-40B4-BE49-F238E27FC236}">
                <a16:creationId xmlns:a16="http://schemas.microsoft.com/office/drawing/2014/main" id="{FBE9010D-8D7D-4F72-B1F6-761C53B4AB0E}"/>
              </a:ext>
            </a:extLst>
          </p:cNvPr>
          <p:cNvSpPr/>
          <p:nvPr/>
        </p:nvSpPr>
        <p:spPr>
          <a:xfrm>
            <a:off x="6074123" y="42158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21" name="Rectangle 820">
            <a:extLst>
              <a:ext uri="{FF2B5EF4-FFF2-40B4-BE49-F238E27FC236}">
                <a16:creationId xmlns:a16="http://schemas.microsoft.com/office/drawing/2014/main" id="{76DE5CAE-E726-451D-BB7A-C19526781B28}"/>
              </a:ext>
            </a:extLst>
          </p:cNvPr>
          <p:cNvSpPr/>
          <p:nvPr/>
        </p:nvSpPr>
        <p:spPr>
          <a:xfrm>
            <a:off x="6836123" y="42158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22" name="Rectangle 821">
            <a:extLst>
              <a:ext uri="{FF2B5EF4-FFF2-40B4-BE49-F238E27FC236}">
                <a16:creationId xmlns:a16="http://schemas.microsoft.com/office/drawing/2014/main" id="{3B4DA28B-7EEA-4363-BC00-369C06FC73D0}"/>
              </a:ext>
            </a:extLst>
          </p:cNvPr>
          <p:cNvSpPr/>
          <p:nvPr/>
        </p:nvSpPr>
        <p:spPr>
          <a:xfrm>
            <a:off x="6188423" y="43682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23" name="Rectangle 822">
            <a:extLst>
              <a:ext uri="{FF2B5EF4-FFF2-40B4-BE49-F238E27FC236}">
                <a16:creationId xmlns:a16="http://schemas.microsoft.com/office/drawing/2014/main" id="{CFCC7F5F-52B2-4E6E-8D0D-68C5571CD2A0}"/>
              </a:ext>
            </a:extLst>
          </p:cNvPr>
          <p:cNvSpPr/>
          <p:nvPr/>
        </p:nvSpPr>
        <p:spPr>
          <a:xfrm>
            <a:off x="6302723" y="43682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24" name="Rectangle 823">
            <a:extLst>
              <a:ext uri="{FF2B5EF4-FFF2-40B4-BE49-F238E27FC236}">
                <a16:creationId xmlns:a16="http://schemas.microsoft.com/office/drawing/2014/main" id="{16C1654B-1782-4206-A850-879FD5BB39F7}"/>
              </a:ext>
            </a:extLst>
          </p:cNvPr>
          <p:cNvSpPr/>
          <p:nvPr/>
        </p:nvSpPr>
        <p:spPr>
          <a:xfrm>
            <a:off x="6447185" y="4368255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25" name="Rectangle 824">
            <a:extLst>
              <a:ext uri="{FF2B5EF4-FFF2-40B4-BE49-F238E27FC236}">
                <a16:creationId xmlns:a16="http://schemas.microsoft.com/office/drawing/2014/main" id="{04DBEBDB-C2A2-435F-92CB-EB45931E1199}"/>
              </a:ext>
            </a:extLst>
          </p:cNvPr>
          <p:cNvSpPr/>
          <p:nvPr/>
        </p:nvSpPr>
        <p:spPr>
          <a:xfrm>
            <a:off x="6569423" y="43682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26" name="Rectangle 825">
            <a:extLst>
              <a:ext uri="{FF2B5EF4-FFF2-40B4-BE49-F238E27FC236}">
                <a16:creationId xmlns:a16="http://schemas.microsoft.com/office/drawing/2014/main" id="{A3CFFD5A-2B06-4A2A-A8D8-820C1180B1DE}"/>
              </a:ext>
            </a:extLst>
          </p:cNvPr>
          <p:cNvSpPr/>
          <p:nvPr/>
        </p:nvSpPr>
        <p:spPr>
          <a:xfrm>
            <a:off x="6713885" y="4368255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27" name="Rectangle 826">
            <a:extLst>
              <a:ext uri="{FF2B5EF4-FFF2-40B4-BE49-F238E27FC236}">
                <a16:creationId xmlns:a16="http://schemas.microsoft.com/office/drawing/2014/main" id="{CD3CEE94-8EB2-4AF7-ACE4-04F0048E5388}"/>
              </a:ext>
            </a:extLst>
          </p:cNvPr>
          <p:cNvSpPr/>
          <p:nvPr/>
        </p:nvSpPr>
        <p:spPr>
          <a:xfrm>
            <a:off x="6074123" y="43682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28" name="Rectangle 827">
            <a:extLst>
              <a:ext uri="{FF2B5EF4-FFF2-40B4-BE49-F238E27FC236}">
                <a16:creationId xmlns:a16="http://schemas.microsoft.com/office/drawing/2014/main" id="{756D190C-569B-4F76-A11B-BAE8D259042B}"/>
              </a:ext>
            </a:extLst>
          </p:cNvPr>
          <p:cNvSpPr/>
          <p:nvPr/>
        </p:nvSpPr>
        <p:spPr>
          <a:xfrm>
            <a:off x="6836123" y="43682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29" name="Rectangle 828">
            <a:extLst>
              <a:ext uri="{FF2B5EF4-FFF2-40B4-BE49-F238E27FC236}">
                <a16:creationId xmlns:a16="http://schemas.microsoft.com/office/drawing/2014/main" id="{E912A725-C730-4A09-8015-85029CD2F1A5}"/>
              </a:ext>
            </a:extLst>
          </p:cNvPr>
          <p:cNvSpPr/>
          <p:nvPr/>
        </p:nvSpPr>
        <p:spPr>
          <a:xfrm>
            <a:off x="6188423" y="45206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30" name="Rectangle 829">
            <a:extLst>
              <a:ext uri="{FF2B5EF4-FFF2-40B4-BE49-F238E27FC236}">
                <a16:creationId xmlns:a16="http://schemas.microsoft.com/office/drawing/2014/main" id="{2E1DFDA3-9952-47B0-839A-6939C4E80024}"/>
              </a:ext>
            </a:extLst>
          </p:cNvPr>
          <p:cNvSpPr/>
          <p:nvPr/>
        </p:nvSpPr>
        <p:spPr>
          <a:xfrm>
            <a:off x="6302723" y="45206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31" name="Rectangle 830">
            <a:extLst>
              <a:ext uri="{FF2B5EF4-FFF2-40B4-BE49-F238E27FC236}">
                <a16:creationId xmlns:a16="http://schemas.microsoft.com/office/drawing/2014/main" id="{8E9B2F95-32EB-41CB-8613-8E7AD9D40491}"/>
              </a:ext>
            </a:extLst>
          </p:cNvPr>
          <p:cNvSpPr/>
          <p:nvPr/>
        </p:nvSpPr>
        <p:spPr>
          <a:xfrm>
            <a:off x="6447185" y="4520655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32" name="Rectangle 831">
            <a:extLst>
              <a:ext uri="{FF2B5EF4-FFF2-40B4-BE49-F238E27FC236}">
                <a16:creationId xmlns:a16="http://schemas.microsoft.com/office/drawing/2014/main" id="{529AE2FA-0014-4D3A-A499-6C84F52B564C}"/>
              </a:ext>
            </a:extLst>
          </p:cNvPr>
          <p:cNvSpPr/>
          <p:nvPr/>
        </p:nvSpPr>
        <p:spPr>
          <a:xfrm>
            <a:off x="6569423" y="45206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33" name="Rectangle 832">
            <a:extLst>
              <a:ext uri="{FF2B5EF4-FFF2-40B4-BE49-F238E27FC236}">
                <a16:creationId xmlns:a16="http://schemas.microsoft.com/office/drawing/2014/main" id="{3B21D071-1333-4B5F-9877-F8DF088404DF}"/>
              </a:ext>
            </a:extLst>
          </p:cNvPr>
          <p:cNvSpPr/>
          <p:nvPr/>
        </p:nvSpPr>
        <p:spPr>
          <a:xfrm>
            <a:off x="6713885" y="4520655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34" name="Rectangle 833">
            <a:extLst>
              <a:ext uri="{FF2B5EF4-FFF2-40B4-BE49-F238E27FC236}">
                <a16:creationId xmlns:a16="http://schemas.microsoft.com/office/drawing/2014/main" id="{71B5AC93-5717-4788-95F0-43389D091823}"/>
              </a:ext>
            </a:extLst>
          </p:cNvPr>
          <p:cNvSpPr/>
          <p:nvPr/>
        </p:nvSpPr>
        <p:spPr>
          <a:xfrm>
            <a:off x="6074123" y="45206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35" name="Rectangle 834">
            <a:extLst>
              <a:ext uri="{FF2B5EF4-FFF2-40B4-BE49-F238E27FC236}">
                <a16:creationId xmlns:a16="http://schemas.microsoft.com/office/drawing/2014/main" id="{EF34CADB-CC5C-462B-AAF6-23CFB3CE9C50}"/>
              </a:ext>
            </a:extLst>
          </p:cNvPr>
          <p:cNvSpPr/>
          <p:nvPr/>
        </p:nvSpPr>
        <p:spPr>
          <a:xfrm>
            <a:off x="6836123" y="45206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36" name="Rectangle 835">
            <a:extLst>
              <a:ext uri="{FF2B5EF4-FFF2-40B4-BE49-F238E27FC236}">
                <a16:creationId xmlns:a16="http://schemas.microsoft.com/office/drawing/2014/main" id="{D9D1FCCD-61B9-4C1C-B7C1-4072FE60465C}"/>
              </a:ext>
            </a:extLst>
          </p:cNvPr>
          <p:cNvSpPr/>
          <p:nvPr/>
        </p:nvSpPr>
        <p:spPr>
          <a:xfrm>
            <a:off x="6196360" y="47794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37" name="Rectangle 836">
            <a:extLst>
              <a:ext uri="{FF2B5EF4-FFF2-40B4-BE49-F238E27FC236}">
                <a16:creationId xmlns:a16="http://schemas.microsoft.com/office/drawing/2014/main" id="{0E8DF35A-9300-407A-A6AC-26A2F9C1FF92}"/>
              </a:ext>
            </a:extLst>
          </p:cNvPr>
          <p:cNvSpPr/>
          <p:nvPr/>
        </p:nvSpPr>
        <p:spPr>
          <a:xfrm>
            <a:off x="6310660" y="47794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38" name="Rectangle 837">
            <a:extLst>
              <a:ext uri="{FF2B5EF4-FFF2-40B4-BE49-F238E27FC236}">
                <a16:creationId xmlns:a16="http://schemas.microsoft.com/office/drawing/2014/main" id="{3581C072-AEE4-439B-A98D-DD616280787F}"/>
              </a:ext>
            </a:extLst>
          </p:cNvPr>
          <p:cNvSpPr/>
          <p:nvPr/>
        </p:nvSpPr>
        <p:spPr>
          <a:xfrm>
            <a:off x="6455123" y="47794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39" name="Rectangle 838">
            <a:extLst>
              <a:ext uri="{FF2B5EF4-FFF2-40B4-BE49-F238E27FC236}">
                <a16:creationId xmlns:a16="http://schemas.microsoft.com/office/drawing/2014/main" id="{B7344E66-99D3-4DE8-95CE-9012467EC269}"/>
              </a:ext>
            </a:extLst>
          </p:cNvPr>
          <p:cNvSpPr/>
          <p:nvPr/>
        </p:nvSpPr>
        <p:spPr>
          <a:xfrm>
            <a:off x="6577360" y="47794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40" name="Rectangle 839">
            <a:extLst>
              <a:ext uri="{FF2B5EF4-FFF2-40B4-BE49-F238E27FC236}">
                <a16:creationId xmlns:a16="http://schemas.microsoft.com/office/drawing/2014/main" id="{573B30FC-B9E7-4AA8-8C2B-85AE93CB59A7}"/>
              </a:ext>
            </a:extLst>
          </p:cNvPr>
          <p:cNvSpPr/>
          <p:nvPr/>
        </p:nvSpPr>
        <p:spPr>
          <a:xfrm>
            <a:off x="6721823" y="47794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41" name="Rectangle 840">
            <a:extLst>
              <a:ext uri="{FF2B5EF4-FFF2-40B4-BE49-F238E27FC236}">
                <a16:creationId xmlns:a16="http://schemas.microsoft.com/office/drawing/2014/main" id="{EE31B8A8-2827-4416-B3A6-DC06DF59BD32}"/>
              </a:ext>
            </a:extLst>
          </p:cNvPr>
          <p:cNvSpPr/>
          <p:nvPr/>
        </p:nvSpPr>
        <p:spPr>
          <a:xfrm>
            <a:off x="6082060" y="47794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42" name="Rectangle 841">
            <a:extLst>
              <a:ext uri="{FF2B5EF4-FFF2-40B4-BE49-F238E27FC236}">
                <a16:creationId xmlns:a16="http://schemas.microsoft.com/office/drawing/2014/main" id="{EDE03104-91F0-4B3F-8CF3-D877F646FC0A}"/>
              </a:ext>
            </a:extLst>
          </p:cNvPr>
          <p:cNvSpPr/>
          <p:nvPr/>
        </p:nvSpPr>
        <p:spPr>
          <a:xfrm>
            <a:off x="6844060" y="47794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43" name="Rectangle 842">
            <a:extLst>
              <a:ext uri="{FF2B5EF4-FFF2-40B4-BE49-F238E27FC236}">
                <a16:creationId xmlns:a16="http://schemas.microsoft.com/office/drawing/2014/main" id="{47CE5D21-7D20-43BF-B376-CF9931F367F1}"/>
              </a:ext>
            </a:extLst>
          </p:cNvPr>
          <p:cNvSpPr/>
          <p:nvPr/>
        </p:nvSpPr>
        <p:spPr>
          <a:xfrm>
            <a:off x="6188423" y="49318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44" name="Rectangle 843">
            <a:extLst>
              <a:ext uri="{FF2B5EF4-FFF2-40B4-BE49-F238E27FC236}">
                <a16:creationId xmlns:a16="http://schemas.microsoft.com/office/drawing/2014/main" id="{025F5680-23A5-4D72-9B83-A5CD244BA49C}"/>
              </a:ext>
            </a:extLst>
          </p:cNvPr>
          <p:cNvSpPr/>
          <p:nvPr/>
        </p:nvSpPr>
        <p:spPr>
          <a:xfrm>
            <a:off x="6302723" y="49318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45" name="Rectangle 844">
            <a:extLst>
              <a:ext uri="{FF2B5EF4-FFF2-40B4-BE49-F238E27FC236}">
                <a16:creationId xmlns:a16="http://schemas.microsoft.com/office/drawing/2014/main" id="{5CB436BE-9570-44F1-9C2E-31CDC62EA6C6}"/>
              </a:ext>
            </a:extLst>
          </p:cNvPr>
          <p:cNvSpPr/>
          <p:nvPr/>
        </p:nvSpPr>
        <p:spPr>
          <a:xfrm>
            <a:off x="6447185" y="49318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46" name="Rectangle 845">
            <a:extLst>
              <a:ext uri="{FF2B5EF4-FFF2-40B4-BE49-F238E27FC236}">
                <a16:creationId xmlns:a16="http://schemas.microsoft.com/office/drawing/2014/main" id="{0737591A-6FD5-4B6F-B865-2D859AB29744}"/>
              </a:ext>
            </a:extLst>
          </p:cNvPr>
          <p:cNvSpPr/>
          <p:nvPr/>
        </p:nvSpPr>
        <p:spPr>
          <a:xfrm>
            <a:off x="6569423" y="49318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47" name="Rectangle 846">
            <a:extLst>
              <a:ext uri="{FF2B5EF4-FFF2-40B4-BE49-F238E27FC236}">
                <a16:creationId xmlns:a16="http://schemas.microsoft.com/office/drawing/2014/main" id="{A3F3F62D-06B8-4C07-B844-38699A91DE5C}"/>
              </a:ext>
            </a:extLst>
          </p:cNvPr>
          <p:cNvSpPr/>
          <p:nvPr/>
        </p:nvSpPr>
        <p:spPr>
          <a:xfrm>
            <a:off x="6713885" y="49318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48" name="Rectangle 847">
            <a:extLst>
              <a:ext uri="{FF2B5EF4-FFF2-40B4-BE49-F238E27FC236}">
                <a16:creationId xmlns:a16="http://schemas.microsoft.com/office/drawing/2014/main" id="{50EC7B89-A164-4DFF-9164-5AF9504FCA77}"/>
              </a:ext>
            </a:extLst>
          </p:cNvPr>
          <p:cNvSpPr/>
          <p:nvPr/>
        </p:nvSpPr>
        <p:spPr>
          <a:xfrm>
            <a:off x="6074123" y="49318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49" name="Rectangle 848">
            <a:extLst>
              <a:ext uri="{FF2B5EF4-FFF2-40B4-BE49-F238E27FC236}">
                <a16:creationId xmlns:a16="http://schemas.microsoft.com/office/drawing/2014/main" id="{77BBBF69-62C7-491B-8A98-EB0B959E429B}"/>
              </a:ext>
            </a:extLst>
          </p:cNvPr>
          <p:cNvSpPr/>
          <p:nvPr/>
        </p:nvSpPr>
        <p:spPr>
          <a:xfrm>
            <a:off x="6836123" y="49318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50" name="Rectangle 849">
            <a:extLst>
              <a:ext uri="{FF2B5EF4-FFF2-40B4-BE49-F238E27FC236}">
                <a16:creationId xmlns:a16="http://schemas.microsoft.com/office/drawing/2014/main" id="{C9D0DA8A-836E-4E58-8BD5-909801FE0A02}"/>
              </a:ext>
            </a:extLst>
          </p:cNvPr>
          <p:cNvSpPr/>
          <p:nvPr/>
        </p:nvSpPr>
        <p:spPr>
          <a:xfrm>
            <a:off x="6196360" y="50842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51" name="Rectangle 850">
            <a:extLst>
              <a:ext uri="{FF2B5EF4-FFF2-40B4-BE49-F238E27FC236}">
                <a16:creationId xmlns:a16="http://schemas.microsoft.com/office/drawing/2014/main" id="{4BF17747-198A-49F8-B845-15C355A74D85}"/>
              </a:ext>
            </a:extLst>
          </p:cNvPr>
          <p:cNvSpPr/>
          <p:nvPr/>
        </p:nvSpPr>
        <p:spPr>
          <a:xfrm>
            <a:off x="6310660" y="50842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52" name="Rectangle 851">
            <a:extLst>
              <a:ext uri="{FF2B5EF4-FFF2-40B4-BE49-F238E27FC236}">
                <a16:creationId xmlns:a16="http://schemas.microsoft.com/office/drawing/2014/main" id="{A99CB4C5-F8C3-4984-9984-656AD8A42FD2}"/>
              </a:ext>
            </a:extLst>
          </p:cNvPr>
          <p:cNvSpPr/>
          <p:nvPr/>
        </p:nvSpPr>
        <p:spPr>
          <a:xfrm>
            <a:off x="6455123" y="50842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53" name="Rectangle 852">
            <a:extLst>
              <a:ext uri="{FF2B5EF4-FFF2-40B4-BE49-F238E27FC236}">
                <a16:creationId xmlns:a16="http://schemas.microsoft.com/office/drawing/2014/main" id="{5E09CD12-AED3-42B5-A10E-FDDC97E45E23}"/>
              </a:ext>
            </a:extLst>
          </p:cNvPr>
          <p:cNvSpPr/>
          <p:nvPr/>
        </p:nvSpPr>
        <p:spPr>
          <a:xfrm>
            <a:off x="6577360" y="50842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54" name="Rectangle 853">
            <a:extLst>
              <a:ext uri="{FF2B5EF4-FFF2-40B4-BE49-F238E27FC236}">
                <a16:creationId xmlns:a16="http://schemas.microsoft.com/office/drawing/2014/main" id="{CBB5D5A2-E080-4F29-A92D-A38303FCA335}"/>
              </a:ext>
            </a:extLst>
          </p:cNvPr>
          <p:cNvSpPr/>
          <p:nvPr/>
        </p:nvSpPr>
        <p:spPr>
          <a:xfrm>
            <a:off x="6721823" y="50842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55" name="Rectangle 854">
            <a:extLst>
              <a:ext uri="{FF2B5EF4-FFF2-40B4-BE49-F238E27FC236}">
                <a16:creationId xmlns:a16="http://schemas.microsoft.com/office/drawing/2014/main" id="{7E30D861-A676-48F7-8761-408144F9F1B5}"/>
              </a:ext>
            </a:extLst>
          </p:cNvPr>
          <p:cNvSpPr/>
          <p:nvPr/>
        </p:nvSpPr>
        <p:spPr>
          <a:xfrm>
            <a:off x="6082060" y="50842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56" name="Rectangle 855">
            <a:extLst>
              <a:ext uri="{FF2B5EF4-FFF2-40B4-BE49-F238E27FC236}">
                <a16:creationId xmlns:a16="http://schemas.microsoft.com/office/drawing/2014/main" id="{13D229A4-64D7-4A96-AB19-169153E30E20}"/>
              </a:ext>
            </a:extLst>
          </p:cNvPr>
          <p:cNvSpPr/>
          <p:nvPr/>
        </p:nvSpPr>
        <p:spPr>
          <a:xfrm>
            <a:off x="6844060" y="50842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57" name="Rectangle 856">
            <a:extLst>
              <a:ext uri="{FF2B5EF4-FFF2-40B4-BE49-F238E27FC236}">
                <a16:creationId xmlns:a16="http://schemas.microsoft.com/office/drawing/2014/main" id="{25B9E010-6E5C-499B-9696-E39FE42D19CC}"/>
              </a:ext>
            </a:extLst>
          </p:cNvPr>
          <p:cNvSpPr/>
          <p:nvPr/>
        </p:nvSpPr>
        <p:spPr>
          <a:xfrm>
            <a:off x="6196360" y="52366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58" name="Rectangle 857">
            <a:extLst>
              <a:ext uri="{FF2B5EF4-FFF2-40B4-BE49-F238E27FC236}">
                <a16:creationId xmlns:a16="http://schemas.microsoft.com/office/drawing/2014/main" id="{EACE96D7-50AB-4C6C-A07B-C2957D3DE933}"/>
              </a:ext>
            </a:extLst>
          </p:cNvPr>
          <p:cNvSpPr/>
          <p:nvPr/>
        </p:nvSpPr>
        <p:spPr>
          <a:xfrm>
            <a:off x="6310660" y="52366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59" name="Rectangle 858">
            <a:extLst>
              <a:ext uri="{FF2B5EF4-FFF2-40B4-BE49-F238E27FC236}">
                <a16:creationId xmlns:a16="http://schemas.microsoft.com/office/drawing/2014/main" id="{02BC1944-7DD0-49A8-8257-3520B29ED8B3}"/>
              </a:ext>
            </a:extLst>
          </p:cNvPr>
          <p:cNvSpPr/>
          <p:nvPr/>
        </p:nvSpPr>
        <p:spPr>
          <a:xfrm>
            <a:off x="6455123" y="52366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60" name="Rectangle 859">
            <a:extLst>
              <a:ext uri="{FF2B5EF4-FFF2-40B4-BE49-F238E27FC236}">
                <a16:creationId xmlns:a16="http://schemas.microsoft.com/office/drawing/2014/main" id="{DE2E07C2-3A74-42E2-9258-F7BFB7CE3C1F}"/>
              </a:ext>
            </a:extLst>
          </p:cNvPr>
          <p:cNvSpPr/>
          <p:nvPr/>
        </p:nvSpPr>
        <p:spPr>
          <a:xfrm>
            <a:off x="6577360" y="52366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61" name="Rectangle 860">
            <a:extLst>
              <a:ext uri="{FF2B5EF4-FFF2-40B4-BE49-F238E27FC236}">
                <a16:creationId xmlns:a16="http://schemas.microsoft.com/office/drawing/2014/main" id="{EDDDEFA7-0463-469D-9805-23E07279B05A}"/>
              </a:ext>
            </a:extLst>
          </p:cNvPr>
          <p:cNvSpPr/>
          <p:nvPr/>
        </p:nvSpPr>
        <p:spPr>
          <a:xfrm>
            <a:off x="6721823" y="52366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62" name="Rectangle 861">
            <a:extLst>
              <a:ext uri="{FF2B5EF4-FFF2-40B4-BE49-F238E27FC236}">
                <a16:creationId xmlns:a16="http://schemas.microsoft.com/office/drawing/2014/main" id="{4D8E9092-8FA2-487B-A6F5-4ECD0A3BD78A}"/>
              </a:ext>
            </a:extLst>
          </p:cNvPr>
          <p:cNvSpPr/>
          <p:nvPr/>
        </p:nvSpPr>
        <p:spPr>
          <a:xfrm>
            <a:off x="6082060" y="52366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63" name="Rectangle 862">
            <a:extLst>
              <a:ext uri="{FF2B5EF4-FFF2-40B4-BE49-F238E27FC236}">
                <a16:creationId xmlns:a16="http://schemas.microsoft.com/office/drawing/2014/main" id="{4CE0C6FB-ADD1-440D-9AD6-63E7DAD6CACF}"/>
              </a:ext>
            </a:extLst>
          </p:cNvPr>
          <p:cNvSpPr/>
          <p:nvPr/>
        </p:nvSpPr>
        <p:spPr>
          <a:xfrm>
            <a:off x="6844060" y="52366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64" name="Rectangle 863">
            <a:extLst>
              <a:ext uri="{FF2B5EF4-FFF2-40B4-BE49-F238E27FC236}">
                <a16:creationId xmlns:a16="http://schemas.microsoft.com/office/drawing/2014/main" id="{DBE5BDF2-5140-405B-BD6A-155CD94DC708}"/>
              </a:ext>
            </a:extLst>
          </p:cNvPr>
          <p:cNvSpPr/>
          <p:nvPr/>
        </p:nvSpPr>
        <p:spPr>
          <a:xfrm>
            <a:off x="6188423" y="53890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65" name="Rectangle 864">
            <a:extLst>
              <a:ext uri="{FF2B5EF4-FFF2-40B4-BE49-F238E27FC236}">
                <a16:creationId xmlns:a16="http://schemas.microsoft.com/office/drawing/2014/main" id="{7A6483C5-B81A-4D55-AD7A-6D9D08E0C6F6}"/>
              </a:ext>
            </a:extLst>
          </p:cNvPr>
          <p:cNvSpPr/>
          <p:nvPr/>
        </p:nvSpPr>
        <p:spPr>
          <a:xfrm>
            <a:off x="6302723" y="53890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66" name="Rectangle 865">
            <a:extLst>
              <a:ext uri="{FF2B5EF4-FFF2-40B4-BE49-F238E27FC236}">
                <a16:creationId xmlns:a16="http://schemas.microsoft.com/office/drawing/2014/main" id="{6A38ACE1-2004-4AC3-B4C3-D30B9313A405}"/>
              </a:ext>
            </a:extLst>
          </p:cNvPr>
          <p:cNvSpPr/>
          <p:nvPr/>
        </p:nvSpPr>
        <p:spPr>
          <a:xfrm>
            <a:off x="6447185" y="53890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67" name="Rectangle 866">
            <a:extLst>
              <a:ext uri="{FF2B5EF4-FFF2-40B4-BE49-F238E27FC236}">
                <a16:creationId xmlns:a16="http://schemas.microsoft.com/office/drawing/2014/main" id="{D33BA964-EA37-4A2F-A762-5848ED0397A1}"/>
              </a:ext>
            </a:extLst>
          </p:cNvPr>
          <p:cNvSpPr/>
          <p:nvPr/>
        </p:nvSpPr>
        <p:spPr>
          <a:xfrm>
            <a:off x="6569423" y="53890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68" name="Rectangle 867">
            <a:extLst>
              <a:ext uri="{FF2B5EF4-FFF2-40B4-BE49-F238E27FC236}">
                <a16:creationId xmlns:a16="http://schemas.microsoft.com/office/drawing/2014/main" id="{D45F337A-1BBA-464A-8A94-80D976C3F488}"/>
              </a:ext>
            </a:extLst>
          </p:cNvPr>
          <p:cNvSpPr/>
          <p:nvPr/>
        </p:nvSpPr>
        <p:spPr>
          <a:xfrm>
            <a:off x="6713885" y="53890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69" name="Rectangle 868">
            <a:extLst>
              <a:ext uri="{FF2B5EF4-FFF2-40B4-BE49-F238E27FC236}">
                <a16:creationId xmlns:a16="http://schemas.microsoft.com/office/drawing/2014/main" id="{07361502-1157-42C2-88F7-D9A3B1FFCBDA}"/>
              </a:ext>
            </a:extLst>
          </p:cNvPr>
          <p:cNvSpPr/>
          <p:nvPr/>
        </p:nvSpPr>
        <p:spPr>
          <a:xfrm>
            <a:off x="6074123" y="53890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70" name="Rectangle 869">
            <a:extLst>
              <a:ext uri="{FF2B5EF4-FFF2-40B4-BE49-F238E27FC236}">
                <a16:creationId xmlns:a16="http://schemas.microsoft.com/office/drawing/2014/main" id="{62FF87D0-0141-457E-A581-D7FAC4A4A756}"/>
              </a:ext>
            </a:extLst>
          </p:cNvPr>
          <p:cNvSpPr/>
          <p:nvPr/>
        </p:nvSpPr>
        <p:spPr>
          <a:xfrm>
            <a:off x="6836123" y="53890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71" name="Rectangle 870">
            <a:extLst>
              <a:ext uri="{FF2B5EF4-FFF2-40B4-BE49-F238E27FC236}">
                <a16:creationId xmlns:a16="http://schemas.microsoft.com/office/drawing/2014/main" id="{3BE6DC18-3420-49D4-B993-C3496B5D596C}"/>
              </a:ext>
            </a:extLst>
          </p:cNvPr>
          <p:cNvSpPr/>
          <p:nvPr/>
        </p:nvSpPr>
        <p:spPr>
          <a:xfrm>
            <a:off x="6188423" y="55414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72" name="Rectangle 871">
            <a:extLst>
              <a:ext uri="{FF2B5EF4-FFF2-40B4-BE49-F238E27FC236}">
                <a16:creationId xmlns:a16="http://schemas.microsoft.com/office/drawing/2014/main" id="{25B706E1-D484-4D03-928D-BF78FAD38ED5}"/>
              </a:ext>
            </a:extLst>
          </p:cNvPr>
          <p:cNvSpPr/>
          <p:nvPr/>
        </p:nvSpPr>
        <p:spPr>
          <a:xfrm>
            <a:off x="6302723" y="55414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73" name="Rectangle 872">
            <a:extLst>
              <a:ext uri="{FF2B5EF4-FFF2-40B4-BE49-F238E27FC236}">
                <a16:creationId xmlns:a16="http://schemas.microsoft.com/office/drawing/2014/main" id="{1304AEB4-5FC2-49D6-AB39-B3C6ABB16194}"/>
              </a:ext>
            </a:extLst>
          </p:cNvPr>
          <p:cNvSpPr/>
          <p:nvPr/>
        </p:nvSpPr>
        <p:spPr>
          <a:xfrm>
            <a:off x="6447185" y="55414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74" name="Rectangle 873">
            <a:extLst>
              <a:ext uri="{FF2B5EF4-FFF2-40B4-BE49-F238E27FC236}">
                <a16:creationId xmlns:a16="http://schemas.microsoft.com/office/drawing/2014/main" id="{8CBAC6B7-D534-4F3B-A27F-763DEE6E9D9C}"/>
              </a:ext>
            </a:extLst>
          </p:cNvPr>
          <p:cNvSpPr/>
          <p:nvPr/>
        </p:nvSpPr>
        <p:spPr>
          <a:xfrm>
            <a:off x="6569423" y="55414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75" name="Rectangle 874">
            <a:extLst>
              <a:ext uri="{FF2B5EF4-FFF2-40B4-BE49-F238E27FC236}">
                <a16:creationId xmlns:a16="http://schemas.microsoft.com/office/drawing/2014/main" id="{511AA10D-37F0-457D-9603-2D46254A96B7}"/>
              </a:ext>
            </a:extLst>
          </p:cNvPr>
          <p:cNvSpPr/>
          <p:nvPr/>
        </p:nvSpPr>
        <p:spPr>
          <a:xfrm>
            <a:off x="6713885" y="5541417"/>
            <a:ext cx="46038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76" name="Rectangle 875">
            <a:extLst>
              <a:ext uri="{FF2B5EF4-FFF2-40B4-BE49-F238E27FC236}">
                <a16:creationId xmlns:a16="http://schemas.microsoft.com/office/drawing/2014/main" id="{0471523E-5A38-42AF-89FB-0C8E2FBFCC49}"/>
              </a:ext>
            </a:extLst>
          </p:cNvPr>
          <p:cNvSpPr/>
          <p:nvPr/>
        </p:nvSpPr>
        <p:spPr>
          <a:xfrm>
            <a:off x="6074123" y="55414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77" name="Rectangle 876">
            <a:extLst>
              <a:ext uri="{FF2B5EF4-FFF2-40B4-BE49-F238E27FC236}">
                <a16:creationId xmlns:a16="http://schemas.microsoft.com/office/drawing/2014/main" id="{C12386C6-50D7-4BA5-ACA9-300CD09F096D}"/>
              </a:ext>
            </a:extLst>
          </p:cNvPr>
          <p:cNvSpPr/>
          <p:nvPr/>
        </p:nvSpPr>
        <p:spPr>
          <a:xfrm>
            <a:off x="6836123" y="5541417"/>
            <a:ext cx="46037" cy="460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78" name="Rectangle 877">
            <a:extLst>
              <a:ext uri="{FF2B5EF4-FFF2-40B4-BE49-F238E27FC236}">
                <a16:creationId xmlns:a16="http://schemas.microsoft.com/office/drawing/2014/main" id="{80041488-87E7-42BB-8621-3495EF5A58B9}"/>
              </a:ext>
            </a:extLst>
          </p:cNvPr>
          <p:cNvSpPr/>
          <p:nvPr/>
        </p:nvSpPr>
        <p:spPr>
          <a:xfrm>
            <a:off x="6188423" y="57017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79" name="Rectangle 878">
            <a:extLst>
              <a:ext uri="{FF2B5EF4-FFF2-40B4-BE49-F238E27FC236}">
                <a16:creationId xmlns:a16="http://schemas.microsoft.com/office/drawing/2014/main" id="{8D0DF069-C980-415E-A500-739BB432FDA2}"/>
              </a:ext>
            </a:extLst>
          </p:cNvPr>
          <p:cNvSpPr/>
          <p:nvPr/>
        </p:nvSpPr>
        <p:spPr>
          <a:xfrm>
            <a:off x="6302723" y="57017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80" name="Rectangle 879">
            <a:extLst>
              <a:ext uri="{FF2B5EF4-FFF2-40B4-BE49-F238E27FC236}">
                <a16:creationId xmlns:a16="http://schemas.microsoft.com/office/drawing/2014/main" id="{E29B9490-D4F6-4C00-929E-BED84B5D0111}"/>
              </a:ext>
            </a:extLst>
          </p:cNvPr>
          <p:cNvSpPr/>
          <p:nvPr/>
        </p:nvSpPr>
        <p:spPr>
          <a:xfrm>
            <a:off x="6447185" y="5701755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81" name="Rectangle 880">
            <a:extLst>
              <a:ext uri="{FF2B5EF4-FFF2-40B4-BE49-F238E27FC236}">
                <a16:creationId xmlns:a16="http://schemas.microsoft.com/office/drawing/2014/main" id="{8F592EC0-233E-458F-A4CA-25EABC050D87}"/>
              </a:ext>
            </a:extLst>
          </p:cNvPr>
          <p:cNvSpPr/>
          <p:nvPr/>
        </p:nvSpPr>
        <p:spPr>
          <a:xfrm>
            <a:off x="6569423" y="57017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82" name="Rectangle 881">
            <a:extLst>
              <a:ext uri="{FF2B5EF4-FFF2-40B4-BE49-F238E27FC236}">
                <a16:creationId xmlns:a16="http://schemas.microsoft.com/office/drawing/2014/main" id="{EC545941-FBAF-474F-BF51-981C9E9068F9}"/>
              </a:ext>
            </a:extLst>
          </p:cNvPr>
          <p:cNvSpPr/>
          <p:nvPr/>
        </p:nvSpPr>
        <p:spPr>
          <a:xfrm>
            <a:off x="6713885" y="5701755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83" name="Rectangle 882">
            <a:extLst>
              <a:ext uri="{FF2B5EF4-FFF2-40B4-BE49-F238E27FC236}">
                <a16:creationId xmlns:a16="http://schemas.microsoft.com/office/drawing/2014/main" id="{E4E21F93-B8F1-451C-8C0A-B656D21068AA}"/>
              </a:ext>
            </a:extLst>
          </p:cNvPr>
          <p:cNvSpPr/>
          <p:nvPr/>
        </p:nvSpPr>
        <p:spPr>
          <a:xfrm>
            <a:off x="6074123" y="57017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84" name="Rectangle 883">
            <a:extLst>
              <a:ext uri="{FF2B5EF4-FFF2-40B4-BE49-F238E27FC236}">
                <a16:creationId xmlns:a16="http://schemas.microsoft.com/office/drawing/2014/main" id="{B0B546EF-7160-4815-94C3-99D0957C420B}"/>
              </a:ext>
            </a:extLst>
          </p:cNvPr>
          <p:cNvSpPr/>
          <p:nvPr/>
        </p:nvSpPr>
        <p:spPr>
          <a:xfrm>
            <a:off x="6836123" y="57017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85" name="Rectangle 884">
            <a:extLst>
              <a:ext uri="{FF2B5EF4-FFF2-40B4-BE49-F238E27FC236}">
                <a16:creationId xmlns:a16="http://schemas.microsoft.com/office/drawing/2014/main" id="{1F50BEEB-91D1-4FB1-9794-6951FB75C736}"/>
              </a:ext>
            </a:extLst>
          </p:cNvPr>
          <p:cNvSpPr/>
          <p:nvPr/>
        </p:nvSpPr>
        <p:spPr>
          <a:xfrm>
            <a:off x="6188423" y="58541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86" name="Rectangle 885">
            <a:extLst>
              <a:ext uri="{FF2B5EF4-FFF2-40B4-BE49-F238E27FC236}">
                <a16:creationId xmlns:a16="http://schemas.microsoft.com/office/drawing/2014/main" id="{AA4E5C52-C30D-47F9-BA1D-D51267072945}"/>
              </a:ext>
            </a:extLst>
          </p:cNvPr>
          <p:cNvSpPr/>
          <p:nvPr/>
        </p:nvSpPr>
        <p:spPr>
          <a:xfrm>
            <a:off x="6302723" y="58541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87" name="Rectangle 886">
            <a:extLst>
              <a:ext uri="{FF2B5EF4-FFF2-40B4-BE49-F238E27FC236}">
                <a16:creationId xmlns:a16="http://schemas.microsoft.com/office/drawing/2014/main" id="{F6FD3362-4839-4549-8A69-447DB4917DBE}"/>
              </a:ext>
            </a:extLst>
          </p:cNvPr>
          <p:cNvSpPr/>
          <p:nvPr/>
        </p:nvSpPr>
        <p:spPr>
          <a:xfrm>
            <a:off x="6447185" y="5854155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88" name="Rectangle 887">
            <a:extLst>
              <a:ext uri="{FF2B5EF4-FFF2-40B4-BE49-F238E27FC236}">
                <a16:creationId xmlns:a16="http://schemas.microsoft.com/office/drawing/2014/main" id="{1CEB0541-C61E-4B3A-8D8C-2E475F3AC38D}"/>
              </a:ext>
            </a:extLst>
          </p:cNvPr>
          <p:cNvSpPr/>
          <p:nvPr/>
        </p:nvSpPr>
        <p:spPr>
          <a:xfrm>
            <a:off x="6569423" y="58541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89" name="Rectangle 888">
            <a:extLst>
              <a:ext uri="{FF2B5EF4-FFF2-40B4-BE49-F238E27FC236}">
                <a16:creationId xmlns:a16="http://schemas.microsoft.com/office/drawing/2014/main" id="{186CECEA-36D8-476F-8BA4-8DA11BAB392F}"/>
              </a:ext>
            </a:extLst>
          </p:cNvPr>
          <p:cNvSpPr/>
          <p:nvPr/>
        </p:nvSpPr>
        <p:spPr>
          <a:xfrm>
            <a:off x="6713885" y="5854155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90" name="Rectangle 889">
            <a:extLst>
              <a:ext uri="{FF2B5EF4-FFF2-40B4-BE49-F238E27FC236}">
                <a16:creationId xmlns:a16="http://schemas.microsoft.com/office/drawing/2014/main" id="{965BF1CB-3FC8-4ABE-8733-C6DA894FFAAE}"/>
              </a:ext>
            </a:extLst>
          </p:cNvPr>
          <p:cNvSpPr/>
          <p:nvPr/>
        </p:nvSpPr>
        <p:spPr>
          <a:xfrm>
            <a:off x="6074123" y="58541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91" name="Rectangle 890">
            <a:extLst>
              <a:ext uri="{FF2B5EF4-FFF2-40B4-BE49-F238E27FC236}">
                <a16:creationId xmlns:a16="http://schemas.microsoft.com/office/drawing/2014/main" id="{B5713362-2584-4F87-8134-9F01B1EF9C3E}"/>
              </a:ext>
            </a:extLst>
          </p:cNvPr>
          <p:cNvSpPr/>
          <p:nvPr/>
        </p:nvSpPr>
        <p:spPr>
          <a:xfrm>
            <a:off x="6836123" y="58541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92" name="Rectangle 891">
            <a:extLst>
              <a:ext uri="{FF2B5EF4-FFF2-40B4-BE49-F238E27FC236}">
                <a16:creationId xmlns:a16="http://schemas.microsoft.com/office/drawing/2014/main" id="{BF918A45-1B86-4E0F-A82A-7EC47B0B701D}"/>
              </a:ext>
            </a:extLst>
          </p:cNvPr>
          <p:cNvSpPr/>
          <p:nvPr/>
        </p:nvSpPr>
        <p:spPr>
          <a:xfrm>
            <a:off x="6188423" y="60065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93" name="Rectangle 892">
            <a:extLst>
              <a:ext uri="{FF2B5EF4-FFF2-40B4-BE49-F238E27FC236}">
                <a16:creationId xmlns:a16="http://schemas.microsoft.com/office/drawing/2014/main" id="{B7C54ED9-9755-4DC2-9034-52EA318F0A92}"/>
              </a:ext>
            </a:extLst>
          </p:cNvPr>
          <p:cNvSpPr/>
          <p:nvPr/>
        </p:nvSpPr>
        <p:spPr>
          <a:xfrm>
            <a:off x="6302723" y="60065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94" name="Rectangle 893">
            <a:extLst>
              <a:ext uri="{FF2B5EF4-FFF2-40B4-BE49-F238E27FC236}">
                <a16:creationId xmlns:a16="http://schemas.microsoft.com/office/drawing/2014/main" id="{A234D4D8-2ED2-4641-B247-1BE435358187}"/>
              </a:ext>
            </a:extLst>
          </p:cNvPr>
          <p:cNvSpPr/>
          <p:nvPr/>
        </p:nvSpPr>
        <p:spPr>
          <a:xfrm>
            <a:off x="6447185" y="6006555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95" name="Rectangle 894">
            <a:extLst>
              <a:ext uri="{FF2B5EF4-FFF2-40B4-BE49-F238E27FC236}">
                <a16:creationId xmlns:a16="http://schemas.microsoft.com/office/drawing/2014/main" id="{BE7BDEE9-16D2-4B47-AA91-142D90DADEBC}"/>
              </a:ext>
            </a:extLst>
          </p:cNvPr>
          <p:cNvSpPr/>
          <p:nvPr/>
        </p:nvSpPr>
        <p:spPr>
          <a:xfrm>
            <a:off x="6569423" y="60065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96" name="Rectangle 895">
            <a:extLst>
              <a:ext uri="{FF2B5EF4-FFF2-40B4-BE49-F238E27FC236}">
                <a16:creationId xmlns:a16="http://schemas.microsoft.com/office/drawing/2014/main" id="{AB2259F1-F696-4354-A4E1-9048BC1968B0}"/>
              </a:ext>
            </a:extLst>
          </p:cNvPr>
          <p:cNvSpPr/>
          <p:nvPr/>
        </p:nvSpPr>
        <p:spPr>
          <a:xfrm>
            <a:off x="6713885" y="6006555"/>
            <a:ext cx="46038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97" name="Rectangle 896">
            <a:extLst>
              <a:ext uri="{FF2B5EF4-FFF2-40B4-BE49-F238E27FC236}">
                <a16:creationId xmlns:a16="http://schemas.microsoft.com/office/drawing/2014/main" id="{E847F5BF-D315-43E3-A32C-4C5B2F1C94D6}"/>
              </a:ext>
            </a:extLst>
          </p:cNvPr>
          <p:cNvSpPr/>
          <p:nvPr/>
        </p:nvSpPr>
        <p:spPr>
          <a:xfrm>
            <a:off x="6074123" y="60065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98" name="Rectangle 897">
            <a:extLst>
              <a:ext uri="{FF2B5EF4-FFF2-40B4-BE49-F238E27FC236}">
                <a16:creationId xmlns:a16="http://schemas.microsoft.com/office/drawing/2014/main" id="{C6978E50-FD9D-4FFE-A030-9DA0B770519A}"/>
              </a:ext>
            </a:extLst>
          </p:cNvPr>
          <p:cNvSpPr/>
          <p:nvPr/>
        </p:nvSpPr>
        <p:spPr>
          <a:xfrm>
            <a:off x="6836123" y="6006555"/>
            <a:ext cx="46037" cy="460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899" name="Rectangle 898">
            <a:extLst>
              <a:ext uri="{FF2B5EF4-FFF2-40B4-BE49-F238E27FC236}">
                <a16:creationId xmlns:a16="http://schemas.microsoft.com/office/drawing/2014/main" id="{B7B63201-9E80-40B8-9925-ED110B81F3CA}"/>
              </a:ext>
            </a:extLst>
          </p:cNvPr>
          <p:cNvSpPr/>
          <p:nvPr/>
        </p:nvSpPr>
        <p:spPr>
          <a:xfrm>
            <a:off x="3935760" y="1747292"/>
            <a:ext cx="1244600" cy="1943100"/>
          </a:xfrm>
          <a:prstGeom prst="rect">
            <a:avLst/>
          </a:prstGeom>
          <a:noFill/>
          <a:ln w="38100"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000" dirty="0">
                <a:solidFill>
                  <a:schemeClr val="tx1"/>
                </a:solidFill>
              </a:rPr>
              <a:t>Dedicated memory block</a:t>
            </a:r>
          </a:p>
        </p:txBody>
      </p:sp>
      <p:sp>
        <p:nvSpPr>
          <p:cNvPr id="30498" name="TextBox 901">
            <a:extLst>
              <a:ext uri="{FF2B5EF4-FFF2-40B4-BE49-F238E27FC236}">
                <a16:creationId xmlns:a16="http://schemas.microsoft.com/office/drawing/2014/main" id="{26E6739D-9943-4CE8-853E-36F65A5F33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8960" y="870992"/>
            <a:ext cx="2846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>
                <a:solidFill>
                  <a:srgbClr val="FF0000"/>
                </a:solidFill>
              </a:rPr>
              <a:t>Embedded Memory</a:t>
            </a:r>
          </a:p>
        </p:txBody>
      </p:sp>
      <p:sp>
        <p:nvSpPr>
          <p:cNvPr id="30499" name="TextBox 903">
            <a:extLst>
              <a:ext uri="{FF2B5EF4-FFF2-40B4-BE49-F238E27FC236}">
                <a16:creationId xmlns:a16="http://schemas.microsoft.com/office/drawing/2014/main" id="{E3E84783-14A6-475B-A64D-0D7D4210C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0735" y="1156742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8</a:t>
            </a:r>
          </a:p>
        </p:txBody>
      </p:sp>
      <p:sp>
        <p:nvSpPr>
          <p:cNvPr id="30500" name="TextBox 904">
            <a:extLst>
              <a:ext uri="{FF2B5EF4-FFF2-40B4-BE49-F238E27FC236}">
                <a16:creationId xmlns:a16="http://schemas.microsoft.com/office/drawing/2014/main" id="{E60F93CF-953C-4B27-A1EA-12B027EA81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9660" y="2452142"/>
            <a:ext cx="466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12</a:t>
            </a:r>
          </a:p>
        </p:txBody>
      </p:sp>
      <p:cxnSp>
        <p:nvCxnSpPr>
          <p:cNvPr id="906" name="Straight Arrow Connector 905">
            <a:extLst>
              <a:ext uri="{FF2B5EF4-FFF2-40B4-BE49-F238E27FC236}">
                <a16:creationId xmlns:a16="http://schemas.microsoft.com/office/drawing/2014/main" id="{7CF83902-4289-4FEC-8265-54E18388CCB4}"/>
              </a:ext>
            </a:extLst>
          </p:cNvPr>
          <p:cNvCxnSpPr/>
          <p:nvPr/>
        </p:nvCxnSpPr>
        <p:spPr>
          <a:xfrm rot="5400000">
            <a:off x="2791967" y="2698998"/>
            <a:ext cx="1981200" cy="1587"/>
          </a:xfrm>
          <a:prstGeom prst="straightConnector1">
            <a:avLst/>
          </a:prstGeom>
          <a:ln w="381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8" name="Straight Arrow Connector 907">
            <a:extLst>
              <a:ext uri="{FF2B5EF4-FFF2-40B4-BE49-F238E27FC236}">
                <a16:creationId xmlns:a16="http://schemas.microsoft.com/office/drawing/2014/main" id="{A25B54FB-AC54-4254-9197-556BE51A7151}"/>
              </a:ext>
            </a:extLst>
          </p:cNvPr>
          <p:cNvCxnSpPr/>
          <p:nvPr/>
        </p:nvCxnSpPr>
        <p:spPr>
          <a:xfrm rot="10800000">
            <a:off x="3897660" y="1479005"/>
            <a:ext cx="1181100" cy="1587"/>
          </a:xfrm>
          <a:prstGeom prst="straightConnector1">
            <a:avLst/>
          </a:prstGeom>
          <a:ln w="381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9" name="Straight Arrow Connector 908">
            <a:extLst>
              <a:ext uri="{FF2B5EF4-FFF2-40B4-BE49-F238E27FC236}">
                <a16:creationId xmlns:a16="http://schemas.microsoft.com/office/drawing/2014/main" id="{78458C0A-3CAE-4C7D-8ABE-1F0C24067758}"/>
              </a:ext>
            </a:extLst>
          </p:cNvPr>
          <p:cNvCxnSpPr/>
          <p:nvPr/>
        </p:nvCxnSpPr>
        <p:spPr>
          <a:xfrm rot="10800000" flipV="1">
            <a:off x="5154960" y="1290092"/>
            <a:ext cx="762000" cy="4191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0" name="TextBox 909">
            <a:extLst>
              <a:ext uri="{FF2B5EF4-FFF2-40B4-BE49-F238E27FC236}">
                <a16:creationId xmlns:a16="http://schemas.microsoft.com/office/drawing/2014/main" id="{67FA505B-1B60-48FA-B906-86C691163A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6960" y="1023392"/>
            <a:ext cx="22574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18 Kbits, 550 MHz</a:t>
            </a:r>
          </a:p>
        </p:txBody>
      </p:sp>
      <p:sp>
        <p:nvSpPr>
          <p:cNvPr id="900" name="Slide Number Placeholder 15">
            <a:extLst>
              <a:ext uri="{FF2B5EF4-FFF2-40B4-BE49-F238E27FC236}">
                <a16:creationId xmlns:a16="http://schemas.microsoft.com/office/drawing/2014/main" id="{8C307D4C-2240-4D84-B821-F565A8723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00379" y="6379617"/>
            <a:ext cx="1905000" cy="35719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6133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Title 2">
            <a:extLst>
              <a:ext uri="{FF2B5EF4-FFF2-40B4-BE49-F238E27FC236}">
                <a16:creationId xmlns:a16="http://schemas.microsoft.com/office/drawing/2014/main" id="{D1E25014-7833-45C1-9777-6EE20C6C1F1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92447" y="219075"/>
            <a:ext cx="8660705" cy="762000"/>
          </a:xfrm>
        </p:spPr>
        <p:txBody>
          <a:bodyPr lIns="274320" tIns="45720" rIns="274320" bIns="45720"/>
          <a:lstStyle/>
          <a:p>
            <a:r>
              <a:rPr lang="en-US" altLang="en-US" sz="3200" b="1" kern="1200" dirty="0">
                <a:solidFill>
                  <a:srgbClr val="CC0066"/>
                </a:solidFill>
                <a:latin typeface="+mn-lt"/>
                <a:ea typeface="+mn-ea"/>
                <a:cs typeface="+mn-cs"/>
              </a:rPr>
              <a:t>Optimized Resources: Dedicated Logic</a:t>
            </a:r>
          </a:p>
        </p:txBody>
      </p:sp>
      <p:sp>
        <p:nvSpPr>
          <p:cNvPr id="30725" name="TextBox 250">
            <a:extLst>
              <a:ext uri="{FF2B5EF4-FFF2-40B4-BE49-F238E27FC236}">
                <a16:creationId xmlns:a16="http://schemas.microsoft.com/office/drawing/2014/main" id="{5C66F8A4-F3F6-4D00-A56F-83A498431C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6747" y="858416"/>
            <a:ext cx="1949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>
                <a:solidFill>
                  <a:srgbClr val="FF0000"/>
                </a:solidFill>
              </a:rPr>
              <a:t>Multiplication</a:t>
            </a:r>
          </a:p>
        </p:txBody>
      </p:sp>
      <p:graphicFrame>
        <p:nvGraphicFramePr>
          <p:cNvPr id="125" name="Table 124">
            <a:extLst>
              <a:ext uri="{FF2B5EF4-FFF2-40B4-BE49-F238E27FC236}">
                <a16:creationId xmlns:a16="http://schemas.microsoft.com/office/drawing/2014/main" id="{5C06D95C-4332-4599-97EE-7C92B465D6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9596895"/>
              </p:ext>
            </p:extLst>
          </p:nvPr>
        </p:nvGraphicFramePr>
        <p:xfrm>
          <a:off x="1619672" y="1772816"/>
          <a:ext cx="6286500" cy="1381126"/>
        </p:xfrm>
        <a:graphic>
          <a:graphicData uri="http://schemas.openxmlformats.org/drawingml/2006/table">
            <a:tbl>
              <a:tblPr/>
              <a:tblGrid>
                <a:gridCol w="191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7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7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9888">
                <a:tc>
                  <a:txBody>
                    <a:bodyPr/>
                    <a:lstStyle>
                      <a:lvl1pPr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buSzPct val="100000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lnSpc>
                          <a:spcPct val="88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lnSpc>
                          <a:spcPct val="88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lnSpc>
                          <a:spcPct val="88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lnSpc>
                          <a:spcPct val="88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Type </a:t>
                      </a:r>
                    </a:p>
                  </a:txBody>
                  <a:tcPr marT="45699" marB="456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buSzPct val="100000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lnSpc>
                          <a:spcPct val="88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lnSpc>
                          <a:spcPct val="88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lnSpc>
                          <a:spcPct val="88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lnSpc>
                          <a:spcPct val="88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# LUTs</a:t>
                      </a:r>
                    </a:p>
                  </a:txBody>
                  <a:tcPr marT="45699" marB="456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buSzPct val="100000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lnSpc>
                          <a:spcPct val="88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lnSpc>
                          <a:spcPct val="88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lnSpc>
                          <a:spcPct val="88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lnSpc>
                          <a:spcPct val="88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Latency</a:t>
                      </a:r>
                    </a:p>
                  </a:txBody>
                  <a:tcPr marT="45699" marB="456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buSzPct val="100000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lnSpc>
                          <a:spcPct val="88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lnSpc>
                          <a:spcPct val="88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lnSpc>
                          <a:spcPct val="88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lnSpc>
                          <a:spcPct val="88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Speed</a:t>
                      </a:r>
                    </a:p>
                  </a:txBody>
                  <a:tcPr marT="45699" marB="456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>
                      <a:lvl1pPr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buSzPct val="100000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lnSpc>
                          <a:spcPct val="88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lnSpc>
                          <a:spcPct val="88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lnSpc>
                          <a:spcPct val="88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lnSpc>
                          <a:spcPct val="88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LUT</a:t>
                      </a:r>
                    </a:p>
                  </a:txBody>
                  <a:tcPr marT="45699" marB="456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buSzPct val="100000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lnSpc>
                          <a:spcPct val="88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lnSpc>
                          <a:spcPct val="88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lnSpc>
                          <a:spcPct val="88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lnSpc>
                          <a:spcPct val="88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~400</a:t>
                      </a:r>
                    </a:p>
                  </a:txBody>
                  <a:tcPr marT="45699" marB="456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buSzPct val="100000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lnSpc>
                          <a:spcPct val="88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lnSpc>
                          <a:spcPct val="88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lnSpc>
                          <a:spcPct val="88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lnSpc>
                          <a:spcPct val="88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 clks</a:t>
                      </a:r>
                    </a:p>
                  </a:txBody>
                  <a:tcPr marT="45699" marB="456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buSzPct val="100000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lnSpc>
                          <a:spcPct val="88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lnSpc>
                          <a:spcPct val="88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lnSpc>
                          <a:spcPct val="88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lnSpc>
                          <a:spcPct val="88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380 MHz</a:t>
                      </a:r>
                    </a:p>
                  </a:txBody>
                  <a:tcPr marT="45699" marB="456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9763">
                <a:tc>
                  <a:txBody>
                    <a:bodyPr/>
                    <a:lstStyle>
                      <a:lvl1pPr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buSzPct val="100000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lnSpc>
                          <a:spcPct val="88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lnSpc>
                          <a:spcPct val="88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lnSpc>
                          <a:spcPct val="88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lnSpc>
                          <a:spcPct val="88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Dedicated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18x18 Multiplier</a:t>
                      </a:r>
                    </a:p>
                  </a:txBody>
                  <a:tcPr marT="45699" marB="456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buSzPct val="100000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lnSpc>
                          <a:spcPct val="88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lnSpc>
                          <a:spcPct val="88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lnSpc>
                          <a:spcPct val="88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lnSpc>
                          <a:spcPct val="88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699" marB="456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buSzPct val="100000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lnSpc>
                          <a:spcPct val="88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lnSpc>
                          <a:spcPct val="88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lnSpc>
                          <a:spcPct val="88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lnSpc>
                          <a:spcPct val="88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 clks</a:t>
                      </a:r>
                    </a:p>
                  </a:txBody>
                  <a:tcPr marT="45699" marB="456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buSzPct val="100000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lnSpc>
                          <a:spcPct val="88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lnSpc>
                          <a:spcPct val="88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lnSpc>
                          <a:spcPct val="88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lnSpc>
                          <a:spcPct val="88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SzPct val="100000"/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8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450 MHz</a:t>
                      </a:r>
                    </a:p>
                  </a:txBody>
                  <a:tcPr marT="45699" marB="456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0748" name="TextBox 125">
            <a:extLst>
              <a:ext uri="{FF2B5EF4-FFF2-40B4-BE49-F238E27FC236}">
                <a16:creationId xmlns:a16="http://schemas.microsoft.com/office/drawing/2014/main" id="{79DD5714-3966-4BA6-BA6A-ADBA78F8E8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0872" y="3220616"/>
            <a:ext cx="21304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Virtex-5 (6-LUTs)</a:t>
            </a:r>
          </a:p>
        </p:txBody>
      </p:sp>
      <p:sp>
        <p:nvSpPr>
          <p:cNvPr id="30749" name="TextBox 126">
            <a:extLst>
              <a:ext uri="{FF2B5EF4-FFF2-40B4-BE49-F238E27FC236}">
                <a16:creationId xmlns:a16="http://schemas.microsoft.com/office/drawing/2014/main" id="{31165197-046A-4744-8BBB-F494831186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1372" y="1315616"/>
            <a:ext cx="1808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18x18 multiply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1427A070-FE83-40A0-9341-10DB57B67C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1722" y="3716077"/>
            <a:ext cx="6731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Very rough estimate of Silicon area comparison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(assuming SX95 andLX110 have about the same die size)</a:t>
            </a:r>
          </a:p>
        </p:txBody>
      </p:sp>
      <p:sp>
        <p:nvSpPr>
          <p:cNvPr id="129" name="Rectangle 8">
            <a:extLst>
              <a:ext uri="{FF2B5EF4-FFF2-40B4-BE49-F238E27FC236}">
                <a16:creationId xmlns:a16="http://schemas.microsoft.com/office/drawing/2014/main" id="{C79718ED-F4A7-4B5D-80FD-E7D4FD20DA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622" y="4516177"/>
            <a:ext cx="768350" cy="8382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6-LUT</a:t>
            </a:r>
          </a:p>
        </p:txBody>
      </p:sp>
      <p:sp>
        <p:nvSpPr>
          <p:cNvPr id="130" name="Rectangle 8">
            <a:extLst>
              <a:ext uri="{FF2B5EF4-FFF2-40B4-BE49-F238E27FC236}">
                <a16:creationId xmlns:a16="http://schemas.microsoft.com/office/drawing/2014/main" id="{12F36949-FBA3-4295-B864-595663868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922" y="4516177"/>
            <a:ext cx="768350" cy="8382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6-LUT</a:t>
            </a:r>
          </a:p>
        </p:txBody>
      </p:sp>
      <p:sp>
        <p:nvSpPr>
          <p:cNvPr id="135" name="Rectangle 8">
            <a:extLst>
              <a:ext uri="{FF2B5EF4-FFF2-40B4-BE49-F238E27FC236}">
                <a16:creationId xmlns:a16="http://schemas.microsoft.com/office/drawing/2014/main" id="{8B59AF2F-17E2-4A0D-821D-6DF4034B02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622" y="5397012"/>
            <a:ext cx="768350" cy="8382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6-LUT</a:t>
            </a:r>
          </a:p>
        </p:txBody>
      </p:sp>
      <p:sp>
        <p:nvSpPr>
          <p:cNvPr id="136" name="Rectangle 8">
            <a:extLst>
              <a:ext uri="{FF2B5EF4-FFF2-40B4-BE49-F238E27FC236}">
                <a16:creationId xmlns:a16="http://schemas.microsoft.com/office/drawing/2014/main" id="{84BC7887-8605-4C61-8DD3-B34DD706F8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922" y="5397012"/>
            <a:ext cx="768350" cy="8382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6-LUT</a:t>
            </a:r>
          </a:p>
        </p:txBody>
      </p:sp>
      <p:sp>
        <p:nvSpPr>
          <p:cNvPr id="137" name="Rectangle 8">
            <a:extLst>
              <a:ext uri="{FF2B5EF4-FFF2-40B4-BE49-F238E27FC236}">
                <a16:creationId xmlns:a16="http://schemas.microsoft.com/office/drawing/2014/main" id="{53F9FBE4-D387-4573-99D0-D63F1534D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922" y="4465286"/>
            <a:ext cx="1644650" cy="17526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18x18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Multiplier</a:t>
            </a:r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97CE9F26-6B41-410C-AFBA-12DD82F9CB3B}"/>
              </a:ext>
            </a:extLst>
          </p:cNvPr>
          <p:cNvCxnSpPr/>
          <p:nvPr/>
        </p:nvCxnSpPr>
        <p:spPr>
          <a:xfrm>
            <a:off x="2622972" y="5278177"/>
            <a:ext cx="762000" cy="1588"/>
          </a:xfrm>
          <a:prstGeom prst="straightConnector1">
            <a:avLst/>
          </a:prstGeom>
          <a:ln w="76200">
            <a:solidFill>
              <a:schemeClr val="tx1"/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09D55423-FE1A-49EC-B0B2-DD553AC541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922" y="4554277"/>
            <a:ext cx="385445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0000"/>
                </a:solidFill>
              </a:rPr>
              <a:t>In other word you can replace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0000"/>
                </a:solidFill>
              </a:rPr>
              <a:t>one LUT-based 18x18 multiplier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0000"/>
                </a:solidFill>
              </a:rPr>
              <a:t>With 100 dedicated 18x18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0000"/>
                </a:solidFill>
              </a:rPr>
              <a:t>Multipliers!!!</a:t>
            </a:r>
          </a:p>
        </p:txBody>
      </p:sp>
      <p:sp>
        <p:nvSpPr>
          <p:cNvPr id="17" name="Slide Number Placeholder 15">
            <a:extLst>
              <a:ext uri="{FF2B5EF4-FFF2-40B4-BE49-F238E27FC236}">
                <a16:creationId xmlns:a16="http://schemas.microsoft.com/office/drawing/2014/main" id="{A86D8827-1643-4D1D-8450-F473729C7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7958"/>
            <a:ext cx="1905000" cy="35719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63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" grpId="0"/>
      <p:bldP spid="129" grpId="0" animBg="1"/>
      <p:bldP spid="130" grpId="0" animBg="1"/>
      <p:bldP spid="135" grpId="0" animBg="1"/>
      <p:bldP spid="136" grpId="0" animBg="1"/>
      <p:bldP spid="137" grpId="0" animBg="1"/>
      <p:bldP spid="14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Title 2">
            <a:extLst>
              <a:ext uri="{FF2B5EF4-FFF2-40B4-BE49-F238E27FC236}">
                <a16:creationId xmlns:a16="http://schemas.microsoft.com/office/drawing/2014/main" id="{D5EF9933-7A3C-43FC-8867-5CBEBF7D0F7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3411" y="293561"/>
            <a:ext cx="8964488" cy="762000"/>
          </a:xfrm>
        </p:spPr>
        <p:txBody>
          <a:bodyPr lIns="274320" tIns="45720" rIns="274320" bIns="45720"/>
          <a:lstStyle/>
          <a:p>
            <a:r>
              <a:rPr lang="en-US" altLang="en-US" sz="3200" b="1" kern="1200" dirty="0">
                <a:solidFill>
                  <a:srgbClr val="CC0066"/>
                </a:solidFill>
                <a:latin typeface="+mn-lt"/>
                <a:ea typeface="+mn-ea"/>
                <a:cs typeface="+mn-cs"/>
              </a:rPr>
              <a:t>Optimized Resources: Dedicated Logic</a:t>
            </a:r>
          </a:p>
        </p:txBody>
      </p:sp>
      <p:sp>
        <p:nvSpPr>
          <p:cNvPr id="31749" name="TextBox 250">
            <a:extLst>
              <a:ext uri="{FF2B5EF4-FFF2-40B4-BE49-F238E27FC236}">
                <a16:creationId xmlns:a16="http://schemas.microsoft.com/office/drawing/2014/main" id="{391F7AEB-987A-4103-BE34-B996CC5537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7275" y="1117600"/>
            <a:ext cx="172515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dirty="0">
                <a:solidFill>
                  <a:srgbClr val="FF0000"/>
                </a:solidFill>
              </a:rPr>
              <a:t>Processors</a:t>
            </a:r>
          </a:p>
        </p:txBody>
      </p:sp>
      <p:sp>
        <p:nvSpPr>
          <p:cNvPr id="31751" name="TextBox 15">
            <a:extLst>
              <a:ext uri="{FF2B5EF4-FFF2-40B4-BE49-F238E27FC236}">
                <a16:creationId xmlns:a16="http://schemas.microsoft.com/office/drawing/2014/main" id="{3EBAC966-2456-4B27-99F2-C41467A03D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428750"/>
            <a:ext cx="192232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sz="2000" dirty="0"/>
              <a:t>ARM</a:t>
            </a:r>
            <a:r>
              <a:rPr lang="en-US" altLang="en-US" sz="2000" dirty="0"/>
              <a:t> hard-core</a:t>
            </a:r>
          </a:p>
        </p:txBody>
      </p:sp>
      <p:pic>
        <p:nvPicPr>
          <p:cNvPr id="31752" name="Picture 16" descr="MicroBlaze_block_diagram.bmp">
            <a:extLst>
              <a:ext uri="{FF2B5EF4-FFF2-40B4-BE49-F238E27FC236}">
                <a16:creationId xmlns:a16="http://schemas.microsoft.com/office/drawing/2014/main" id="{A8F53542-892D-458F-9E38-1E34CF02C5D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24"/>
          <a:stretch>
            <a:fillRect/>
          </a:stretch>
        </p:blipFill>
        <p:spPr bwMode="auto">
          <a:xfrm>
            <a:off x="4932040" y="1905048"/>
            <a:ext cx="4123072" cy="2862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53" name="TextBox 17">
            <a:extLst>
              <a:ext uri="{FF2B5EF4-FFF2-40B4-BE49-F238E27FC236}">
                <a16:creationId xmlns:a16="http://schemas.microsoft.com/office/drawing/2014/main" id="{038F3E5D-AC2A-4F53-8916-C51176FEA7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1371600"/>
            <a:ext cx="25209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MicroBlaze soft-core</a:t>
            </a:r>
          </a:p>
        </p:txBody>
      </p:sp>
      <p:sp>
        <p:nvSpPr>
          <p:cNvPr id="31754" name="TextBox 7">
            <a:extLst>
              <a:ext uri="{FF2B5EF4-FFF2-40B4-BE49-F238E27FC236}">
                <a16:creationId xmlns:a16="http://schemas.microsoft.com/office/drawing/2014/main" id="{C62D2996-4B6D-45DC-A7F9-FB99C62628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4647475"/>
            <a:ext cx="440690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dirty="0"/>
              <a:t> </a:t>
            </a:r>
            <a:r>
              <a:rPr lang="en-US" altLang="zh-CN" dirty="0"/>
              <a:t>Quad A53</a:t>
            </a:r>
            <a:r>
              <a:rPr lang="en-US" altLang="en-US" dirty="0"/>
              <a:t> cores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dirty="0"/>
              <a:t> Clock up to 1.5G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dirty="0"/>
              <a:t> Superscalar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dirty="0"/>
              <a:t> </a:t>
            </a:r>
            <a:r>
              <a:rPr lang="en-US" altLang="en-US" dirty="0" err="1"/>
              <a:t>Zynq</a:t>
            </a:r>
            <a:r>
              <a:rPr lang="en-US" altLang="en-US" dirty="0"/>
              <a:t> </a:t>
            </a:r>
            <a:r>
              <a:rPr lang="en-US" altLang="en-US" dirty="0" err="1"/>
              <a:t>UltraScale</a:t>
            </a:r>
            <a:r>
              <a:rPr lang="en-US" altLang="en-US" dirty="0"/>
              <a:t> </a:t>
            </a:r>
            <a:r>
              <a:rPr lang="en-US" altLang="zh-CN" dirty="0"/>
              <a:t>EV</a:t>
            </a:r>
            <a:endParaRPr lang="en-US" altLang="en-US" dirty="0"/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31755" name="TextBox 8">
            <a:extLst>
              <a:ext uri="{FF2B5EF4-FFF2-40B4-BE49-F238E27FC236}">
                <a16:creationId xmlns:a16="http://schemas.microsoft.com/office/drawing/2014/main" id="{50A1865E-FB9E-41FF-953A-A90F53474D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4862" y="5106778"/>
            <a:ext cx="2227262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dirty="0"/>
              <a:t> 250 MHz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dirty="0"/>
              <a:t> Simple scalar</a:t>
            </a:r>
          </a:p>
        </p:txBody>
      </p:sp>
      <p:sp>
        <p:nvSpPr>
          <p:cNvPr id="12" name="Slide Number Placeholder 15">
            <a:extLst>
              <a:ext uri="{FF2B5EF4-FFF2-40B4-BE49-F238E27FC236}">
                <a16:creationId xmlns:a16="http://schemas.microsoft.com/office/drawing/2014/main" id="{56D0E16C-0177-4292-A926-327C2D891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7958"/>
            <a:ext cx="1905000" cy="35719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411" y="2183252"/>
            <a:ext cx="4684272" cy="2132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067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Title 2">
            <a:extLst>
              <a:ext uri="{FF2B5EF4-FFF2-40B4-BE49-F238E27FC236}">
                <a16:creationId xmlns:a16="http://schemas.microsoft.com/office/drawing/2014/main" id="{38B277C3-FC2C-4792-B6D8-6458BE7A469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78127" y="200026"/>
            <a:ext cx="8804721" cy="762000"/>
          </a:xfrm>
        </p:spPr>
        <p:txBody>
          <a:bodyPr lIns="274320" tIns="45720" rIns="274320" bIns="45720"/>
          <a:lstStyle/>
          <a:p>
            <a:r>
              <a:rPr lang="en-US" altLang="en-US" sz="3200" b="1" kern="1200" dirty="0">
                <a:solidFill>
                  <a:srgbClr val="CC0066"/>
                </a:solidFill>
                <a:latin typeface="+mn-lt"/>
                <a:ea typeface="+mn-ea"/>
                <a:cs typeface="+mn-cs"/>
              </a:rPr>
              <a:t>Optimized Resources: Dedicated Logic</a:t>
            </a:r>
          </a:p>
        </p:txBody>
      </p:sp>
      <p:sp>
        <p:nvSpPr>
          <p:cNvPr id="32773" name="TextBox 250">
            <a:extLst>
              <a:ext uri="{FF2B5EF4-FFF2-40B4-BE49-F238E27FC236}">
                <a16:creationId xmlns:a16="http://schemas.microsoft.com/office/drawing/2014/main" id="{42FF3C8F-F172-44D7-90E1-0191DB5084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8187" y="825048"/>
            <a:ext cx="233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>
                <a:solidFill>
                  <a:srgbClr val="FF0000"/>
                </a:solidFill>
              </a:rPr>
              <a:t>System on Chip</a:t>
            </a:r>
          </a:p>
        </p:txBody>
      </p:sp>
      <p:pic>
        <p:nvPicPr>
          <p:cNvPr id="32774" name="Picture 2">
            <a:extLst>
              <a:ext uri="{FF2B5EF4-FFF2-40B4-BE49-F238E27FC236}">
                <a16:creationId xmlns:a16="http://schemas.microsoft.com/office/drawing/2014/main" id="{10286CFF-079D-4FF6-B360-75EE1C811C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1912" y="2082348"/>
            <a:ext cx="1785938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5" name="Rectangle 8">
            <a:extLst>
              <a:ext uri="{FF2B5EF4-FFF2-40B4-BE49-F238E27FC236}">
                <a16:creationId xmlns:a16="http://schemas.microsoft.com/office/drawing/2014/main" id="{2FEF40AA-78A6-4195-BD1D-1B58F26D1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5912" y="1510848"/>
            <a:ext cx="5867400" cy="4457700"/>
          </a:xfrm>
          <a:prstGeom prst="rect">
            <a:avLst/>
          </a:prstGeom>
          <a:noFill/>
          <a:ln w="476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endParaRPr lang="en-US" altLang="en-US" sz="2000"/>
          </a:p>
        </p:txBody>
      </p:sp>
      <p:sp>
        <p:nvSpPr>
          <p:cNvPr id="32776" name="TextBox 8">
            <a:extLst>
              <a:ext uri="{FF2B5EF4-FFF2-40B4-BE49-F238E27FC236}">
                <a16:creationId xmlns:a16="http://schemas.microsoft.com/office/drawing/2014/main" id="{5A446A10-9E0D-436B-B8ED-2A547EE704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4025" y="4787448"/>
            <a:ext cx="1181100" cy="739775"/>
          </a:xfrm>
          <a:prstGeom prst="rect">
            <a:avLst/>
          </a:prstGeom>
          <a:noFill/>
          <a:ln w="38100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Ethernet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MAC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999D62F-3B8C-43EA-AAE5-A82BCD0266F6}"/>
              </a:ext>
            </a:extLst>
          </p:cNvPr>
          <p:cNvCxnSpPr/>
          <p:nvPr/>
        </p:nvCxnSpPr>
        <p:spPr>
          <a:xfrm rot="10800000">
            <a:off x="795312" y="5128761"/>
            <a:ext cx="1104900" cy="1587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811F8A52-E960-408B-9463-B450C4E664C4}"/>
              </a:ext>
            </a:extLst>
          </p:cNvPr>
          <p:cNvSpPr/>
          <p:nvPr/>
        </p:nvSpPr>
        <p:spPr>
          <a:xfrm>
            <a:off x="300012" y="1663248"/>
            <a:ext cx="1143000" cy="2400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000" dirty="0"/>
              <a:t>RAM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9D0A275-315A-49AC-B487-1D2B6E8ED4E4}"/>
              </a:ext>
            </a:extLst>
          </p:cNvPr>
          <p:cNvSpPr/>
          <p:nvPr/>
        </p:nvSpPr>
        <p:spPr>
          <a:xfrm>
            <a:off x="7996212" y="4063548"/>
            <a:ext cx="1028700" cy="1485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000" dirty="0"/>
              <a:t>Motor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3F31DE8-BDEC-4294-8E36-E060DFDE828F}"/>
              </a:ext>
            </a:extLst>
          </p:cNvPr>
          <p:cNvSpPr/>
          <p:nvPr/>
        </p:nvSpPr>
        <p:spPr>
          <a:xfrm>
            <a:off x="5900712" y="4444548"/>
            <a:ext cx="1333500" cy="80010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000" dirty="0">
                <a:solidFill>
                  <a:schemeClr val="tx1"/>
                </a:solidFill>
              </a:rPr>
              <a:t>PID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000" dirty="0">
                <a:solidFill>
                  <a:schemeClr val="tx1"/>
                </a:solidFill>
              </a:rPr>
              <a:t>Controller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2DAE914-233B-4204-823F-C959A6BF3A92}"/>
              </a:ext>
            </a:extLst>
          </p:cNvPr>
          <p:cNvSpPr/>
          <p:nvPr/>
        </p:nvSpPr>
        <p:spPr>
          <a:xfrm>
            <a:off x="4186212" y="2082348"/>
            <a:ext cx="1600200" cy="1143000"/>
          </a:xfrm>
          <a:prstGeom prst="rect">
            <a:avLst/>
          </a:prstGeom>
          <a:noFill/>
          <a:ln w="38100"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8BC2BC3-F33B-4337-B8A0-A154271862C9}"/>
              </a:ext>
            </a:extLst>
          </p:cNvPr>
          <p:cNvSpPr/>
          <p:nvPr/>
        </p:nvSpPr>
        <p:spPr>
          <a:xfrm>
            <a:off x="7958112" y="2120448"/>
            <a:ext cx="1066800" cy="342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000" dirty="0"/>
              <a:t>Sensor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F2478BE-13C5-4599-A4FF-9BAD78E75841}"/>
              </a:ext>
            </a:extLst>
          </p:cNvPr>
          <p:cNvSpPr/>
          <p:nvPr/>
        </p:nvSpPr>
        <p:spPr>
          <a:xfrm>
            <a:off x="6891312" y="2044248"/>
            <a:ext cx="533400" cy="1295400"/>
          </a:xfrm>
          <a:prstGeom prst="rect">
            <a:avLst/>
          </a:prstGeom>
          <a:noFill/>
          <a:ln w="38100"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anchor="ctr"/>
          <a:lstStyle/>
          <a:p>
            <a:pPr algn="ctr"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000" dirty="0">
                <a:solidFill>
                  <a:schemeClr val="tx1"/>
                </a:solidFill>
              </a:rPr>
              <a:t>ADC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84B5D3-14BA-4292-8112-31E04351703A}"/>
              </a:ext>
            </a:extLst>
          </p:cNvPr>
          <p:cNvSpPr/>
          <p:nvPr/>
        </p:nvSpPr>
        <p:spPr>
          <a:xfrm>
            <a:off x="7958112" y="2730048"/>
            <a:ext cx="1066800" cy="419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000" dirty="0"/>
              <a:t>Sensor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CF0CACA-F80A-470F-B149-BDC4E94DCFBA}"/>
              </a:ext>
            </a:extLst>
          </p:cNvPr>
          <p:cNvCxnSpPr/>
          <p:nvPr/>
        </p:nvCxnSpPr>
        <p:spPr>
          <a:xfrm rot="10800000">
            <a:off x="7424712" y="2271261"/>
            <a:ext cx="533400" cy="1587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D2BB87B-FD0D-4463-A90A-E596E1AC5A89}"/>
              </a:ext>
            </a:extLst>
          </p:cNvPr>
          <p:cNvCxnSpPr/>
          <p:nvPr/>
        </p:nvCxnSpPr>
        <p:spPr>
          <a:xfrm rot="10800000">
            <a:off x="7424712" y="2918961"/>
            <a:ext cx="533400" cy="1587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9D29A82-DDB9-4D12-8628-E451E25C89B1}"/>
              </a:ext>
            </a:extLst>
          </p:cNvPr>
          <p:cNvCxnSpPr/>
          <p:nvPr/>
        </p:nvCxnSpPr>
        <p:spPr>
          <a:xfrm>
            <a:off x="7234212" y="4785861"/>
            <a:ext cx="762000" cy="1587"/>
          </a:xfrm>
          <a:prstGeom prst="straightConnector1">
            <a:avLst/>
          </a:prstGeom>
          <a:ln w="381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2864422D-8391-404C-95E5-9696BB307D2C}"/>
              </a:ext>
            </a:extLst>
          </p:cNvPr>
          <p:cNvSpPr/>
          <p:nvPr/>
        </p:nvSpPr>
        <p:spPr>
          <a:xfrm>
            <a:off x="3538512" y="4330248"/>
            <a:ext cx="901700" cy="1524000"/>
          </a:xfrm>
          <a:prstGeom prst="rect">
            <a:avLst/>
          </a:prstGeom>
          <a:noFill/>
          <a:ln w="38100"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000" dirty="0">
                <a:solidFill>
                  <a:schemeClr val="tx1"/>
                </a:solidFill>
              </a:rPr>
              <a:t>Data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000" dirty="0">
                <a:solidFill>
                  <a:schemeClr val="tx1"/>
                </a:solidFill>
              </a:rPr>
              <a:t>Buffer</a:t>
            </a:r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1AACDB76-0C94-425D-A067-65B51F1FB500}"/>
              </a:ext>
            </a:extLst>
          </p:cNvPr>
          <p:cNvSpPr/>
          <p:nvPr/>
        </p:nvSpPr>
        <p:spPr>
          <a:xfrm>
            <a:off x="6388075" y="2710998"/>
            <a:ext cx="493712" cy="1716088"/>
          </a:xfrm>
          <a:custGeom>
            <a:avLst/>
            <a:gdLst>
              <a:gd name="connsiteX0" fmla="*/ 494522 w 494522"/>
              <a:gd name="connsiteY0" fmla="*/ 0 h 1716833"/>
              <a:gd name="connsiteX1" fmla="*/ 0 w 494522"/>
              <a:gd name="connsiteY1" fmla="*/ 0 h 1716833"/>
              <a:gd name="connsiteX2" fmla="*/ 0 w 494522"/>
              <a:gd name="connsiteY2" fmla="*/ 1716833 h 1716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4522" h="1716833">
                <a:moveTo>
                  <a:pt x="494522" y="0"/>
                </a:moveTo>
                <a:lnTo>
                  <a:pt x="0" y="0"/>
                </a:lnTo>
                <a:lnTo>
                  <a:pt x="0" y="1716833"/>
                </a:lnTo>
              </a:path>
            </a:pathLst>
          </a:cu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lnSpc>
                <a:spcPct val="100000"/>
              </a:lnSpc>
              <a:spcBef>
                <a:spcPct val="0"/>
              </a:spcBef>
              <a:defRPr/>
            </a:pPr>
            <a:endParaRPr lang="en-US" sz="200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C907FE8-37A0-4941-9A58-7ABA2E726481}"/>
              </a:ext>
            </a:extLst>
          </p:cNvPr>
          <p:cNvCxnSpPr/>
          <p:nvPr/>
        </p:nvCxnSpPr>
        <p:spPr>
          <a:xfrm>
            <a:off x="1443012" y="2309361"/>
            <a:ext cx="2743200" cy="1587"/>
          </a:xfrm>
          <a:prstGeom prst="straightConnector1">
            <a:avLst/>
          </a:prstGeom>
          <a:ln w="381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464A0A7-62DD-47C2-934A-234EDA716394}"/>
              </a:ext>
            </a:extLst>
          </p:cNvPr>
          <p:cNvCxnSpPr/>
          <p:nvPr/>
        </p:nvCxnSpPr>
        <p:spPr>
          <a:xfrm>
            <a:off x="3081312" y="5092248"/>
            <a:ext cx="45720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771ECFE-D107-42BF-8CA2-437F61947463}"/>
              </a:ext>
            </a:extLst>
          </p:cNvPr>
          <p:cNvCxnSpPr/>
          <p:nvPr/>
        </p:nvCxnSpPr>
        <p:spPr>
          <a:xfrm>
            <a:off x="4110012" y="3873048"/>
            <a:ext cx="15621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Freeform 46">
            <a:extLst>
              <a:ext uri="{FF2B5EF4-FFF2-40B4-BE49-F238E27FC236}">
                <a16:creationId xmlns:a16="http://schemas.microsoft.com/office/drawing/2014/main" id="{EEAD44BB-DBA2-4697-B825-A4436961882B}"/>
              </a:ext>
            </a:extLst>
          </p:cNvPr>
          <p:cNvSpPr/>
          <p:nvPr/>
        </p:nvSpPr>
        <p:spPr>
          <a:xfrm>
            <a:off x="4417987" y="3876223"/>
            <a:ext cx="439738" cy="1204913"/>
          </a:xfrm>
          <a:custGeom>
            <a:avLst/>
            <a:gdLst>
              <a:gd name="connsiteX0" fmla="*/ 0 w 438539"/>
              <a:gd name="connsiteY0" fmla="*/ 1203649 h 1203649"/>
              <a:gd name="connsiteX1" fmla="*/ 438539 w 438539"/>
              <a:gd name="connsiteY1" fmla="*/ 1203649 h 1203649"/>
              <a:gd name="connsiteX2" fmla="*/ 438539 w 438539"/>
              <a:gd name="connsiteY2" fmla="*/ 0 h 1203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8539" h="1203649">
                <a:moveTo>
                  <a:pt x="0" y="1203649"/>
                </a:moveTo>
                <a:lnTo>
                  <a:pt x="438539" y="1203649"/>
                </a:lnTo>
                <a:lnTo>
                  <a:pt x="438539" y="0"/>
                </a:lnTo>
              </a:path>
            </a:pathLst>
          </a:custGeom>
          <a:ln w="381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lnSpc>
                <a:spcPct val="100000"/>
              </a:lnSpc>
              <a:spcBef>
                <a:spcPct val="0"/>
              </a:spcBef>
              <a:defRPr/>
            </a:pPr>
            <a:endParaRPr lang="en-US" sz="2000"/>
          </a:p>
        </p:txBody>
      </p:sp>
      <p:sp>
        <p:nvSpPr>
          <p:cNvPr id="48" name="Freeform 47">
            <a:extLst>
              <a:ext uri="{FF2B5EF4-FFF2-40B4-BE49-F238E27FC236}">
                <a16:creationId xmlns:a16="http://schemas.microsoft.com/office/drawing/2014/main" id="{AAA5D5E1-67BC-4222-B855-05E0D438603A}"/>
              </a:ext>
            </a:extLst>
          </p:cNvPr>
          <p:cNvSpPr/>
          <p:nvPr/>
        </p:nvSpPr>
        <p:spPr>
          <a:xfrm>
            <a:off x="5332387" y="3876223"/>
            <a:ext cx="560388" cy="1204913"/>
          </a:xfrm>
          <a:custGeom>
            <a:avLst/>
            <a:gdLst>
              <a:gd name="connsiteX0" fmla="*/ 559836 w 559836"/>
              <a:gd name="connsiteY0" fmla="*/ 1203649 h 1203649"/>
              <a:gd name="connsiteX1" fmla="*/ 0 w 559836"/>
              <a:gd name="connsiteY1" fmla="*/ 1203649 h 1203649"/>
              <a:gd name="connsiteX2" fmla="*/ 0 w 559836"/>
              <a:gd name="connsiteY2" fmla="*/ 0 h 1203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9836" h="1203649">
                <a:moveTo>
                  <a:pt x="559836" y="1203649"/>
                </a:moveTo>
                <a:lnTo>
                  <a:pt x="0" y="1203649"/>
                </a:lnTo>
                <a:lnTo>
                  <a:pt x="0" y="0"/>
                </a:lnTo>
              </a:path>
            </a:pathLst>
          </a:custGeom>
          <a:ln w="381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lnSpc>
                <a:spcPct val="100000"/>
              </a:lnSpc>
              <a:spcBef>
                <a:spcPct val="0"/>
              </a:spcBef>
              <a:defRPr/>
            </a:pPr>
            <a:endParaRPr lang="en-US" sz="2000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09AE904-7477-417A-9025-961CD94B5FF2}"/>
              </a:ext>
            </a:extLst>
          </p:cNvPr>
          <p:cNvCxnSpPr/>
          <p:nvPr/>
        </p:nvCxnSpPr>
        <p:spPr>
          <a:xfrm rot="5400000" flipH="1" flipV="1">
            <a:off x="4281462" y="3549198"/>
            <a:ext cx="647700" cy="0"/>
          </a:xfrm>
          <a:prstGeom prst="line">
            <a:avLst/>
          </a:prstGeom>
          <a:ln w="381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C78736A3-8661-4C51-8347-BE03A24CE6D9}"/>
              </a:ext>
            </a:extLst>
          </p:cNvPr>
          <p:cNvCxnSpPr/>
          <p:nvPr/>
        </p:nvCxnSpPr>
        <p:spPr>
          <a:xfrm>
            <a:off x="6324575" y="1053648"/>
            <a:ext cx="34290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797" name="TextBox 55">
            <a:extLst>
              <a:ext uri="{FF2B5EF4-FFF2-40B4-BE49-F238E27FC236}">
                <a16:creationId xmlns:a16="http://schemas.microsoft.com/office/drawing/2014/main" id="{B4EAE01F-A7A3-4817-927A-66706FADC3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375" y="863148"/>
            <a:ext cx="2006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Dedicated Logic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33802EF-894E-44F8-9009-C91338830AB7}"/>
              </a:ext>
            </a:extLst>
          </p:cNvPr>
          <p:cNvCxnSpPr/>
          <p:nvPr/>
        </p:nvCxnSpPr>
        <p:spPr>
          <a:xfrm>
            <a:off x="6324575" y="1320348"/>
            <a:ext cx="342900" cy="0"/>
          </a:xfrm>
          <a:prstGeom prst="line">
            <a:avLst/>
          </a:prstGeom>
          <a:ln w="762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799" name="TextBox 57">
            <a:extLst>
              <a:ext uri="{FF2B5EF4-FFF2-40B4-BE49-F238E27FC236}">
                <a16:creationId xmlns:a16="http://schemas.microsoft.com/office/drawing/2014/main" id="{D46EDAAF-4D0B-45EB-A63C-6834334C14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7800" y="1110798"/>
            <a:ext cx="2387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Reconfigurable Logic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631B537-400E-4E16-B7EF-584B15722BD0}"/>
              </a:ext>
            </a:extLst>
          </p:cNvPr>
          <p:cNvSpPr/>
          <p:nvPr/>
        </p:nvSpPr>
        <p:spPr>
          <a:xfrm>
            <a:off x="1900212" y="2539548"/>
            <a:ext cx="1866900" cy="156210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000" dirty="0">
                <a:solidFill>
                  <a:schemeClr val="tx1"/>
                </a:solidFill>
              </a:rPr>
              <a:t>Matrix Multiplier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000" dirty="0">
                <a:solidFill>
                  <a:schemeClr val="tx1"/>
                </a:solidFill>
              </a:rPr>
              <a:t>Coprocessor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AF19658-D9EF-4373-B3CB-6F8CDD22881C}"/>
              </a:ext>
            </a:extLst>
          </p:cNvPr>
          <p:cNvCxnSpPr>
            <a:endCxn id="24" idx="1"/>
          </p:cNvCxnSpPr>
          <p:nvPr/>
        </p:nvCxnSpPr>
        <p:spPr>
          <a:xfrm>
            <a:off x="3748062" y="2652261"/>
            <a:ext cx="419100" cy="1587"/>
          </a:xfrm>
          <a:prstGeom prst="straightConnector1">
            <a:avLst/>
          </a:prstGeom>
          <a:ln w="381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802" name="TextBox 66">
            <a:extLst>
              <a:ext uri="{FF2B5EF4-FFF2-40B4-BE49-F238E27FC236}">
                <a16:creationId xmlns:a16="http://schemas.microsoft.com/office/drawing/2014/main" id="{9E5A3637-3C65-498D-86FF-F35B5D6520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012" y="5942752"/>
            <a:ext cx="830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 dirty="0"/>
              <a:t>Also see </a:t>
            </a:r>
            <a:r>
              <a:rPr lang="en-US" altLang="en-US" sz="2000" dirty="0" err="1"/>
              <a:t>Actel</a:t>
            </a:r>
            <a:r>
              <a:rPr lang="en-US" altLang="en-US" sz="2000" dirty="0"/>
              <a:t> </a:t>
            </a:r>
            <a:r>
              <a:rPr lang="en-US" altLang="en-US" sz="2000" dirty="0" err="1"/>
              <a:t>Fusion:</a:t>
            </a:r>
            <a:r>
              <a:rPr lang="en-US" altLang="en-US" sz="2000" dirty="0" err="1">
                <a:hlinkClick r:id="rId3"/>
              </a:rPr>
              <a:t>http</a:t>
            </a:r>
            <a:r>
              <a:rPr lang="en-US" altLang="en-US" sz="2000" dirty="0">
                <a:hlinkClick r:id="rId3"/>
              </a:rPr>
              <a:t>://www.actel.com/products/fusion/default.aspx </a:t>
            </a:r>
            <a:endParaRPr lang="en-US" altLang="en-US" sz="2000" dirty="0"/>
          </a:p>
        </p:txBody>
      </p:sp>
      <p:sp>
        <p:nvSpPr>
          <p:cNvPr id="38" name="Slide Number Placeholder 15">
            <a:extLst>
              <a:ext uri="{FF2B5EF4-FFF2-40B4-BE49-F238E27FC236}">
                <a16:creationId xmlns:a16="http://schemas.microsoft.com/office/drawing/2014/main" id="{8161458B-3753-48DE-A93F-D08217582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7958"/>
            <a:ext cx="1905000" cy="35719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27813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2">
            <a:extLst>
              <a:ext uri="{FF2B5EF4-FFF2-40B4-BE49-F238E27FC236}">
                <a16:creationId xmlns:a16="http://schemas.microsoft.com/office/drawing/2014/main" id="{98AA4AA1-1AE0-4D44-97BF-266482EDB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1425" y="190500"/>
            <a:ext cx="76962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nl-NL" sz="3200" b="1" dirty="0">
                <a:solidFill>
                  <a:srgbClr val="CC0066"/>
                </a:solidFill>
                <a:latin typeface="+mn-lt"/>
              </a:rPr>
              <a:t>Reconfigurable Architectures</a:t>
            </a:r>
          </a:p>
        </p:txBody>
      </p:sp>
      <p:sp>
        <p:nvSpPr>
          <p:cNvPr id="33797" name="Rectangle 3">
            <a:extLst>
              <a:ext uri="{FF2B5EF4-FFF2-40B4-BE49-F238E27FC236}">
                <a16:creationId xmlns:a16="http://schemas.microsoft.com/office/drawing/2014/main" id="{13235ED5-3BDA-4A58-813F-766FDF2929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3625" y="1377950"/>
            <a:ext cx="7696200" cy="481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342900" indent="-342900">
              <a:buClr>
                <a:srgbClr val="000066"/>
              </a:buClr>
              <a:buSzPct val="75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buSzPct val="100000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buSzPct val="100000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buSzPct val="100000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buSzPct val="100000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buSzPct val="100000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 typeface="Wingdings" panose="05000000000000000000" pitchFamily="2" charset="2"/>
              <a:buChar char="n"/>
            </a:pPr>
            <a:endParaRPr lang="en-US" altLang="nl-NL"/>
          </a:p>
          <a:p>
            <a:pPr>
              <a:buFont typeface="Wingdings" panose="05000000000000000000" pitchFamily="2" charset="2"/>
              <a:buChar char="n"/>
            </a:pPr>
            <a:r>
              <a:rPr lang="en-US" altLang="nl-NL"/>
              <a:t>Coarse Grain Reconfigurable Architectures</a:t>
            </a:r>
          </a:p>
          <a:p>
            <a:pPr>
              <a:buFont typeface="Wingdings" panose="05000000000000000000" pitchFamily="2" charset="2"/>
              <a:buChar char="n"/>
            </a:pPr>
            <a:endParaRPr lang="en-US" altLang="nl-NL"/>
          </a:p>
          <a:p>
            <a:pPr>
              <a:buFont typeface="Wingdings" panose="05000000000000000000" pitchFamily="2" charset="2"/>
              <a:buChar char="n"/>
            </a:pPr>
            <a:r>
              <a:rPr lang="nl-NL" altLang="nl-NL"/>
              <a:t>FPGA </a:t>
            </a:r>
            <a:r>
              <a:rPr lang="en-US" altLang="nl-NL"/>
              <a:t>Logic Blocks</a:t>
            </a:r>
          </a:p>
          <a:p>
            <a:pPr>
              <a:buFont typeface="Wingdings" panose="05000000000000000000" pitchFamily="2" charset="2"/>
              <a:buChar char="n"/>
            </a:pPr>
            <a:endParaRPr lang="en-US" altLang="nl-NL"/>
          </a:p>
          <a:p>
            <a:pPr>
              <a:buClr>
                <a:srgbClr val="F81B0A"/>
              </a:buClr>
              <a:buSzPct val="150000"/>
              <a:buFont typeface="Wingdings 2" panose="05020102010507070707" pitchFamily="18" charset="2"/>
              <a:buChar char="E"/>
            </a:pPr>
            <a:r>
              <a:rPr lang="en-US" altLang="nl-NL">
                <a:solidFill>
                  <a:srgbClr val="F81B0A"/>
                </a:solidFill>
              </a:rPr>
              <a:t> </a:t>
            </a:r>
            <a:r>
              <a:rPr lang="en-US" altLang="nl-NL">
                <a:solidFill>
                  <a:srgbClr val="E12511"/>
                </a:solidFill>
              </a:rPr>
              <a:t>FPGA </a:t>
            </a:r>
            <a:r>
              <a:rPr lang="nl-NL" altLang="nl-NL">
                <a:solidFill>
                  <a:srgbClr val="E12511"/>
                </a:solidFill>
              </a:rPr>
              <a:t>Interconnects</a:t>
            </a:r>
            <a:endParaRPr lang="en-US" altLang="nl-NL"/>
          </a:p>
          <a:p>
            <a:pPr>
              <a:buFont typeface="Wingdings" panose="05000000000000000000" pitchFamily="2" charset="2"/>
              <a:buChar char="n"/>
            </a:pPr>
            <a:endParaRPr lang="nl-NL" altLang="nl-NL"/>
          </a:p>
          <a:p>
            <a:pPr>
              <a:buFont typeface="Wingdings" panose="05000000000000000000" pitchFamily="2" charset="2"/>
              <a:buChar char="n"/>
            </a:pPr>
            <a:r>
              <a:rPr lang="en-US" altLang="nl-NL"/>
              <a:t>Architecture Evaluation Metrics and Models</a:t>
            </a:r>
            <a:endParaRPr lang="nl-NL" altLang="nl-NL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9BD7AED6-FAC4-4B37-9A0A-B5D27F6A2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7958"/>
            <a:ext cx="1905000" cy="35719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07626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2">
            <a:extLst>
              <a:ext uri="{FF2B5EF4-FFF2-40B4-BE49-F238E27FC236}">
                <a16:creationId xmlns:a16="http://schemas.microsoft.com/office/drawing/2014/main" id="{DE26E2ED-1919-431F-9B64-0992155AAF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3568" y="188640"/>
            <a:ext cx="7772400" cy="1143000"/>
          </a:xfrm>
        </p:spPr>
        <p:txBody>
          <a:bodyPr/>
          <a:lstStyle/>
          <a:p>
            <a:r>
              <a:rPr lang="en-US" altLang="en-US" sz="3200" b="1" kern="1200" dirty="0">
                <a:solidFill>
                  <a:srgbClr val="CC0066"/>
                </a:solidFill>
                <a:latin typeface="+mn-lt"/>
                <a:ea typeface="+mn-ea"/>
                <a:cs typeface="+mn-cs"/>
              </a:rPr>
              <a:t>FPGA Interconnect</a:t>
            </a:r>
          </a:p>
        </p:txBody>
      </p:sp>
      <p:sp>
        <p:nvSpPr>
          <p:cNvPr id="797699" name="Rectangle 3">
            <a:extLst>
              <a:ext uri="{FF2B5EF4-FFF2-40B4-BE49-F238E27FC236}">
                <a16:creationId xmlns:a16="http://schemas.microsoft.com/office/drawing/2014/main" id="{B84C36DF-D0F8-4033-BB4F-AD5F6973AB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576" y="908720"/>
            <a:ext cx="7772400" cy="4114800"/>
          </a:xfrm>
        </p:spPr>
        <p:txBody>
          <a:bodyPr/>
          <a:lstStyle/>
          <a:p>
            <a:r>
              <a:rPr lang="en-US" altLang="en-US" sz="2000" dirty="0"/>
              <a:t> Logics and Interconnects are un-balanced in FPGAs.</a:t>
            </a:r>
          </a:p>
          <a:p>
            <a:r>
              <a:rPr lang="en-US" altLang="en-US" sz="2000" dirty="0"/>
              <a:t> Qualitatively:</a:t>
            </a:r>
          </a:p>
          <a:p>
            <a:pPr lvl="1"/>
            <a:r>
              <a:rPr lang="en-US" altLang="en-US" sz="2000" dirty="0"/>
              <a:t>“PLDs are 90% routing and 10% logic.” </a:t>
            </a:r>
          </a:p>
          <a:p>
            <a:pPr lvl="2"/>
            <a:r>
              <a:rPr lang="en-US" altLang="en-US" sz="2000" dirty="0"/>
              <a:t>Prof. Jonathan Rose, </a:t>
            </a:r>
            <a:r>
              <a:rPr lang="en-US" altLang="en-US" sz="2000" i="1" dirty="0"/>
              <a:t>Design of Interconnection Networks for Programmable Logic</a:t>
            </a:r>
            <a:r>
              <a:rPr lang="en-US" altLang="en-US" sz="2000" dirty="0"/>
              <a:t>, Kluwer Academic Publishers, 2004, Page xix;</a:t>
            </a:r>
          </a:p>
          <a:p>
            <a:pPr lvl="1"/>
            <a:r>
              <a:rPr lang="en-US" altLang="en-US" sz="2000" dirty="0"/>
              <a:t>“…(in FPGAs) programmable interconnect comes at a substantial cost in area, performance and power.” </a:t>
            </a:r>
          </a:p>
          <a:p>
            <a:pPr lvl="2"/>
            <a:r>
              <a:rPr lang="en-US" altLang="en-US" sz="2000" dirty="0"/>
              <a:t>Prof. Jan </a:t>
            </a:r>
            <a:r>
              <a:rPr lang="en-US" altLang="en-US" sz="2000" dirty="0" err="1"/>
              <a:t>Rabaey</a:t>
            </a:r>
            <a:r>
              <a:rPr lang="en-US" altLang="en-US" sz="2000" dirty="0"/>
              <a:t>, </a:t>
            </a:r>
            <a:r>
              <a:rPr lang="en-US" altLang="en-US" sz="2000" i="1" dirty="0"/>
              <a:t>Digital Integrated Circuits</a:t>
            </a:r>
            <a:r>
              <a:rPr lang="en-US" altLang="en-US" sz="2000" dirty="0"/>
              <a:t>, 2</a:t>
            </a:r>
            <a:r>
              <a:rPr lang="en-US" altLang="en-US" sz="2000" baseline="30000" dirty="0"/>
              <a:t>nd</a:t>
            </a:r>
            <a:r>
              <a:rPr lang="en-US" altLang="en-US" sz="2000" dirty="0"/>
              <a:t> Edition, Prentice-Hall, 2003, Page 413;</a:t>
            </a:r>
          </a:p>
          <a:p>
            <a:r>
              <a:rPr lang="en-US" altLang="en-US" dirty="0"/>
              <a:t> </a:t>
            </a:r>
            <a:r>
              <a:rPr lang="en-US" altLang="en-US" sz="2000" dirty="0"/>
              <a:t>Quantitatively:</a:t>
            </a:r>
          </a:p>
          <a:p>
            <a:pPr lvl="1"/>
            <a:r>
              <a:rPr lang="en-US" altLang="en-US" sz="2000" dirty="0"/>
              <a:t>Area: Logic area </a:t>
            </a:r>
            <a:r>
              <a:rPr lang="en-US" altLang="en-US" sz="2000" dirty="0" err="1"/>
              <a:t>v.s</a:t>
            </a:r>
            <a:r>
              <a:rPr lang="en-US" altLang="en-US" sz="2000" dirty="0"/>
              <a:t>. Routing area;</a:t>
            </a:r>
          </a:p>
          <a:p>
            <a:pPr lvl="1"/>
            <a:r>
              <a:rPr lang="en-US" altLang="en-US" sz="2000" dirty="0"/>
              <a:t>Delay: Logic delay </a:t>
            </a:r>
            <a:r>
              <a:rPr lang="en-US" altLang="en-US" sz="2000" dirty="0" err="1"/>
              <a:t>v.s</a:t>
            </a:r>
            <a:r>
              <a:rPr lang="en-US" altLang="en-US" sz="2000" dirty="0"/>
              <a:t>. Net delay;</a:t>
            </a:r>
          </a:p>
          <a:p>
            <a:pPr lvl="1"/>
            <a:r>
              <a:rPr lang="en-US" altLang="en-US" sz="2000" dirty="0"/>
              <a:t>Power: Dynamic power consumption by Logic </a:t>
            </a:r>
            <a:r>
              <a:rPr lang="en-US" altLang="en-US" sz="2000" dirty="0" err="1"/>
              <a:t>v.s</a:t>
            </a:r>
            <a:r>
              <a:rPr lang="en-US" altLang="en-US" sz="2000" dirty="0"/>
              <a:t>. by Interconnect.</a:t>
            </a:r>
          </a:p>
          <a:p>
            <a:endParaRPr lang="en-US" altLang="en-US" dirty="0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C02D8BB3-18F1-4684-A3BA-F8863ED8F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7958"/>
            <a:ext cx="1905000" cy="35719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9221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7699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Slide Number Placeholder 4">
            <a:extLst>
              <a:ext uri="{FF2B5EF4-FFF2-40B4-BE49-F238E27FC236}">
                <a16:creationId xmlns:a16="http://schemas.microsoft.com/office/drawing/2014/main" id="{F762A8DF-8662-4661-8197-62C8C966DA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2A4F163-3D39-41C4-95E6-D52172AAABAC}" type="slidenum">
              <a:rPr lang="zh-CN" altLang="en-US" sz="1400"/>
              <a:pPr/>
              <a:t>35</a:t>
            </a:fld>
            <a:endParaRPr lang="en-US" altLang="zh-CN" sz="1400" dirty="0"/>
          </a:p>
        </p:txBody>
      </p:sp>
      <p:sp>
        <p:nvSpPr>
          <p:cNvPr id="35844" name="Rectangle 2">
            <a:extLst>
              <a:ext uri="{FF2B5EF4-FFF2-40B4-BE49-F238E27FC236}">
                <a16:creationId xmlns:a16="http://schemas.microsoft.com/office/drawing/2014/main" id="{BBD99B58-F1A6-44AC-8200-B69EAC64E1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364321"/>
            <a:ext cx="7696200" cy="762000"/>
          </a:xfrm>
        </p:spPr>
        <p:txBody>
          <a:bodyPr/>
          <a:lstStyle/>
          <a:p>
            <a:r>
              <a:rPr lang="en-US" altLang="en-US" sz="3200" b="1" kern="1200" dirty="0">
                <a:solidFill>
                  <a:srgbClr val="CC0066"/>
                </a:solidFill>
                <a:latin typeface="+mn-lt"/>
                <a:ea typeface="+mn-ea"/>
                <a:cs typeface="+mn-cs"/>
              </a:rPr>
              <a:t>Unbalance: Area</a:t>
            </a:r>
          </a:p>
        </p:txBody>
      </p:sp>
      <p:graphicFrame>
        <p:nvGraphicFramePr>
          <p:cNvPr id="35845" name="Object 4">
            <a:extLst>
              <a:ext uri="{FF2B5EF4-FFF2-40B4-BE49-F238E27FC236}">
                <a16:creationId xmlns:a16="http://schemas.microsoft.com/office/drawing/2014/main" id="{72B85AC4-7F53-4F3C-A989-960673075A6B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1143000" y="1371600"/>
          <a:ext cx="7696200" cy="3852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" name="Chart" r:id="rId3" imgW="7943981" imgH="3981609" progId="MSGraph.Chart.8">
                  <p:embed followColorScheme="full"/>
                </p:oleObj>
              </mc:Choice>
              <mc:Fallback>
                <p:oleObj name="Chart" r:id="rId3" imgW="7943981" imgH="3981609" progId="MSGraph.Chart.8">
                  <p:embed followColorScheme="full"/>
                  <p:pic>
                    <p:nvPicPr>
                      <p:cNvPr id="35845" name="Object 4">
                        <a:extLst>
                          <a:ext uri="{FF2B5EF4-FFF2-40B4-BE49-F238E27FC236}">
                            <a16:creationId xmlns:a16="http://schemas.microsoft.com/office/drawing/2014/main" id="{72B85AC4-7F53-4F3C-A989-960673075A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371600"/>
                        <a:ext cx="7696200" cy="3852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6" name="Text Box 7">
            <a:extLst>
              <a:ext uri="{FF2B5EF4-FFF2-40B4-BE49-F238E27FC236}">
                <a16:creationId xmlns:a16="http://schemas.microsoft.com/office/drawing/2014/main" id="{49A98044-C47D-4867-952B-FAF0ACE8AA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5349875"/>
            <a:ext cx="69342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1400"/>
              <a:t>Relative weight of routing area and logic area of the 20 largest MCNC benchmark circuits, assuming PTM 90nm CMOS process. Data produced by VPR v5.0.2.</a:t>
            </a:r>
          </a:p>
        </p:txBody>
      </p:sp>
    </p:spTree>
    <p:extLst>
      <p:ext uri="{BB962C8B-B14F-4D97-AF65-F5344CB8AC3E}">
        <p14:creationId xmlns:p14="http://schemas.microsoft.com/office/powerpoint/2010/main" val="3153768761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>
            <a:extLst>
              <a:ext uri="{FF2B5EF4-FFF2-40B4-BE49-F238E27FC236}">
                <a16:creationId xmlns:a16="http://schemas.microsoft.com/office/drawing/2014/main" id="{271BCF67-9E20-4568-9032-AD54112792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5616" y="371053"/>
            <a:ext cx="7696200" cy="762000"/>
          </a:xfrm>
        </p:spPr>
        <p:txBody>
          <a:bodyPr/>
          <a:lstStyle/>
          <a:p>
            <a:r>
              <a:rPr lang="en-US" altLang="en-US" sz="3200" b="1" kern="1200" dirty="0">
                <a:solidFill>
                  <a:srgbClr val="CC0066"/>
                </a:solidFill>
                <a:latin typeface="+mn-lt"/>
                <a:ea typeface="+mn-ea"/>
                <a:cs typeface="+mn-cs"/>
              </a:rPr>
              <a:t>Unbalance: Delay</a:t>
            </a:r>
          </a:p>
        </p:txBody>
      </p:sp>
      <p:graphicFrame>
        <p:nvGraphicFramePr>
          <p:cNvPr id="36869" name="Object 4">
            <a:extLst>
              <a:ext uri="{FF2B5EF4-FFF2-40B4-BE49-F238E27FC236}">
                <a16:creationId xmlns:a16="http://schemas.microsoft.com/office/drawing/2014/main" id="{8B78C900-FAF2-4A92-A86A-CDED24051225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1079500" y="1219200"/>
          <a:ext cx="7669213" cy="431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6" name="Chart" r:id="rId3" imgW="7810376" imgH="4390884" progId="MSGraph.Chart.8">
                  <p:embed followColorScheme="full"/>
                </p:oleObj>
              </mc:Choice>
              <mc:Fallback>
                <p:oleObj name="Chart" r:id="rId3" imgW="7810376" imgH="4390884" progId="MSGraph.Chart.8">
                  <p:embed followColorScheme="full"/>
                  <p:pic>
                    <p:nvPicPr>
                      <p:cNvPr id="36869" name="Object 4">
                        <a:extLst>
                          <a:ext uri="{FF2B5EF4-FFF2-40B4-BE49-F238E27FC236}">
                            <a16:creationId xmlns:a16="http://schemas.microsoft.com/office/drawing/2014/main" id="{8B78C900-FAF2-4A92-A86A-CDED240512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0" y="1219200"/>
                        <a:ext cx="7669213" cy="431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0" name="Text Box 7">
            <a:extLst>
              <a:ext uri="{FF2B5EF4-FFF2-40B4-BE49-F238E27FC236}">
                <a16:creationId xmlns:a16="http://schemas.microsoft.com/office/drawing/2014/main" id="{C1F8C4B5-5E7F-41DC-AA58-62FDA3D600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5325" y="5594350"/>
            <a:ext cx="6797675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1400"/>
              <a:t>Delay breakdown along the critical path for the 20 largest MCNC benchmarks,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1400"/>
              <a:t>assuming PTM 90nm CMOS process. Data produced by VPR v5.0.2.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en-US" sz="1400"/>
          </a:p>
        </p:txBody>
      </p:sp>
      <p:sp>
        <p:nvSpPr>
          <p:cNvPr id="7" name="Slide Number Placeholder 15">
            <a:extLst>
              <a:ext uri="{FF2B5EF4-FFF2-40B4-BE49-F238E27FC236}">
                <a16:creationId xmlns:a16="http://schemas.microsoft.com/office/drawing/2014/main" id="{36881B88-9CCB-43F9-B6E1-CF35B8D4817D}"/>
              </a:ext>
            </a:extLst>
          </p:cNvPr>
          <p:cNvSpPr txBox="1">
            <a:spLocks/>
          </p:cNvSpPr>
          <p:nvPr/>
        </p:nvSpPr>
        <p:spPr>
          <a:xfrm>
            <a:off x="7092280" y="6324600"/>
            <a:ext cx="1905000" cy="35719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                 </a:t>
            </a:r>
            <a:fld id="{B6F15528-21DE-4FAA-801E-634DDDAF4B2B}" type="slidenum">
              <a:rPr lang="en-US" sz="1400" smtClean="0"/>
              <a:pPr/>
              <a:t>36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54870865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>
            <a:extLst>
              <a:ext uri="{FF2B5EF4-FFF2-40B4-BE49-F238E27FC236}">
                <a16:creationId xmlns:a16="http://schemas.microsoft.com/office/drawing/2014/main" id="{7C790870-36E7-40EE-8D51-1BDC983CF6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3568" y="262731"/>
            <a:ext cx="7772400" cy="1143000"/>
          </a:xfrm>
        </p:spPr>
        <p:txBody>
          <a:bodyPr/>
          <a:lstStyle/>
          <a:p>
            <a:r>
              <a:rPr lang="en-US" altLang="en-US" sz="3200" b="1" kern="1200" dirty="0">
                <a:solidFill>
                  <a:srgbClr val="CC0066"/>
                </a:solidFill>
                <a:latin typeface="+mn-lt"/>
                <a:ea typeface="+mn-ea"/>
                <a:cs typeface="+mn-cs"/>
              </a:rPr>
              <a:t>Unbalance: Power</a:t>
            </a:r>
          </a:p>
        </p:txBody>
      </p:sp>
      <p:pic>
        <p:nvPicPr>
          <p:cNvPr id="37893" name="Picture 4">
            <a:extLst>
              <a:ext uri="{FF2B5EF4-FFF2-40B4-BE49-F238E27FC236}">
                <a16:creationId xmlns:a16="http://schemas.microsoft.com/office/drawing/2014/main" id="{8486BF1E-855C-4DA1-AF58-81FBD00307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9050" y="1676400"/>
            <a:ext cx="4578350" cy="209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4" name="Text Box 6">
            <a:extLst>
              <a:ext uri="{FF2B5EF4-FFF2-40B4-BE49-F238E27FC236}">
                <a16:creationId xmlns:a16="http://schemas.microsoft.com/office/drawing/2014/main" id="{F8FDCE45-83E1-4091-B8C8-6A8F7BA51C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3113" y="3657600"/>
            <a:ext cx="2986087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1200"/>
              <a:t>Note: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1200"/>
              <a:t>Double: The length-2 wires;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1200"/>
              <a:t>Hex: The length-6 wires;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1200"/>
              <a:t>Long: The long wires spanning the whole 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1200"/>
              <a:t>chip;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1200"/>
              <a:t>IXbar &amp; OXbar: Crossbar at the input &amp;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1200"/>
              <a:t>output pins of the logic blocks.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en-US" sz="1200"/>
          </a:p>
        </p:txBody>
      </p:sp>
      <p:sp>
        <p:nvSpPr>
          <p:cNvPr id="37895" name="Text Box 5">
            <a:extLst>
              <a:ext uri="{FF2B5EF4-FFF2-40B4-BE49-F238E27FC236}">
                <a16:creationId xmlns:a16="http://schemas.microsoft.com/office/drawing/2014/main" id="{79C9DF5F-93DC-427D-AE1E-42AC1ACC73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4127500"/>
            <a:ext cx="44958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1600" b="1"/>
              <a:t>Dynamic power breakdown for a real circuit [1], assuming the Xilinx Virtex-II FPGAs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en-US" sz="1600" b="1"/>
          </a:p>
        </p:txBody>
      </p:sp>
      <p:sp>
        <p:nvSpPr>
          <p:cNvPr id="37896" name="Text Box 8">
            <a:extLst>
              <a:ext uri="{FF2B5EF4-FFF2-40B4-BE49-F238E27FC236}">
                <a16:creationId xmlns:a16="http://schemas.microsoft.com/office/drawing/2014/main" id="{723D870F-61E4-48B2-BB2B-0F8F3F471A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0925" y="5751513"/>
            <a:ext cx="6873875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1400"/>
              <a:t>[1] L. Shang, A. Kaviani and K. Bathala, “Dynamic power consumption in Virtex-II FPGA family,” </a:t>
            </a:r>
            <a:r>
              <a:rPr lang="en-US" altLang="en-US" sz="1400" i="1"/>
              <a:t>ACM FPGA</a:t>
            </a:r>
            <a:r>
              <a:rPr lang="en-US" altLang="en-US" sz="1400"/>
              <a:t>, 2002.</a:t>
            </a:r>
          </a:p>
        </p:txBody>
      </p:sp>
      <p:sp>
        <p:nvSpPr>
          <p:cNvPr id="37897" name="Line 7">
            <a:extLst>
              <a:ext uri="{FF2B5EF4-FFF2-40B4-BE49-F238E27FC236}">
                <a16:creationId xmlns:a16="http://schemas.microsoft.com/office/drawing/2014/main" id="{B9DE3854-D98D-4DB4-A251-41967C574E71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5638800"/>
            <a:ext cx="403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Slide Number Placeholder 15">
            <a:extLst>
              <a:ext uri="{FF2B5EF4-FFF2-40B4-BE49-F238E27FC236}">
                <a16:creationId xmlns:a16="http://schemas.microsoft.com/office/drawing/2014/main" id="{0C7B95FD-8C0B-4953-BC0B-DDBD0D975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7958"/>
            <a:ext cx="1905000" cy="35719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421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Slide Number Placeholder 4">
            <a:extLst>
              <a:ext uri="{FF2B5EF4-FFF2-40B4-BE49-F238E27FC236}">
                <a16:creationId xmlns:a16="http://schemas.microsoft.com/office/drawing/2014/main" id="{50D09081-024A-4D65-82DE-936445606E7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2549524" y="6023020"/>
            <a:ext cx="3124200" cy="357190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138587A-C1BF-40E3-B996-3F6188AE01A4}" type="slidenum">
              <a:rPr lang="zh-CN" altLang="en-US" sz="1000"/>
              <a:pPr/>
              <a:t>38</a:t>
            </a:fld>
            <a:endParaRPr lang="en-US" altLang="zh-CN" sz="1000"/>
          </a:p>
        </p:txBody>
      </p:sp>
      <p:sp>
        <p:nvSpPr>
          <p:cNvPr id="38916" name="Rectangle 2">
            <a:extLst>
              <a:ext uri="{FF2B5EF4-FFF2-40B4-BE49-F238E27FC236}">
                <a16:creationId xmlns:a16="http://schemas.microsoft.com/office/drawing/2014/main" id="{AB7C9C66-780D-4EA7-AD2F-A8C31F4306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93749" y="69850"/>
            <a:ext cx="7772400" cy="1143000"/>
          </a:xfrm>
        </p:spPr>
        <p:txBody>
          <a:bodyPr/>
          <a:lstStyle/>
          <a:p>
            <a:r>
              <a:rPr lang="en-US" altLang="en-US" sz="3200" b="1" kern="1200" dirty="0">
                <a:solidFill>
                  <a:srgbClr val="CC0066"/>
                </a:solidFill>
                <a:latin typeface="+mn-lt"/>
                <a:ea typeface="+mn-ea"/>
                <a:cs typeface="+mn-cs"/>
              </a:rPr>
              <a:t>A Home-Made FPGA Layout</a:t>
            </a:r>
          </a:p>
        </p:txBody>
      </p:sp>
      <p:pic>
        <p:nvPicPr>
          <p:cNvPr id="38917" name="Picture 3">
            <a:extLst>
              <a:ext uri="{FF2B5EF4-FFF2-40B4-BE49-F238E27FC236}">
                <a16:creationId xmlns:a16="http://schemas.microsoft.com/office/drawing/2014/main" id="{F4301292-C7B6-44F3-BA14-EE0C972DF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7812" y="1628800"/>
            <a:ext cx="4478337" cy="418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E82A1956-C22F-45C0-81FA-E791A7F0D2AB}"/>
              </a:ext>
            </a:extLst>
          </p:cNvPr>
          <p:cNvSpPr/>
          <p:nvPr/>
        </p:nvSpPr>
        <p:spPr>
          <a:xfrm>
            <a:off x="4087812" y="1628800"/>
            <a:ext cx="4478337" cy="41878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1800">
              <a:solidFill>
                <a:srgbClr val="FFFFFF"/>
              </a:solidFill>
              <a:latin typeface="Calibri" pitchFamily="34" charset="0"/>
              <a:ea typeface="SimSun" pitchFamily="2" charset="-122"/>
            </a:endParaRP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3025FB38-3E16-4F46-BF55-0E07FC2FF32C}"/>
              </a:ext>
            </a:extLst>
          </p:cNvPr>
          <p:cNvCxnSpPr/>
          <p:nvPr/>
        </p:nvCxnSpPr>
        <p:spPr>
          <a:xfrm flipV="1">
            <a:off x="4087812" y="5826150"/>
            <a:ext cx="0" cy="4318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C9E04B67-5EDF-43AA-A6F2-D9242CA5AB18}"/>
              </a:ext>
            </a:extLst>
          </p:cNvPr>
          <p:cNvCxnSpPr/>
          <p:nvPr/>
        </p:nvCxnSpPr>
        <p:spPr>
          <a:xfrm>
            <a:off x="6856412" y="6029350"/>
            <a:ext cx="1709737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BEF5837C-6439-4A04-982D-9D6E3205B3F3}"/>
              </a:ext>
            </a:extLst>
          </p:cNvPr>
          <p:cNvCxnSpPr/>
          <p:nvPr/>
        </p:nvCxnSpPr>
        <p:spPr>
          <a:xfrm flipV="1">
            <a:off x="8566149" y="5816625"/>
            <a:ext cx="0" cy="4318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E730ABCA-BB24-437C-A90E-41041F10623B}"/>
              </a:ext>
            </a:extLst>
          </p:cNvPr>
          <p:cNvCxnSpPr/>
          <p:nvPr/>
        </p:nvCxnSpPr>
        <p:spPr>
          <a:xfrm flipH="1">
            <a:off x="4087812" y="6007125"/>
            <a:ext cx="1506537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23" name="TextBox 38">
            <a:extLst>
              <a:ext uri="{FF2B5EF4-FFF2-40B4-BE49-F238E27FC236}">
                <a16:creationId xmlns:a16="http://schemas.microsoft.com/office/drawing/2014/main" id="{9965A632-F748-48D3-87D5-307419F271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4349" y="5845200"/>
            <a:ext cx="14652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1800">
                <a:latin typeface="Calibri" panose="020F0502020204030204" pitchFamily="34" charset="0"/>
                <a:ea typeface="SimSun" panose="02010600030101010101" pitchFamily="2" charset="-122"/>
              </a:rPr>
              <a:t>100um</a:t>
            </a: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D1B8E9B2-ED38-4786-82DD-AD04FC0F4821}"/>
              </a:ext>
            </a:extLst>
          </p:cNvPr>
          <p:cNvCxnSpPr/>
          <p:nvPr/>
        </p:nvCxnSpPr>
        <p:spPr>
          <a:xfrm>
            <a:off x="3616324" y="1628800"/>
            <a:ext cx="4318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399D2C4F-2AAC-4D1A-93FF-E10C26F7BEE2}"/>
              </a:ext>
            </a:extLst>
          </p:cNvPr>
          <p:cNvCxnSpPr/>
          <p:nvPr/>
        </p:nvCxnSpPr>
        <p:spPr>
          <a:xfrm>
            <a:off x="3613149" y="5816625"/>
            <a:ext cx="4318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EE979B49-001B-49A1-9F76-129603CB55E8}"/>
              </a:ext>
            </a:extLst>
          </p:cNvPr>
          <p:cNvCxnSpPr/>
          <p:nvPr/>
        </p:nvCxnSpPr>
        <p:spPr>
          <a:xfrm flipV="1">
            <a:off x="3829049" y="1628800"/>
            <a:ext cx="3175" cy="141287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D2D4F557-4332-4884-BD1B-595F0FF60F49}"/>
              </a:ext>
            </a:extLst>
          </p:cNvPr>
          <p:cNvCxnSpPr/>
          <p:nvPr/>
        </p:nvCxnSpPr>
        <p:spPr>
          <a:xfrm>
            <a:off x="3829049" y="4356125"/>
            <a:ext cx="3175" cy="14605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28" name="TextBox 48">
            <a:extLst>
              <a:ext uri="{FF2B5EF4-FFF2-40B4-BE49-F238E27FC236}">
                <a16:creationId xmlns:a16="http://schemas.microsoft.com/office/drawing/2014/main" id="{A08C00AB-EAEB-40E3-98D3-DCED8F311E1C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3098005" y="3537769"/>
            <a:ext cx="14636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1800">
                <a:latin typeface="Calibri" panose="020F0502020204030204" pitchFamily="34" charset="0"/>
                <a:ea typeface="SimSun" panose="02010600030101010101" pitchFamily="2" charset="-122"/>
              </a:rPr>
              <a:t>100um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56083430-9714-4D08-90DC-D05C3CD0DDB5}"/>
              </a:ext>
            </a:extLst>
          </p:cNvPr>
          <p:cNvSpPr/>
          <p:nvPr/>
        </p:nvSpPr>
        <p:spPr>
          <a:xfrm>
            <a:off x="4087812" y="1916137"/>
            <a:ext cx="287337" cy="2079625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1800">
              <a:solidFill>
                <a:srgbClr val="FFFFFF"/>
              </a:solidFill>
              <a:latin typeface="Calibri" pitchFamily="34" charset="0"/>
              <a:ea typeface="SimSun" pitchFamily="2" charset="-122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7C7694C6-D63D-4791-B228-BBEF36AB5FF7}"/>
              </a:ext>
            </a:extLst>
          </p:cNvPr>
          <p:cNvSpPr/>
          <p:nvPr/>
        </p:nvSpPr>
        <p:spPr>
          <a:xfrm>
            <a:off x="8224837" y="1951062"/>
            <a:ext cx="287337" cy="2079625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1800">
              <a:solidFill>
                <a:srgbClr val="FFFFFF"/>
              </a:solidFill>
              <a:latin typeface="Calibri" pitchFamily="34" charset="0"/>
              <a:ea typeface="SimSun" pitchFamily="2" charset="-122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AB4BB3A3-6DDD-4B03-A6F0-8F0DBBCA97A3}"/>
              </a:ext>
            </a:extLst>
          </p:cNvPr>
          <p:cNvSpPr/>
          <p:nvPr/>
        </p:nvSpPr>
        <p:spPr>
          <a:xfrm>
            <a:off x="6135687" y="1916137"/>
            <a:ext cx="576262" cy="2079625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1800">
              <a:solidFill>
                <a:srgbClr val="FFFFFF"/>
              </a:solidFill>
              <a:latin typeface="Calibri" pitchFamily="34" charset="0"/>
              <a:ea typeface="SimSun" pitchFamily="2" charset="-122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57958741-6124-4DD7-A87E-98921AE03A0A}"/>
              </a:ext>
            </a:extLst>
          </p:cNvPr>
          <p:cNvSpPr/>
          <p:nvPr/>
        </p:nvSpPr>
        <p:spPr>
          <a:xfrm>
            <a:off x="6723062" y="1760562"/>
            <a:ext cx="1501775" cy="2524125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rgbClr val="FF0000"/>
                </a:solidFill>
              </a:rPr>
              <a:t>Four 4-input LUTs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B342D7C5-61D8-44E6-8ADF-6EC7CD5AC428}"/>
              </a:ext>
            </a:extLst>
          </p:cNvPr>
          <p:cNvSpPr/>
          <p:nvPr/>
        </p:nvSpPr>
        <p:spPr>
          <a:xfrm>
            <a:off x="4408487" y="1846287"/>
            <a:ext cx="1727200" cy="3733800"/>
          </a:xfrm>
          <a:prstGeom prst="rect">
            <a:avLst/>
          </a:prstGeom>
          <a:noFill/>
          <a:ln w="57150">
            <a:solidFill>
              <a:srgbClr val="FC24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r>
              <a:rPr lang="en-US" altLang="en-US" b="1">
                <a:solidFill>
                  <a:srgbClr val="FF0000"/>
                </a:solidFill>
                <a:latin typeface="Calibri" pitchFamily="34" charset="0"/>
                <a:ea typeface="SimSun" pitchFamily="2" charset="-122"/>
              </a:rPr>
              <a:t>Routing Resources</a:t>
            </a:r>
          </a:p>
          <a:p>
            <a:pPr algn="ctr" eaLnBrk="1" hangingPunct="1">
              <a:lnSpc>
                <a:spcPct val="100000"/>
              </a:lnSpc>
              <a:defRPr/>
            </a:pPr>
            <a:r>
              <a:rPr lang="en-US" altLang="en-US" b="1">
                <a:solidFill>
                  <a:srgbClr val="FF0000"/>
                </a:solidFill>
                <a:latin typeface="Calibri" pitchFamily="34" charset="0"/>
                <a:ea typeface="SimSun" pitchFamily="2" charset="-122"/>
              </a:rPr>
              <a:t>SB+CB</a:t>
            </a:r>
          </a:p>
          <a:p>
            <a:pPr algn="ctr" eaLnBrk="1" hangingPunct="1">
              <a:lnSpc>
                <a:spcPct val="100000"/>
              </a:lnSpc>
              <a:defRPr/>
            </a:pPr>
            <a:endParaRPr lang="en-US" altLang="en-US" sz="1800">
              <a:latin typeface="Calibri" pitchFamily="34" charset="0"/>
              <a:ea typeface="SimSun" pitchFamily="2" charset="-122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F9C83AFB-EF93-44A8-ADB6-19C8ED5207D5}"/>
              </a:ext>
            </a:extLst>
          </p:cNvPr>
          <p:cNvSpPr/>
          <p:nvPr/>
        </p:nvSpPr>
        <p:spPr>
          <a:xfrm>
            <a:off x="6135687" y="4572025"/>
            <a:ext cx="2089150" cy="1008062"/>
          </a:xfrm>
          <a:prstGeom prst="rect">
            <a:avLst/>
          </a:prstGeom>
          <a:noFill/>
          <a:ln w="57150">
            <a:solidFill>
              <a:srgbClr val="FC24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1800">
              <a:latin typeface="Calibri" pitchFamily="34" charset="0"/>
              <a:ea typeface="SimSun" pitchFamily="2" charset="-122"/>
            </a:endParaRPr>
          </a:p>
        </p:txBody>
      </p:sp>
      <p:pic>
        <p:nvPicPr>
          <p:cNvPr id="38935" name="Picture 2">
            <a:extLst>
              <a:ext uri="{FF2B5EF4-FFF2-40B4-BE49-F238E27FC236}">
                <a16:creationId xmlns:a16="http://schemas.microsoft.com/office/drawing/2014/main" id="{87058E20-5443-4C38-8BAE-99D757DEFD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874" y="1327175"/>
            <a:ext cx="2568575" cy="256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36" name="TextBox 3">
            <a:extLst>
              <a:ext uri="{FF2B5EF4-FFF2-40B4-BE49-F238E27FC236}">
                <a16:creationId xmlns:a16="http://schemas.microsoft.com/office/drawing/2014/main" id="{64DE7A37-D4CD-4197-83D8-7A90886797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599" y="744562"/>
            <a:ext cx="165576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1800">
                <a:latin typeface="Calibri" panose="020F0502020204030204" pitchFamily="34" charset="0"/>
                <a:ea typeface="SimSun" panose="02010600030101010101" pitchFamily="2" charset="-122"/>
              </a:rPr>
              <a:t>Programming Circuitry</a:t>
            </a:r>
          </a:p>
        </p:txBody>
      </p:sp>
      <p:sp>
        <p:nvSpPr>
          <p:cNvPr id="38937" name="圆角矩形标注 5">
            <a:extLst>
              <a:ext uri="{FF2B5EF4-FFF2-40B4-BE49-F238E27FC236}">
                <a16:creationId xmlns:a16="http://schemas.microsoft.com/office/drawing/2014/main" id="{CFC402EB-082D-41AA-8E46-BB7594F4DF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9212" y="1687537"/>
            <a:ext cx="288925" cy="144463"/>
          </a:xfrm>
          <a:prstGeom prst="wedgeRoundRectCallout">
            <a:avLst>
              <a:gd name="adj1" fmla="val 114833"/>
              <a:gd name="adj2" fmla="val -218130"/>
              <a:gd name="adj3" fmla="val 16667"/>
            </a:avLst>
          </a:prstGeom>
          <a:noFill/>
          <a:ln w="254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endParaRPr lang="en-US" altLang="en-US" sz="1800">
              <a:solidFill>
                <a:srgbClr val="FFFFFF"/>
              </a:solidFill>
              <a:latin typeface="Calibri" panose="020F0502020204030204" pitchFamily="34" charset="0"/>
              <a:ea typeface="SimSun" panose="02010600030101010101" pitchFamily="2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89F5BAAA-AF5F-49F0-ACC7-72D1C6DE2F03}"/>
              </a:ext>
            </a:extLst>
          </p:cNvPr>
          <p:cNvCxnSpPr/>
          <p:nvPr/>
        </p:nvCxnSpPr>
        <p:spPr>
          <a:xfrm>
            <a:off x="600074" y="1544662"/>
            <a:ext cx="4318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60962DCC-E36A-439D-8059-981482706656}"/>
              </a:ext>
            </a:extLst>
          </p:cNvPr>
          <p:cNvCxnSpPr/>
          <p:nvPr/>
        </p:nvCxnSpPr>
        <p:spPr>
          <a:xfrm>
            <a:off x="600074" y="3703662"/>
            <a:ext cx="4318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765FBA74-F1AB-4496-8458-C2CC4887CEC1}"/>
              </a:ext>
            </a:extLst>
          </p:cNvPr>
          <p:cNvCxnSpPr/>
          <p:nvPr/>
        </p:nvCxnSpPr>
        <p:spPr>
          <a:xfrm flipV="1">
            <a:off x="815974" y="1544662"/>
            <a:ext cx="0" cy="8636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D5DBC458-C50B-4DC3-86D7-174F1CFDB2D6}"/>
              </a:ext>
            </a:extLst>
          </p:cNvPr>
          <p:cNvCxnSpPr/>
          <p:nvPr/>
        </p:nvCxnSpPr>
        <p:spPr>
          <a:xfrm>
            <a:off x="817562" y="2848000"/>
            <a:ext cx="0" cy="855662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42" name="TextBox 19">
            <a:extLst>
              <a:ext uri="{FF2B5EF4-FFF2-40B4-BE49-F238E27FC236}">
                <a16:creationId xmlns:a16="http://schemas.microsoft.com/office/drawing/2014/main" id="{DC08DBBA-AAE0-4084-AFE6-AB1F43BE073B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404812" y="2427312"/>
            <a:ext cx="7572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1800">
                <a:latin typeface="Calibri" panose="020F0502020204030204" pitchFamily="34" charset="0"/>
                <a:ea typeface="SimSun" panose="02010600030101010101" pitchFamily="2" charset="-122"/>
              </a:rPr>
              <a:t>1mm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74AF3308-D923-4A55-BB82-6FADF4F0A0A2}"/>
              </a:ext>
            </a:extLst>
          </p:cNvPr>
          <p:cNvCxnSpPr/>
          <p:nvPr/>
        </p:nvCxnSpPr>
        <p:spPr>
          <a:xfrm flipV="1">
            <a:off x="1250949" y="3892575"/>
            <a:ext cx="0" cy="4318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12CBC898-2559-444F-B59F-460CD96A37D6}"/>
              </a:ext>
            </a:extLst>
          </p:cNvPr>
          <p:cNvCxnSpPr/>
          <p:nvPr/>
        </p:nvCxnSpPr>
        <p:spPr>
          <a:xfrm>
            <a:off x="2687637" y="4073550"/>
            <a:ext cx="720725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95B64EA5-6D37-4C7C-B4C6-FE267AE6FA45}"/>
              </a:ext>
            </a:extLst>
          </p:cNvPr>
          <p:cNvCxnSpPr/>
          <p:nvPr/>
        </p:nvCxnSpPr>
        <p:spPr>
          <a:xfrm flipV="1">
            <a:off x="3408362" y="3857650"/>
            <a:ext cx="0" cy="4318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9A79EADF-9226-46A0-829E-DB6ABB5C6C63}"/>
              </a:ext>
            </a:extLst>
          </p:cNvPr>
          <p:cNvCxnSpPr/>
          <p:nvPr/>
        </p:nvCxnSpPr>
        <p:spPr>
          <a:xfrm flipH="1">
            <a:off x="1250949" y="4073550"/>
            <a:ext cx="728663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47" name="TextBox 33">
            <a:extLst>
              <a:ext uri="{FF2B5EF4-FFF2-40B4-BE49-F238E27FC236}">
                <a16:creationId xmlns:a16="http://schemas.microsoft.com/office/drawing/2014/main" id="{E36FE79D-D416-41D1-AC84-FB99396E7B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612" y="3911625"/>
            <a:ext cx="7556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1800">
                <a:latin typeface="Calibri" panose="020F0502020204030204" pitchFamily="34" charset="0"/>
                <a:ea typeface="SimSun" panose="02010600030101010101" pitchFamily="2" charset="-122"/>
              </a:rPr>
              <a:t>1mm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DA999DA9-8E7B-42FD-B82B-6B42C04B1A6C}"/>
              </a:ext>
            </a:extLst>
          </p:cNvPr>
          <p:cNvSpPr/>
          <p:nvPr/>
        </p:nvSpPr>
        <p:spPr>
          <a:xfrm>
            <a:off x="1536699" y="1841525"/>
            <a:ext cx="1727200" cy="1636712"/>
          </a:xfrm>
          <a:prstGeom prst="rect">
            <a:avLst/>
          </a:prstGeom>
          <a:noFill/>
          <a:ln w="57150">
            <a:solidFill>
              <a:srgbClr val="FC24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rgbClr val="FC24DD"/>
                </a:solidFill>
              </a:rPr>
              <a:t>8X8 Tiles</a:t>
            </a:r>
          </a:p>
        </p:txBody>
      </p:sp>
      <p:sp>
        <p:nvSpPr>
          <p:cNvPr id="38949" name="圆角矩形标注 6">
            <a:extLst>
              <a:ext uri="{FF2B5EF4-FFF2-40B4-BE49-F238E27FC236}">
                <a16:creationId xmlns:a16="http://schemas.microsoft.com/office/drawing/2014/main" id="{09EA819F-6DD7-4A6D-AEEA-9F4010323F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0699" y="3175025"/>
            <a:ext cx="215900" cy="215900"/>
          </a:xfrm>
          <a:prstGeom prst="wedgeRoundRectCallout">
            <a:avLst>
              <a:gd name="adj1" fmla="val 430884"/>
              <a:gd name="adj2" fmla="val 69852"/>
              <a:gd name="adj3" fmla="val 16667"/>
            </a:avLst>
          </a:prstGeom>
          <a:noFill/>
          <a:ln w="254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endParaRPr lang="en-US" altLang="en-US" sz="1800">
              <a:solidFill>
                <a:srgbClr val="FFFFFF"/>
              </a:solidFill>
              <a:latin typeface="Calibri" panose="020F0502020204030204" pitchFamily="34" charset="0"/>
              <a:ea typeface="SimSun" panose="02010600030101010101" pitchFamily="2" charset="-122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F6981D5-E183-4590-997B-338578A97E09}"/>
              </a:ext>
            </a:extLst>
          </p:cNvPr>
          <p:cNvSpPr/>
          <p:nvPr/>
        </p:nvSpPr>
        <p:spPr>
          <a:xfrm>
            <a:off x="1139824" y="4643462"/>
            <a:ext cx="1927225" cy="488950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dirty="0">
                <a:solidFill>
                  <a:schemeClr val="tx1"/>
                </a:solidFill>
              </a:rPr>
              <a:t>SRAM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48664A9F-EC41-443B-AFB8-7A4FDA07836D}"/>
              </a:ext>
            </a:extLst>
          </p:cNvPr>
          <p:cNvSpPr/>
          <p:nvPr/>
        </p:nvSpPr>
        <p:spPr>
          <a:xfrm>
            <a:off x="1139824" y="5219725"/>
            <a:ext cx="1927225" cy="488950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dirty="0">
                <a:solidFill>
                  <a:schemeClr val="tx1"/>
                </a:solidFill>
              </a:rPr>
              <a:t>CLB &amp;</a:t>
            </a:r>
          </a:p>
          <a:p>
            <a:pPr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dirty="0">
                <a:solidFill>
                  <a:schemeClr val="tx1"/>
                </a:solidFill>
              </a:rPr>
              <a:t>Local MUX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76A983FF-FE60-40BB-9A92-097D542A9DEA}"/>
              </a:ext>
            </a:extLst>
          </p:cNvPr>
          <p:cNvSpPr/>
          <p:nvPr/>
        </p:nvSpPr>
        <p:spPr>
          <a:xfrm>
            <a:off x="1139824" y="5800750"/>
            <a:ext cx="1927225" cy="490537"/>
          </a:xfrm>
          <a:prstGeom prst="rect">
            <a:avLst/>
          </a:prstGeom>
          <a:noFill/>
          <a:ln w="57150">
            <a:solidFill>
              <a:srgbClr val="FC24D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dirty="0">
                <a:solidFill>
                  <a:schemeClr val="tx1"/>
                </a:solidFill>
              </a:rPr>
              <a:t>Switch Box &amp; Connection Box</a:t>
            </a:r>
          </a:p>
        </p:txBody>
      </p:sp>
      <p:sp>
        <p:nvSpPr>
          <p:cNvPr id="41" name="Slide Number Placeholder 15">
            <a:extLst>
              <a:ext uri="{FF2B5EF4-FFF2-40B4-BE49-F238E27FC236}">
                <a16:creationId xmlns:a16="http://schemas.microsoft.com/office/drawing/2014/main" id="{32BC6623-F859-4D0C-A805-64EC0379A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61149" y="6380210"/>
            <a:ext cx="1905000" cy="35719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4832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Content Placeholder 1">
            <a:extLst>
              <a:ext uri="{FF2B5EF4-FFF2-40B4-BE49-F238E27FC236}">
                <a16:creationId xmlns:a16="http://schemas.microsoft.com/office/drawing/2014/main" id="{FF89A1A7-1B1C-47C5-946A-4A3899308E9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9938" y="813322"/>
            <a:ext cx="9029700" cy="660400"/>
          </a:xfrm>
        </p:spPr>
        <p:txBody>
          <a:bodyPr lIns="91440" tIns="45720" rIns="91440" bIns="45720"/>
          <a:lstStyle/>
          <a:p>
            <a:pPr algn="ctr" eaLnBrk="1" hangingPunct="1"/>
            <a:r>
              <a:rPr lang="en-US" altLang="en-US" sz="2000" dirty="0"/>
              <a:t>Need a mechanism to move results of computation around.</a:t>
            </a:r>
          </a:p>
        </p:txBody>
      </p:sp>
      <p:sp>
        <p:nvSpPr>
          <p:cNvPr id="39941" name="Title 2">
            <a:extLst>
              <a:ext uri="{FF2B5EF4-FFF2-40B4-BE49-F238E27FC236}">
                <a16:creationId xmlns:a16="http://schemas.microsoft.com/office/drawing/2014/main" id="{E8863EEB-9AF8-493B-ABBB-8CD0BE8B71E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30187" y="261144"/>
            <a:ext cx="8797925" cy="762000"/>
          </a:xfrm>
        </p:spPr>
        <p:txBody>
          <a:bodyPr lIns="91440" tIns="45720" rIns="91440" bIns="45720"/>
          <a:lstStyle/>
          <a:p>
            <a:pPr eaLnBrk="1" hangingPunct="1"/>
            <a:r>
              <a:rPr lang="en-US" altLang="en-US" sz="3200" b="1" kern="1200" dirty="0">
                <a:solidFill>
                  <a:srgbClr val="CC0066"/>
                </a:solidFill>
                <a:latin typeface="+mn-lt"/>
                <a:ea typeface="+mn-ea"/>
                <a:cs typeface="+mn-cs"/>
              </a:rPr>
              <a:t>Communication: Interconnect &amp; Routing</a:t>
            </a:r>
          </a:p>
        </p:txBody>
      </p:sp>
      <p:sp>
        <p:nvSpPr>
          <p:cNvPr id="39942" name="Rectangle 27">
            <a:extLst>
              <a:ext uri="{FF2B5EF4-FFF2-40B4-BE49-F238E27FC236}">
                <a16:creationId xmlns:a16="http://schemas.microsoft.com/office/drawing/2014/main" id="{96935C8C-924F-4875-B238-5A96F48E3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928" y="1196752"/>
            <a:ext cx="5791200" cy="5067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endParaRPr lang="en-US" altLang="en-US" sz="2000"/>
          </a:p>
        </p:txBody>
      </p:sp>
      <p:sp>
        <p:nvSpPr>
          <p:cNvPr id="39943" name="Rectangle 28">
            <a:extLst>
              <a:ext uri="{FF2B5EF4-FFF2-40B4-BE49-F238E27FC236}">
                <a16:creationId xmlns:a16="http://schemas.microsoft.com/office/drawing/2014/main" id="{D11A1FD7-934E-4890-8D3E-FEA657C22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8128" y="2149252"/>
            <a:ext cx="587375" cy="538163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39944" name="Rectangle 30">
            <a:extLst>
              <a:ext uri="{FF2B5EF4-FFF2-40B4-BE49-F238E27FC236}">
                <a16:creationId xmlns:a16="http://schemas.microsoft.com/office/drawing/2014/main" id="{66630099-40A7-49CC-9A78-8AE459DA3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8128" y="1258665"/>
            <a:ext cx="579438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39945" name="Rectangle 31">
            <a:extLst>
              <a:ext uri="{FF2B5EF4-FFF2-40B4-BE49-F238E27FC236}">
                <a16:creationId xmlns:a16="http://schemas.microsoft.com/office/drawing/2014/main" id="{3B552ADA-A7F1-4CCC-9837-CF80E4DED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0191" y="3025552"/>
            <a:ext cx="579437" cy="547688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39946" name="Rectangle 32">
            <a:extLst>
              <a:ext uri="{FF2B5EF4-FFF2-40B4-BE49-F238E27FC236}">
                <a16:creationId xmlns:a16="http://schemas.microsoft.com/office/drawing/2014/main" id="{509B0923-095E-4400-88E8-24F7A26F1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0191" y="3901852"/>
            <a:ext cx="579437" cy="547688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39947" name="Rectangle 33">
            <a:extLst>
              <a:ext uri="{FF2B5EF4-FFF2-40B4-BE49-F238E27FC236}">
                <a16:creationId xmlns:a16="http://schemas.microsoft.com/office/drawing/2014/main" id="{9121B3C9-5C0F-4CCC-9FEC-ECF8118AB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8128" y="4778152"/>
            <a:ext cx="579438" cy="547688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39948" name="Rectangle 34">
            <a:extLst>
              <a:ext uri="{FF2B5EF4-FFF2-40B4-BE49-F238E27FC236}">
                <a16:creationId xmlns:a16="http://schemas.microsoft.com/office/drawing/2014/main" id="{6C68767D-1419-471B-9A56-4EDCF7B5C5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8128" y="5654452"/>
            <a:ext cx="579438" cy="547688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39949" name="Rectangle 38">
            <a:extLst>
              <a:ext uri="{FF2B5EF4-FFF2-40B4-BE49-F238E27FC236}">
                <a16:creationId xmlns:a16="http://schemas.microsoft.com/office/drawing/2014/main" id="{4582C0C5-1A80-431C-9B6A-EC51610A0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8728" y="1258665"/>
            <a:ext cx="579438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39950" name="Rectangle 39">
            <a:extLst>
              <a:ext uri="{FF2B5EF4-FFF2-40B4-BE49-F238E27FC236}">
                <a16:creationId xmlns:a16="http://schemas.microsoft.com/office/drawing/2014/main" id="{CBDBA550-DD71-405B-A755-88B86946DB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7428" y="1272952"/>
            <a:ext cx="579438" cy="547688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39951" name="Rectangle 40">
            <a:extLst>
              <a:ext uri="{FF2B5EF4-FFF2-40B4-BE49-F238E27FC236}">
                <a16:creationId xmlns:a16="http://schemas.microsoft.com/office/drawing/2014/main" id="{DCFAC321-BDA3-4CD0-B837-B4C309D56F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8191" y="1272952"/>
            <a:ext cx="579437" cy="547688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39952" name="Rectangle 41">
            <a:extLst>
              <a:ext uri="{FF2B5EF4-FFF2-40B4-BE49-F238E27FC236}">
                <a16:creationId xmlns:a16="http://schemas.microsoft.com/office/drawing/2014/main" id="{6B8444E4-4DB9-47E8-88A0-532FAA7A2F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6891" y="1272952"/>
            <a:ext cx="579437" cy="547688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39953" name="Rectangle 42">
            <a:extLst>
              <a:ext uri="{FF2B5EF4-FFF2-40B4-BE49-F238E27FC236}">
                <a16:creationId xmlns:a16="http://schemas.microsoft.com/office/drawing/2014/main" id="{0A07654D-9ECB-49AB-840C-79FEC7B22E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7491" y="1272952"/>
            <a:ext cx="579437" cy="547688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39954" name="Rectangle 43">
            <a:extLst>
              <a:ext uri="{FF2B5EF4-FFF2-40B4-BE49-F238E27FC236}">
                <a16:creationId xmlns:a16="http://schemas.microsoft.com/office/drawing/2014/main" id="{90890291-0BF6-46C8-AF82-3A1345D37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8728" y="2158777"/>
            <a:ext cx="579438" cy="547688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39955" name="Rectangle 44">
            <a:extLst>
              <a:ext uri="{FF2B5EF4-FFF2-40B4-BE49-F238E27FC236}">
                <a16:creationId xmlns:a16="http://schemas.microsoft.com/office/drawing/2014/main" id="{D4D659C6-AF91-4763-9F90-E877F422A4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7428" y="2173065"/>
            <a:ext cx="579438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39956" name="Rectangle 45">
            <a:extLst>
              <a:ext uri="{FF2B5EF4-FFF2-40B4-BE49-F238E27FC236}">
                <a16:creationId xmlns:a16="http://schemas.microsoft.com/office/drawing/2014/main" id="{1D3DF8EE-8FFA-4A8C-9CEB-24C0FBD2A6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8191" y="2173065"/>
            <a:ext cx="579437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39957" name="Rectangle 46">
            <a:extLst>
              <a:ext uri="{FF2B5EF4-FFF2-40B4-BE49-F238E27FC236}">
                <a16:creationId xmlns:a16="http://schemas.microsoft.com/office/drawing/2014/main" id="{32B3EAF3-6054-4CE2-9F0A-B90256EEEA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6891" y="2173065"/>
            <a:ext cx="579437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39958" name="Rectangle 47">
            <a:extLst>
              <a:ext uri="{FF2B5EF4-FFF2-40B4-BE49-F238E27FC236}">
                <a16:creationId xmlns:a16="http://schemas.microsoft.com/office/drawing/2014/main" id="{2718130E-3355-428A-BF4C-F39F68637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7491" y="2173065"/>
            <a:ext cx="579437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39959" name="Rectangle 48">
            <a:extLst>
              <a:ext uri="{FF2B5EF4-FFF2-40B4-BE49-F238E27FC236}">
                <a16:creationId xmlns:a16="http://schemas.microsoft.com/office/drawing/2014/main" id="{A76EFAE6-01EC-4F00-9481-67E6E44C7C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8728" y="3035077"/>
            <a:ext cx="579438" cy="547688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39960" name="Rectangle 49">
            <a:extLst>
              <a:ext uri="{FF2B5EF4-FFF2-40B4-BE49-F238E27FC236}">
                <a16:creationId xmlns:a16="http://schemas.microsoft.com/office/drawing/2014/main" id="{2A61771E-53E1-4867-B614-673F567421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7428" y="3049365"/>
            <a:ext cx="579438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39961" name="Rectangle 50">
            <a:extLst>
              <a:ext uri="{FF2B5EF4-FFF2-40B4-BE49-F238E27FC236}">
                <a16:creationId xmlns:a16="http://schemas.microsoft.com/office/drawing/2014/main" id="{DB31B9F7-190E-4F64-B7DB-2313CBB591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8191" y="3049365"/>
            <a:ext cx="579437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39962" name="Rectangle 51">
            <a:extLst>
              <a:ext uri="{FF2B5EF4-FFF2-40B4-BE49-F238E27FC236}">
                <a16:creationId xmlns:a16="http://schemas.microsoft.com/office/drawing/2014/main" id="{D62A39D7-F796-4B2D-91F9-C2D1103C6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6891" y="3049365"/>
            <a:ext cx="579437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39963" name="Rectangle 52">
            <a:extLst>
              <a:ext uri="{FF2B5EF4-FFF2-40B4-BE49-F238E27FC236}">
                <a16:creationId xmlns:a16="http://schemas.microsoft.com/office/drawing/2014/main" id="{B0E932EF-C0A4-4839-80D8-D22CECDFBB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7491" y="3049365"/>
            <a:ext cx="579437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39964" name="Rectangle 53">
            <a:extLst>
              <a:ext uri="{FF2B5EF4-FFF2-40B4-BE49-F238E27FC236}">
                <a16:creationId xmlns:a16="http://schemas.microsoft.com/office/drawing/2014/main" id="{4F0BB120-AAFD-42BC-9B62-7CA7B50AA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8728" y="3911377"/>
            <a:ext cx="579438" cy="547688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39965" name="Rectangle 54">
            <a:extLst>
              <a:ext uri="{FF2B5EF4-FFF2-40B4-BE49-F238E27FC236}">
                <a16:creationId xmlns:a16="http://schemas.microsoft.com/office/drawing/2014/main" id="{733EB4A5-DBDC-4818-BD7A-DE992E88AE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7428" y="3925665"/>
            <a:ext cx="579438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39966" name="Rectangle 55">
            <a:extLst>
              <a:ext uri="{FF2B5EF4-FFF2-40B4-BE49-F238E27FC236}">
                <a16:creationId xmlns:a16="http://schemas.microsoft.com/office/drawing/2014/main" id="{3A559A55-B57B-477F-9BD7-78F3D26CC9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8191" y="3925665"/>
            <a:ext cx="579437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39967" name="Rectangle 56">
            <a:extLst>
              <a:ext uri="{FF2B5EF4-FFF2-40B4-BE49-F238E27FC236}">
                <a16:creationId xmlns:a16="http://schemas.microsoft.com/office/drawing/2014/main" id="{DF3EAF67-3D00-42E9-8025-282D9F87B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6891" y="3925665"/>
            <a:ext cx="579437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39968" name="Rectangle 57">
            <a:extLst>
              <a:ext uri="{FF2B5EF4-FFF2-40B4-BE49-F238E27FC236}">
                <a16:creationId xmlns:a16="http://schemas.microsoft.com/office/drawing/2014/main" id="{5B93B6A6-4DE1-4704-8FFF-0B83160AD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7491" y="3925665"/>
            <a:ext cx="579437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39969" name="Rectangle 58">
            <a:extLst>
              <a:ext uri="{FF2B5EF4-FFF2-40B4-BE49-F238E27FC236}">
                <a16:creationId xmlns:a16="http://schemas.microsoft.com/office/drawing/2014/main" id="{2BB07E0F-6D16-49BB-9009-16B955A1C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8728" y="4787677"/>
            <a:ext cx="579438" cy="547688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39970" name="Rectangle 59">
            <a:extLst>
              <a:ext uri="{FF2B5EF4-FFF2-40B4-BE49-F238E27FC236}">
                <a16:creationId xmlns:a16="http://schemas.microsoft.com/office/drawing/2014/main" id="{5D5EC437-B481-4761-A052-DEAC250D12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7428" y="4801965"/>
            <a:ext cx="579438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39971" name="Rectangle 60">
            <a:extLst>
              <a:ext uri="{FF2B5EF4-FFF2-40B4-BE49-F238E27FC236}">
                <a16:creationId xmlns:a16="http://schemas.microsoft.com/office/drawing/2014/main" id="{4437A723-8FA7-47E4-BFE9-47AE2505B1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8191" y="4801965"/>
            <a:ext cx="579437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39972" name="Rectangle 61">
            <a:extLst>
              <a:ext uri="{FF2B5EF4-FFF2-40B4-BE49-F238E27FC236}">
                <a16:creationId xmlns:a16="http://schemas.microsoft.com/office/drawing/2014/main" id="{31DFAF37-26D2-4F93-8746-B099EFB02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6891" y="4801965"/>
            <a:ext cx="579437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39973" name="Rectangle 62">
            <a:extLst>
              <a:ext uri="{FF2B5EF4-FFF2-40B4-BE49-F238E27FC236}">
                <a16:creationId xmlns:a16="http://schemas.microsoft.com/office/drawing/2014/main" id="{C12CC87E-9DB9-4B86-8F3B-27BA1C425A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7491" y="4801965"/>
            <a:ext cx="579437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39974" name="Rectangle 63">
            <a:extLst>
              <a:ext uri="{FF2B5EF4-FFF2-40B4-BE49-F238E27FC236}">
                <a16:creationId xmlns:a16="http://schemas.microsoft.com/office/drawing/2014/main" id="{760764EC-2D49-456C-B641-C7D36D02A9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8728" y="5654452"/>
            <a:ext cx="579438" cy="547688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39975" name="Rectangle 64">
            <a:extLst>
              <a:ext uri="{FF2B5EF4-FFF2-40B4-BE49-F238E27FC236}">
                <a16:creationId xmlns:a16="http://schemas.microsoft.com/office/drawing/2014/main" id="{CF3FA1BE-B155-4034-8EE0-8BF8FE4CFE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7428" y="5668740"/>
            <a:ext cx="579438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39976" name="Rectangle 65">
            <a:extLst>
              <a:ext uri="{FF2B5EF4-FFF2-40B4-BE49-F238E27FC236}">
                <a16:creationId xmlns:a16="http://schemas.microsoft.com/office/drawing/2014/main" id="{A37615F7-5DF3-47D5-9061-758D4AB1BA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8191" y="5668740"/>
            <a:ext cx="579437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39977" name="Rectangle 66">
            <a:extLst>
              <a:ext uri="{FF2B5EF4-FFF2-40B4-BE49-F238E27FC236}">
                <a16:creationId xmlns:a16="http://schemas.microsoft.com/office/drawing/2014/main" id="{C97B7A34-D93B-469F-AFEE-164CA5B5A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6891" y="5668740"/>
            <a:ext cx="579437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39978" name="Rectangle 67">
            <a:extLst>
              <a:ext uri="{FF2B5EF4-FFF2-40B4-BE49-F238E27FC236}">
                <a16:creationId xmlns:a16="http://schemas.microsoft.com/office/drawing/2014/main" id="{FC1A42D0-AC84-4B4B-890A-054B5E7DA6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7491" y="5668740"/>
            <a:ext cx="579437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3" name="Slide Number Placeholder 15">
            <a:extLst>
              <a:ext uri="{FF2B5EF4-FFF2-40B4-BE49-F238E27FC236}">
                <a16:creationId xmlns:a16="http://schemas.microsoft.com/office/drawing/2014/main" id="{D1C256CC-7E0D-4845-9D1A-BCE351A43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88224" y="6437660"/>
            <a:ext cx="1905000" cy="35719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1080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4" name="Title 2">
            <a:extLst>
              <a:ext uri="{FF2B5EF4-FFF2-40B4-BE49-F238E27FC236}">
                <a16:creationId xmlns:a16="http://schemas.microsoft.com/office/drawing/2014/main" id="{619FB349-B6DB-499A-B268-D2E9B899AAB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61206" y="261144"/>
            <a:ext cx="8732713" cy="762000"/>
          </a:xfrm>
        </p:spPr>
        <p:txBody>
          <a:bodyPr lIns="91440" tIns="45720" rIns="91440" bIns="45720"/>
          <a:lstStyle/>
          <a:p>
            <a:r>
              <a:rPr lang="en-US" altLang="en-US" sz="3200" b="1" kern="1200" dirty="0">
                <a:solidFill>
                  <a:srgbClr val="CC0066"/>
                </a:solidFill>
                <a:latin typeface="+mn-lt"/>
                <a:ea typeface="+mn-ea"/>
                <a:cs typeface="+mn-cs"/>
              </a:rPr>
              <a:t>Communication: Interconnect &amp; Routing</a:t>
            </a:r>
          </a:p>
        </p:txBody>
      </p:sp>
      <p:sp>
        <p:nvSpPr>
          <p:cNvPr id="40965" name="TextBox 21">
            <a:extLst>
              <a:ext uri="{FF2B5EF4-FFF2-40B4-BE49-F238E27FC236}">
                <a16:creationId xmlns:a16="http://schemas.microsoft.com/office/drawing/2014/main" id="{34F8A771-4E04-4C73-802A-25B044182C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140" y="3592736"/>
            <a:ext cx="15716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0000"/>
                </a:solidFill>
              </a:rPr>
              <a:t>Nearest Neighbor:</a:t>
            </a:r>
          </a:p>
        </p:txBody>
      </p:sp>
      <p:sp>
        <p:nvSpPr>
          <p:cNvPr id="40966" name="Rectangle 66">
            <a:extLst>
              <a:ext uri="{FF2B5EF4-FFF2-40B4-BE49-F238E27FC236}">
                <a16:creationId xmlns:a16="http://schemas.microsoft.com/office/drawing/2014/main" id="{9FF5F70B-F592-4230-B647-D7F72CF89E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752" y="1052736"/>
            <a:ext cx="5791200" cy="5067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endParaRPr lang="en-US" altLang="en-US" sz="2000"/>
          </a:p>
        </p:txBody>
      </p:sp>
      <p:sp>
        <p:nvSpPr>
          <p:cNvPr id="40967" name="Rectangle 67">
            <a:extLst>
              <a:ext uri="{FF2B5EF4-FFF2-40B4-BE49-F238E27FC236}">
                <a16:creationId xmlns:a16="http://schemas.microsoft.com/office/drawing/2014/main" id="{2620EB16-7B01-439B-9948-571D935635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5952" y="2005236"/>
            <a:ext cx="587375" cy="538163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F77CC58-803D-4112-869B-45C5FAD086F8}"/>
              </a:ext>
            </a:extLst>
          </p:cNvPr>
          <p:cNvCxnSpPr>
            <a:stCxn id="40969" idx="2"/>
            <a:endCxn id="40967" idx="0"/>
          </p:cNvCxnSpPr>
          <p:nvPr/>
        </p:nvCxnSpPr>
        <p:spPr>
          <a:xfrm rot="16200000" flipH="1">
            <a:off x="2535809" y="1831404"/>
            <a:ext cx="342900" cy="47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69" name="Rectangle 69">
            <a:extLst>
              <a:ext uri="{FF2B5EF4-FFF2-40B4-BE49-F238E27FC236}">
                <a16:creationId xmlns:a16="http://schemas.microsoft.com/office/drawing/2014/main" id="{CE642C7F-E3A4-4981-BCA5-08C5A366A2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5952" y="1114649"/>
            <a:ext cx="579438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0970" name="Rectangle 70">
            <a:extLst>
              <a:ext uri="{FF2B5EF4-FFF2-40B4-BE49-F238E27FC236}">
                <a16:creationId xmlns:a16="http://schemas.microsoft.com/office/drawing/2014/main" id="{AF9FA6E9-6E87-4582-B660-CE4B77785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8015" y="2881536"/>
            <a:ext cx="579437" cy="547688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0971" name="Rectangle 71">
            <a:extLst>
              <a:ext uri="{FF2B5EF4-FFF2-40B4-BE49-F238E27FC236}">
                <a16:creationId xmlns:a16="http://schemas.microsoft.com/office/drawing/2014/main" id="{E9FDD6F2-BACF-4E50-969C-A8869DEC8A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8015" y="3757836"/>
            <a:ext cx="579437" cy="547688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0972" name="Rectangle 72">
            <a:extLst>
              <a:ext uri="{FF2B5EF4-FFF2-40B4-BE49-F238E27FC236}">
                <a16:creationId xmlns:a16="http://schemas.microsoft.com/office/drawing/2014/main" id="{13B2A482-7D0B-4E3D-B45B-EDDDA9301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5952" y="4634136"/>
            <a:ext cx="579438" cy="547688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0973" name="Rectangle 73">
            <a:extLst>
              <a:ext uri="{FF2B5EF4-FFF2-40B4-BE49-F238E27FC236}">
                <a16:creationId xmlns:a16="http://schemas.microsoft.com/office/drawing/2014/main" id="{5506C32C-6FD1-438C-B910-DEE409F09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5952" y="5510436"/>
            <a:ext cx="579438" cy="547688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5A58AFFD-E775-4328-9B8D-16BE54A9173F}"/>
              </a:ext>
            </a:extLst>
          </p:cNvPr>
          <p:cNvCxnSpPr/>
          <p:nvPr/>
        </p:nvCxnSpPr>
        <p:spPr>
          <a:xfrm rot="16200000" flipH="1">
            <a:off x="2546921" y="2707705"/>
            <a:ext cx="342900" cy="47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DFF863C8-5890-43E6-A21B-1F284C152265}"/>
              </a:ext>
            </a:extLst>
          </p:cNvPr>
          <p:cNvCxnSpPr/>
          <p:nvPr/>
        </p:nvCxnSpPr>
        <p:spPr>
          <a:xfrm rot="16200000" flipH="1">
            <a:off x="2546921" y="3584005"/>
            <a:ext cx="342900" cy="47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5CE488E0-AFA5-4AC2-8EB5-5FD366F56F9B}"/>
              </a:ext>
            </a:extLst>
          </p:cNvPr>
          <p:cNvCxnSpPr/>
          <p:nvPr/>
        </p:nvCxnSpPr>
        <p:spPr>
          <a:xfrm rot="16200000" flipH="1">
            <a:off x="2546921" y="4460305"/>
            <a:ext cx="342900" cy="47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77" name="Rectangle 77">
            <a:extLst>
              <a:ext uri="{FF2B5EF4-FFF2-40B4-BE49-F238E27FC236}">
                <a16:creationId xmlns:a16="http://schemas.microsoft.com/office/drawing/2014/main" id="{542ABB51-BDB8-4034-AAD4-354ED2DD7F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6552" y="1114649"/>
            <a:ext cx="579438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0978" name="Rectangle 78">
            <a:extLst>
              <a:ext uri="{FF2B5EF4-FFF2-40B4-BE49-F238E27FC236}">
                <a16:creationId xmlns:a16="http://schemas.microsoft.com/office/drawing/2014/main" id="{6E84766C-EA02-4A59-A2C3-1C480C90A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5252" y="1128936"/>
            <a:ext cx="579438" cy="547688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0979" name="Rectangle 79">
            <a:extLst>
              <a:ext uri="{FF2B5EF4-FFF2-40B4-BE49-F238E27FC236}">
                <a16:creationId xmlns:a16="http://schemas.microsoft.com/office/drawing/2014/main" id="{329A425D-92F9-4344-8CDC-49A1B42B3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015" y="1128936"/>
            <a:ext cx="579437" cy="547688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0980" name="Rectangle 80">
            <a:extLst>
              <a:ext uri="{FF2B5EF4-FFF2-40B4-BE49-F238E27FC236}">
                <a16:creationId xmlns:a16="http://schemas.microsoft.com/office/drawing/2014/main" id="{F15AFD1F-5D8F-4618-83DD-281DAF5D14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4715" y="1128936"/>
            <a:ext cx="579437" cy="547688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0981" name="Rectangle 81">
            <a:extLst>
              <a:ext uri="{FF2B5EF4-FFF2-40B4-BE49-F238E27FC236}">
                <a16:creationId xmlns:a16="http://schemas.microsoft.com/office/drawing/2014/main" id="{277EAD29-57E2-49E5-A79B-C02148B70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5315" y="1128936"/>
            <a:ext cx="579437" cy="547688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0982" name="Rectangle 82">
            <a:extLst>
              <a:ext uri="{FF2B5EF4-FFF2-40B4-BE49-F238E27FC236}">
                <a16:creationId xmlns:a16="http://schemas.microsoft.com/office/drawing/2014/main" id="{2C192C6C-599C-4696-8823-629A254666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6552" y="2014761"/>
            <a:ext cx="579438" cy="547688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0983" name="Rectangle 83">
            <a:extLst>
              <a:ext uri="{FF2B5EF4-FFF2-40B4-BE49-F238E27FC236}">
                <a16:creationId xmlns:a16="http://schemas.microsoft.com/office/drawing/2014/main" id="{CA6C6779-9146-4BF6-9F3C-B1C643DE4D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5252" y="2029049"/>
            <a:ext cx="579438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0984" name="Rectangle 84">
            <a:extLst>
              <a:ext uri="{FF2B5EF4-FFF2-40B4-BE49-F238E27FC236}">
                <a16:creationId xmlns:a16="http://schemas.microsoft.com/office/drawing/2014/main" id="{DDAB5273-EF14-42EB-80D1-F47FF97659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015" y="2029049"/>
            <a:ext cx="579437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0985" name="Rectangle 85">
            <a:extLst>
              <a:ext uri="{FF2B5EF4-FFF2-40B4-BE49-F238E27FC236}">
                <a16:creationId xmlns:a16="http://schemas.microsoft.com/office/drawing/2014/main" id="{A1F13F60-EF11-403C-A123-4F61ADFC03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4715" y="2029049"/>
            <a:ext cx="579437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0986" name="Rectangle 86">
            <a:extLst>
              <a:ext uri="{FF2B5EF4-FFF2-40B4-BE49-F238E27FC236}">
                <a16:creationId xmlns:a16="http://schemas.microsoft.com/office/drawing/2014/main" id="{782D8A74-5852-4C63-BAD6-126E50821C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5315" y="2029049"/>
            <a:ext cx="579437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0987" name="Rectangle 87">
            <a:extLst>
              <a:ext uri="{FF2B5EF4-FFF2-40B4-BE49-F238E27FC236}">
                <a16:creationId xmlns:a16="http://schemas.microsoft.com/office/drawing/2014/main" id="{1A92B66A-9E6E-4CFF-8EA9-C5F78D74C3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6552" y="2891061"/>
            <a:ext cx="579438" cy="547688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0988" name="Rectangle 88">
            <a:extLst>
              <a:ext uri="{FF2B5EF4-FFF2-40B4-BE49-F238E27FC236}">
                <a16:creationId xmlns:a16="http://schemas.microsoft.com/office/drawing/2014/main" id="{D9684BAF-0913-45D2-B626-B44D77538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9852" y="2892649"/>
            <a:ext cx="579438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0989" name="Rectangle 89">
            <a:extLst>
              <a:ext uri="{FF2B5EF4-FFF2-40B4-BE49-F238E27FC236}">
                <a16:creationId xmlns:a16="http://schemas.microsoft.com/office/drawing/2014/main" id="{F7D9AFA6-8FA3-428F-8195-F3B14411D2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015" y="2905349"/>
            <a:ext cx="579437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0990" name="Rectangle 90">
            <a:extLst>
              <a:ext uri="{FF2B5EF4-FFF2-40B4-BE49-F238E27FC236}">
                <a16:creationId xmlns:a16="http://schemas.microsoft.com/office/drawing/2014/main" id="{079B71A6-91DA-4CC6-9795-AEF1194B32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4715" y="2905349"/>
            <a:ext cx="579437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0991" name="Rectangle 91">
            <a:extLst>
              <a:ext uri="{FF2B5EF4-FFF2-40B4-BE49-F238E27FC236}">
                <a16:creationId xmlns:a16="http://schemas.microsoft.com/office/drawing/2014/main" id="{3166F292-47CC-4FBF-B2E2-B10FB13F55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5315" y="2905349"/>
            <a:ext cx="579437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0992" name="Rectangle 92">
            <a:extLst>
              <a:ext uri="{FF2B5EF4-FFF2-40B4-BE49-F238E27FC236}">
                <a16:creationId xmlns:a16="http://schemas.microsoft.com/office/drawing/2014/main" id="{DA2CAC4D-2E11-4795-9C95-CB27AE7C2A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6552" y="3767361"/>
            <a:ext cx="579438" cy="547688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0993" name="Rectangle 93">
            <a:extLst>
              <a:ext uri="{FF2B5EF4-FFF2-40B4-BE49-F238E27FC236}">
                <a16:creationId xmlns:a16="http://schemas.microsoft.com/office/drawing/2014/main" id="{C54FF915-2E65-4992-AB26-3CB094DAF8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5252" y="3781649"/>
            <a:ext cx="579438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0994" name="Rectangle 94">
            <a:extLst>
              <a:ext uri="{FF2B5EF4-FFF2-40B4-BE49-F238E27FC236}">
                <a16:creationId xmlns:a16="http://schemas.microsoft.com/office/drawing/2014/main" id="{3DAF321A-597A-4D92-8F2C-245FEB8448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015" y="3781649"/>
            <a:ext cx="579437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0995" name="Rectangle 95">
            <a:extLst>
              <a:ext uri="{FF2B5EF4-FFF2-40B4-BE49-F238E27FC236}">
                <a16:creationId xmlns:a16="http://schemas.microsoft.com/office/drawing/2014/main" id="{0B78BB00-D27F-4F4D-B36A-1238169A03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4715" y="3781649"/>
            <a:ext cx="579437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0996" name="Rectangle 96">
            <a:extLst>
              <a:ext uri="{FF2B5EF4-FFF2-40B4-BE49-F238E27FC236}">
                <a16:creationId xmlns:a16="http://schemas.microsoft.com/office/drawing/2014/main" id="{F86306D0-C38C-4BAB-AAA5-64CC5CBB48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5315" y="3781649"/>
            <a:ext cx="579437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0997" name="Rectangle 97">
            <a:extLst>
              <a:ext uri="{FF2B5EF4-FFF2-40B4-BE49-F238E27FC236}">
                <a16:creationId xmlns:a16="http://schemas.microsoft.com/office/drawing/2014/main" id="{11216F7E-FC95-45D0-8493-490F445A82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6552" y="4643661"/>
            <a:ext cx="579438" cy="547688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0998" name="Rectangle 98">
            <a:extLst>
              <a:ext uri="{FF2B5EF4-FFF2-40B4-BE49-F238E27FC236}">
                <a16:creationId xmlns:a16="http://schemas.microsoft.com/office/drawing/2014/main" id="{98E9CF9C-59E1-4DC1-A379-77D352D92A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5252" y="4657949"/>
            <a:ext cx="579438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0999" name="Rectangle 99">
            <a:extLst>
              <a:ext uri="{FF2B5EF4-FFF2-40B4-BE49-F238E27FC236}">
                <a16:creationId xmlns:a16="http://schemas.microsoft.com/office/drawing/2014/main" id="{D577BDCB-0F53-44F5-9B47-A73091FC34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015" y="4657949"/>
            <a:ext cx="579437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1000" name="Rectangle 100">
            <a:extLst>
              <a:ext uri="{FF2B5EF4-FFF2-40B4-BE49-F238E27FC236}">
                <a16:creationId xmlns:a16="http://schemas.microsoft.com/office/drawing/2014/main" id="{D75BEFB4-9B4A-47DB-AB2F-282044103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4715" y="4657949"/>
            <a:ext cx="579437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1001" name="Rectangle 101">
            <a:extLst>
              <a:ext uri="{FF2B5EF4-FFF2-40B4-BE49-F238E27FC236}">
                <a16:creationId xmlns:a16="http://schemas.microsoft.com/office/drawing/2014/main" id="{B9E6380B-ADED-46EB-BCD7-D996E89940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5315" y="4657949"/>
            <a:ext cx="579437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1002" name="Rectangle 102">
            <a:extLst>
              <a:ext uri="{FF2B5EF4-FFF2-40B4-BE49-F238E27FC236}">
                <a16:creationId xmlns:a16="http://schemas.microsoft.com/office/drawing/2014/main" id="{D26FF344-E6D4-45A9-81FA-C7CEE8F198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6552" y="5510436"/>
            <a:ext cx="579438" cy="547688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1003" name="Rectangle 103">
            <a:extLst>
              <a:ext uri="{FF2B5EF4-FFF2-40B4-BE49-F238E27FC236}">
                <a16:creationId xmlns:a16="http://schemas.microsoft.com/office/drawing/2014/main" id="{24869250-42E4-43F0-A5A8-C3C83DEE7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5252" y="5524724"/>
            <a:ext cx="579438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1004" name="Rectangle 104">
            <a:extLst>
              <a:ext uri="{FF2B5EF4-FFF2-40B4-BE49-F238E27FC236}">
                <a16:creationId xmlns:a16="http://schemas.microsoft.com/office/drawing/2014/main" id="{4C667C4B-78F7-4D7D-9574-57C509F54D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015" y="5524724"/>
            <a:ext cx="579437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1005" name="Rectangle 105">
            <a:extLst>
              <a:ext uri="{FF2B5EF4-FFF2-40B4-BE49-F238E27FC236}">
                <a16:creationId xmlns:a16="http://schemas.microsoft.com/office/drawing/2014/main" id="{E5854AB2-AD27-46DF-8CFE-2ECCD7FFF3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4715" y="5524724"/>
            <a:ext cx="579437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1006" name="Rectangle 106">
            <a:extLst>
              <a:ext uri="{FF2B5EF4-FFF2-40B4-BE49-F238E27FC236}">
                <a16:creationId xmlns:a16="http://schemas.microsoft.com/office/drawing/2014/main" id="{A294943C-2F8A-4191-906E-BC0E7FD968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5315" y="5524724"/>
            <a:ext cx="579437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6CA168B-6A5B-49C1-89BF-58B60F7341B3}"/>
              </a:ext>
            </a:extLst>
          </p:cNvPr>
          <p:cNvCxnSpPr/>
          <p:nvPr/>
        </p:nvCxnSpPr>
        <p:spPr>
          <a:xfrm rot="16200000" flipH="1">
            <a:off x="3564509" y="1831404"/>
            <a:ext cx="342900" cy="47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4CC8CC8C-6404-41DB-B675-65EC034BD2E0}"/>
              </a:ext>
            </a:extLst>
          </p:cNvPr>
          <p:cNvCxnSpPr/>
          <p:nvPr/>
        </p:nvCxnSpPr>
        <p:spPr>
          <a:xfrm rot="16200000" flipH="1">
            <a:off x="3575621" y="2707705"/>
            <a:ext cx="342900" cy="47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B84FC79C-8527-465E-8780-C37CB3077E1A}"/>
              </a:ext>
            </a:extLst>
          </p:cNvPr>
          <p:cNvCxnSpPr/>
          <p:nvPr/>
        </p:nvCxnSpPr>
        <p:spPr>
          <a:xfrm rot="16200000" flipH="1">
            <a:off x="3575621" y="3584005"/>
            <a:ext cx="342900" cy="47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6EA34262-A534-4893-BD76-8A4B4949BC20}"/>
              </a:ext>
            </a:extLst>
          </p:cNvPr>
          <p:cNvCxnSpPr/>
          <p:nvPr/>
        </p:nvCxnSpPr>
        <p:spPr>
          <a:xfrm rot="16200000" flipH="1">
            <a:off x="3575621" y="4460305"/>
            <a:ext cx="342900" cy="47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0643BF12-6F19-43DC-B7A4-142D9B749BA9}"/>
              </a:ext>
            </a:extLst>
          </p:cNvPr>
          <p:cNvCxnSpPr/>
          <p:nvPr/>
        </p:nvCxnSpPr>
        <p:spPr>
          <a:xfrm rot="16200000" flipH="1">
            <a:off x="4570984" y="1831404"/>
            <a:ext cx="342900" cy="47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BEC00148-DB5E-4635-AA01-2C1876DB5513}"/>
              </a:ext>
            </a:extLst>
          </p:cNvPr>
          <p:cNvCxnSpPr/>
          <p:nvPr/>
        </p:nvCxnSpPr>
        <p:spPr>
          <a:xfrm rot="16200000" flipH="1">
            <a:off x="4581303" y="2746598"/>
            <a:ext cx="342900" cy="317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F0A74633-9BF1-4654-8CCB-8A5493B80041}"/>
              </a:ext>
            </a:extLst>
          </p:cNvPr>
          <p:cNvCxnSpPr/>
          <p:nvPr/>
        </p:nvCxnSpPr>
        <p:spPr>
          <a:xfrm rot="16200000" flipH="1">
            <a:off x="4581303" y="3622898"/>
            <a:ext cx="342900" cy="317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55F00273-1FE3-4FC2-BA42-E205A3D3A166}"/>
              </a:ext>
            </a:extLst>
          </p:cNvPr>
          <p:cNvCxnSpPr/>
          <p:nvPr/>
        </p:nvCxnSpPr>
        <p:spPr>
          <a:xfrm rot="16200000" flipH="1">
            <a:off x="4581303" y="4499198"/>
            <a:ext cx="342900" cy="317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CA22B4F9-F3FD-441B-B76E-0269E2231FC6}"/>
              </a:ext>
            </a:extLst>
          </p:cNvPr>
          <p:cNvCxnSpPr/>
          <p:nvPr/>
        </p:nvCxnSpPr>
        <p:spPr>
          <a:xfrm rot="16200000" flipH="1">
            <a:off x="5599684" y="1831404"/>
            <a:ext cx="342900" cy="47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16F80228-1229-4954-AF8A-31ABB198AE82}"/>
              </a:ext>
            </a:extLst>
          </p:cNvPr>
          <p:cNvCxnSpPr/>
          <p:nvPr/>
        </p:nvCxnSpPr>
        <p:spPr>
          <a:xfrm rot="16200000" flipH="1">
            <a:off x="5610003" y="2746598"/>
            <a:ext cx="342900" cy="317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B8332E22-9B5E-4936-86E9-861414C9179A}"/>
              </a:ext>
            </a:extLst>
          </p:cNvPr>
          <p:cNvCxnSpPr/>
          <p:nvPr/>
        </p:nvCxnSpPr>
        <p:spPr>
          <a:xfrm rot="16200000" flipH="1">
            <a:off x="5610003" y="3622898"/>
            <a:ext cx="342900" cy="317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578ADFBA-75C0-4522-A754-E647ABB6ABE4}"/>
              </a:ext>
            </a:extLst>
          </p:cNvPr>
          <p:cNvCxnSpPr/>
          <p:nvPr/>
        </p:nvCxnSpPr>
        <p:spPr>
          <a:xfrm rot="16200000" flipH="1">
            <a:off x="5610003" y="4499198"/>
            <a:ext cx="342900" cy="317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4C39053E-2556-4115-92C6-DADE7B5ECE68}"/>
              </a:ext>
            </a:extLst>
          </p:cNvPr>
          <p:cNvCxnSpPr/>
          <p:nvPr/>
        </p:nvCxnSpPr>
        <p:spPr>
          <a:xfrm rot="16200000" flipH="1">
            <a:off x="6612509" y="1831404"/>
            <a:ext cx="342900" cy="47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D3F364A4-5A00-4844-8D45-06C592C34908}"/>
              </a:ext>
            </a:extLst>
          </p:cNvPr>
          <p:cNvCxnSpPr/>
          <p:nvPr/>
        </p:nvCxnSpPr>
        <p:spPr>
          <a:xfrm rot="16200000" flipH="1">
            <a:off x="6623621" y="2745805"/>
            <a:ext cx="342900" cy="47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F3FF0DF7-D29E-4791-8846-4CB7440C950D}"/>
              </a:ext>
            </a:extLst>
          </p:cNvPr>
          <p:cNvCxnSpPr/>
          <p:nvPr/>
        </p:nvCxnSpPr>
        <p:spPr>
          <a:xfrm rot="16200000" flipH="1">
            <a:off x="6623621" y="3584005"/>
            <a:ext cx="342900" cy="47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FF213254-E8B1-47CE-BB80-271FB30302BB}"/>
              </a:ext>
            </a:extLst>
          </p:cNvPr>
          <p:cNvCxnSpPr/>
          <p:nvPr/>
        </p:nvCxnSpPr>
        <p:spPr>
          <a:xfrm rot="16200000" flipH="1">
            <a:off x="6623621" y="4460305"/>
            <a:ext cx="342900" cy="47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B2B56660-BB61-474A-9213-0E6FB4FA620A}"/>
              </a:ext>
            </a:extLst>
          </p:cNvPr>
          <p:cNvCxnSpPr>
            <a:stCxn id="41000" idx="2"/>
            <a:endCxn id="41005" idx="0"/>
          </p:cNvCxnSpPr>
          <p:nvPr/>
        </p:nvCxnSpPr>
        <p:spPr>
          <a:xfrm rot="5400000">
            <a:off x="6615683" y="5365180"/>
            <a:ext cx="31908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8E27411F-429B-4014-BFA4-AE5A45CE739A}"/>
              </a:ext>
            </a:extLst>
          </p:cNvPr>
          <p:cNvCxnSpPr/>
          <p:nvPr/>
        </p:nvCxnSpPr>
        <p:spPr>
          <a:xfrm rot="16200000" flipH="1">
            <a:off x="7641209" y="1831404"/>
            <a:ext cx="342900" cy="47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7F852FCE-1624-459D-BE3E-352D25CC9D74}"/>
              </a:ext>
            </a:extLst>
          </p:cNvPr>
          <p:cNvCxnSpPr/>
          <p:nvPr/>
        </p:nvCxnSpPr>
        <p:spPr>
          <a:xfrm rot="16200000" flipH="1">
            <a:off x="7652321" y="2745805"/>
            <a:ext cx="342900" cy="47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C6F9FFA8-D406-4878-98F3-C8A4C4C777F2}"/>
              </a:ext>
            </a:extLst>
          </p:cNvPr>
          <p:cNvCxnSpPr/>
          <p:nvPr/>
        </p:nvCxnSpPr>
        <p:spPr>
          <a:xfrm rot="16200000" flipH="1">
            <a:off x="7652321" y="3622105"/>
            <a:ext cx="342900" cy="47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8C17642B-93D1-43C7-A310-D9EE1FC57A90}"/>
              </a:ext>
            </a:extLst>
          </p:cNvPr>
          <p:cNvCxnSpPr/>
          <p:nvPr/>
        </p:nvCxnSpPr>
        <p:spPr>
          <a:xfrm rot="16200000" flipH="1">
            <a:off x="7652321" y="4498405"/>
            <a:ext cx="342900" cy="47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A077D021-BADA-4CF4-AB6F-E0FF92BA541E}"/>
              </a:ext>
            </a:extLst>
          </p:cNvPr>
          <p:cNvCxnSpPr/>
          <p:nvPr/>
        </p:nvCxnSpPr>
        <p:spPr>
          <a:xfrm rot="16200000" flipH="1">
            <a:off x="7652321" y="5374705"/>
            <a:ext cx="342900" cy="47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CB975326-21C2-436F-B9C7-CDAC498F51E9}"/>
              </a:ext>
            </a:extLst>
          </p:cNvPr>
          <p:cNvCxnSpPr/>
          <p:nvPr/>
        </p:nvCxnSpPr>
        <p:spPr>
          <a:xfrm rot="5400000">
            <a:off x="5647308" y="5365180"/>
            <a:ext cx="31908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F7E76C86-06FB-4C1D-8276-414107670AA3}"/>
              </a:ext>
            </a:extLst>
          </p:cNvPr>
          <p:cNvCxnSpPr/>
          <p:nvPr/>
        </p:nvCxnSpPr>
        <p:spPr>
          <a:xfrm rot="5400000">
            <a:off x="4580508" y="5365180"/>
            <a:ext cx="31908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A8CFE3D4-2956-49F2-8189-1ED90A8D42D1}"/>
              </a:ext>
            </a:extLst>
          </p:cNvPr>
          <p:cNvCxnSpPr/>
          <p:nvPr/>
        </p:nvCxnSpPr>
        <p:spPr>
          <a:xfrm rot="5400000">
            <a:off x="3589908" y="5350893"/>
            <a:ext cx="31908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B1997988-F465-41AB-BCA2-524543E2F2AC}"/>
              </a:ext>
            </a:extLst>
          </p:cNvPr>
          <p:cNvCxnSpPr/>
          <p:nvPr/>
        </p:nvCxnSpPr>
        <p:spPr>
          <a:xfrm rot="5400000">
            <a:off x="2561208" y="5350893"/>
            <a:ext cx="31908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125D2F75-E955-48A3-86AA-5C84A5324AB9}"/>
              </a:ext>
            </a:extLst>
          </p:cNvPr>
          <p:cNvCxnSpPr>
            <a:stCxn id="40969" idx="3"/>
            <a:endCxn id="40977" idx="1"/>
          </p:cNvCxnSpPr>
          <p:nvPr/>
        </p:nvCxnSpPr>
        <p:spPr>
          <a:xfrm>
            <a:off x="2995390" y="1387699"/>
            <a:ext cx="41116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0061D533-C5E8-494F-90E8-38241321185F}"/>
              </a:ext>
            </a:extLst>
          </p:cNvPr>
          <p:cNvCxnSpPr/>
          <p:nvPr/>
        </p:nvCxnSpPr>
        <p:spPr>
          <a:xfrm>
            <a:off x="3978052" y="1395636"/>
            <a:ext cx="457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27C20587-52A7-4924-BDC7-246659FCA329}"/>
              </a:ext>
            </a:extLst>
          </p:cNvPr>
          <p:cNvCxnSpPr/>
          <p:nvPr/>
        </p:nvCxnSpPr>
        <p:spPr>
          <a:xfrm>
            <a:off x="7072090" y="1395636"/>
            <a:ext cx="41116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6C0324C7-93FE-4EE5-A4FD-92A0AACDA8F5}"/>
              </a:ext>
            </a:extLst>
          </p:cNvPr>
          <p:cNvCxnSpPr/>
          <p:nvPr/>
        </p:nvCxnSpPr>
        <p:spPr>
          <a:xfrm>
            <a:off x="5006752" y="1395636"/>
            <a:ext cx="457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CDA7A04C-2FA7-40A6-95B6-E10A34839F22}"/>
              </a:ext>
            </a:extLst>
          </p:cNvPr>
          <p:cNvCxnSpPr/>
          <p:nvPr/>
        </p:nvCxnSpPr>
        <p:spPr>
          <a:xfrm>
            <a:off x="6035452" y="1395636"/>
            <a:ext cx="457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09692F06-DE2E-4373-80B6-39E33F3085CF}"/>
              </a:ext>
            </a:extLst>
          </p:cNvPr>
          <p:cNvCxnSpPr/>
          <p:nvPr/>
        </p:nvCxnSpPr>
        <p:spPr>
          <a:xfrm>
            <a:off x="2987452" y="2302099"/>
            <a:ext cx="41116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F6FF01AC-7BB9-48A8-8B95-34EB7172184F}"/>
              </a:ext>
            </a:extLst>
          </p:cNvPr>
          <p:cNvCxnSpPr/>
          <p:nvPr/>
        </p:nvCxnSpPr>
        <p:spPr>
          <a:xfrm>
            <a:off x="3970115" y="2310036"/>
            <a:ext cx="457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564150C0-919D-4DFB-883D-BA89DFEE9086}"/>
              </a:ext>
            </a:extLst>
          </p:cNvPr>
          <p:cNvCxnSpPr/>
          <p:nvPr/>
        </p:nvCxnSpPr>
        <p:spPr>
          <a:xfrm>
            <a:off x="7064152" y="2310036"/>
            <a:ext cx="41116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BC869355-1E11-48F3-B936-3D6D888190D8}"/>
              </a:ext>
            </a:extLst>
          </p:cNvPr>
          <p:cNvCxnSpPr/>
          <p:nvPr/>
        </p:nvCxnSpPr>
        <p:spPr>
          <a:xfrm>
            <a:off x="4998815" y="2310036"/>
            <a:ext cx="457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FE93AB47-9147-44F9-A2A0-AA9510A43A2A}"/>
              </a:ext>
            </a:extLst>
          </p:cNvPr>
          <p:cNvCxnSpPr/>
          <p:nvPr/>
        </p:nvCxnSpPr>
        <p:spPr>
          <a:xfrm>
            <a:off x="6027515" y="2310036"/>
            <a:ext cx="457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E41B44EC-2B93-4143-9966-C6516FB92E93}"/>
              </a:ext>
            </a:extLst>
          </p:cNvPr>
          <p:cNvCxnSpPr/>
          <p:nvPr/>
        </p:nvCxnSpPr>
        <p:spPr>
          <a:xfrm>
            <a:off x="2987452" y="3178399"/>
            <a:ext cx="41116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BA09EAD5-D340-485C-A9E4-364DB8716C52}"/>
              </a:ext>
            </a:extLst>
          </p:cNvPr>
          <p:cNvCxnSpPr/>
          <p:nvPr/>
        </p:nvCxnSpPr>
        <p:spPr>
          <a:xfrm>
            <a:off x="3970115" y="3186336"/>
            <a:ext cx="457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79C62B82-3408-4318-B597-0200FBB430AE}"/>
              </a:ext>
            </a:extLst>
          </p:cNvPr>
          <p:cNvCxnSpPr/>
          <p:nvPr/>
        </p:nvCxnSpPr>
        <p:spPr>
          <a:xfrm>
            <a:off x="7064152" y="3186336"/>
            <a:ext cx="41116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CDEA90D5-108C-4454-AF92-4DEBBA617E15}"/>
              </a:ext>
            </a:extLst>
          </p:cNvPr>
          <p:cNvCxnSpPr/>
          <p:nvPr/>
        </p:nvCxnSpPr>
        <p:spPr>
          <a:xfrm>
            <a:off x="4998815" y="3186336"/>
            <a:ext cx="457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D8923A27-44D7-4A41-82B3-C3F29883B6FD}"/>
              </a:ext>
            </a:extLst>
          </p:cNvPr>
          <p:cNvCxnSpPr/>
          <p:nvPr/>
        </p:nvCxnSpPr>
        <p:spPr>
          <a:xfrm>
            <a:off x="6027515" y="3186336"/>
            <a:ext cx="457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CD2032DD-D642-4936-BE87-B11BD2224783}"/>
              </a:ext>
            </a:extLst>
          </p:cNvPr>
          <p:cNvCxnSpPr/>
          <p:nvPr/>
        </p:nvCxnSpPr>
        <p:spPr>
          <a:xfrm>
            <a:off x="2987452" y="4054699"/>
            <a:ext cx="41116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6502D825-09C7-4593-8D47-E16B1B7318DA}"/>
              </a:ext>
            </a:extLst>
          </p:cNvPr>
          <p:cNvCxnSpPr/>
          <p:nvPr/>
        </p:nvCxnSpPr>
        <p:spPr>
          <a:xfrm>
            <a:off x="3970115" y="4062636"/>
            <a:ext cx="457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06AA4732-AD90-48EB-9055-9061A2D604E8}"/>
              </a:ext>
            </a:extLst>
          </p:cNvPr>
          <p:cNvCxnSpPr/>
          <p:nvPr/>
        </p:nvCxnSpPr>
        <p:spPr>
          <a:xfrm>
            <a:off x="7064152" y="4062636"/>
            <a:ext cx="41116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34EBC4B3-EC00-4D7E-B0E6-B6B24D13B5D8}"/>
              </a:ext>
            </a:extLst>
          </p:cNvPr>
          <p:cNvCxnSpPr/>
          <p:nvPr/>
        </p:nvCxnSpPr>
        <p:spPr>
          <a:xfrm>
            <a:off x="4998815" y="4062636"/>
            <a:ext cx="457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9E705CB3-45AE-4620-BE53-8E4355148C89}"/>
              </a:ext>
            </a:extLst>
          </p:cNvPr>
          <p:cNvCxnSpPr/>
          <p:nvPr/>
        </p:nvCxnSpPr>
        <p:spPr>
          <a:xfrm>
            <a:off x="6027515" y="4062636"/>
            <a:ext cx="457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D495F40D-BF5E-46A7-8512-0D3F9E3DE4CD}"/>
              </a:ext>
            </a:extLst>
          </p:cNvPr>
          <p:cNvCxnSpPr/>
          <p:nvPr/>
        </p:nvCxnSpPr>
        <p:spPr>
          <a:xfrm>
            <a:off x="2987452" y="4930999"/>
            <a:ext cx="41116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BE24AA80-6E04-413E-96E1-879E77B63824}"/>
              </a:ext>
            </a:extLst>
          </p:cNvPr>
          <p:cNvCxnSpPr/>
          <p:nvPr/>
        </p:nvCxnSpPr>
        <p:spPr>
          <a:xfrm>
            <a:off x="3970115" y="4938936"/>
            <a:ext cx="457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6C36E515-2566-48EE-B61A-6D4DF8649DCF}"/>
              </a:ext>
            </a:extLst>
          </p:cNvPr>
          <p:cNvCxnSpPr/>
          <p:nvPr/>
        </p:nvCxnSpPr>
        <p:spPr>
          <a:xfrm>
            <a:off x="7064152" y="4938936"/>
            <a:ext cx="41116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E3E31561-9946-40A4-B3F1-052E81B786B4}"/>
              </a:ext>
            </a:extLst>
          </p:cNvPr>
          <p:cNvCxnSpPr/>
          <p:nvPr/>
        </p:nvCxnSpPr>
        <p:spPr>
          <a:xfrm>
            <a:off x="4998815" y="4938936"/>
            <a:ext cx="457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A1A90423-0B53-4D27-AF1F-2C58BD855B57}"/>
              </a:ext>
            </a:extLst>
          </p:cNvPr>
          <p:cNvCxnSpPr/>
          <p:nvPr/>
        </p:nvCxnSpPr>
        <p:spPr>
          <a:xfrm>
            <a:off x="6027515" y="4938936"/>
            <a:ext cx="457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3680364C-E715-4285-8C5E-A48B2D8A2999}"/>
              </a:ext>
            </a:extLst>
          </p:cNvPr>
          <p:cNvCxnSpPr/>
          <p:nvPr/>
        </p:nvCxnSpPr>
        <p:spPr>
          <a:xfrm>
            <a:off x="2987452" y="5777136"/>
            <a:ext cx="41116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FEAA7F18-5C42-42DF-9AF7-6FC188EF9A2D}"/>
              </a:ext>
            </a:extLst>
          </p:cNvPr>
          <p:cNvCxnSpPr/>
          <p:nvPr/>
        </p:nvCxnSpPr>
        <p:spPr>
          <a:xfrm>
            <a:off x="3970115" y="5785074"/>
            <a:ext cx="457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4578E788-0212-4E78-85BF-7ACFEC0C107F}"/>
              </a:ext>
            </a:extLst>
          </p:cNvPr>
          <p:cNvCxnSpPr/>
          <p:nvPr/>
        </p:nvCxnSpPr>
        <p:spPr>
          <a:xfrm>
            <a:off x="7064152" y="5785074"/>
            <a:ext cx="41116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683D6445-B17A-4285-8CBE-71B4804B1006}"/>
              </a:ext>
            </a:extLst>
          </p:cNvPr>
          <p:cNvCxnSpPr/>
          <p:nvPr/>
        </p:nvCxnSpPr>
        <p:spPr>
          <a:xfrm>
            <a:off x="4998815" y="5785074"/>
            <a:ext cx="457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6715AF49-11A0-486B-8E70-1D3EC2297979}"/>
              </a:ext>
            </a:extLst>
          </p:cNvPr>
          <p:cNvCxnSpPr/>
          <p:nvPr/>
        </p:nvCxnSpPr>
        <p:spPr>
          <a:xfrm>
            <a:off x="6027515" y="5785074"/>
            <a:ext cx="457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Slide Number Placeholder 15">
            <a:extLst>
              <a:ext uri="{FF2B5EF4-FFF2-40B4-BE49-F238E27FC236}">
                <a16:creationId xmlns:a16="http://schemas.microsoft.com/office/drawing/2014/main" id="{4B3FB807-E598-40ED-B271-915BB31C0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30752" y="6451038"/>
            <a:ext cx="1905000" cy="35719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38371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Title 2">
            <a:extLst>
              <a:ext uri="{FF2B5EF4-FFF2-40B4-BE49-F238E27FC236}">
                <a16:creationId xmlns:a16="http://schemas.microsoft.com/office/drawing/2014/main" id="{2C46E958-2BD2-4736-A4D9-895FAF7D2EA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24247" y="194096"/>
            <a:ext cx="8660705" cy="762000"/>
          </a:xfrm>
        </p:spPr>
        <p:txBody>
          <a:bodyPr lIns="91440" tIns="45720" rIns="91440" bIns="45720"/>
          <a:lstStyle/>
          <a:p>
            <a:r>
              <a:rPr lang="en-US" altLang="en-US" sz="3200" b="1" kern="1200" dirty="0">
                <a:solidFill>
                  <a:srgbClr val="CC0066"/>
                </a:solidFill>
                <a:latin typeface="+mn-lt"/>
                <a:ea typeface="+mn-ea"/>
                <a:cs typeface="+mn-cs"/>
              </a:rPr>
              <a:t>Communication: Interconnect &amp; Routing</a:t>
            </a:r>
          </a:p>
        </p:txBody>
      </p:sp>
      <p:sp>
        <p:nvSpPr>
          <p:cNvPr id="41989" name="Rectangle 4">
            <a:extLst>
              <a:ext uri="{FF2B5EF4-FFF2-40B4-BE49-F238E27FC236}">
                <a16:creationId xmlns:a16="http://schemas.microsoft.com/office/drawing/2014/main" id="{251E3373-442D-46B3-9A54-3177EBED67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784" y="1209714"/>
            <a:ext cx="5791200" cy="5067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endParaRPr lang="en-US" altLang="en-US" sz="2000"/>
          </a:p>
        </p:txBody>
      </p:sp>
      <p:sp>
        <p:nvSpPr>
          <p:cNvPr id="41990" name="Rectangle 9">
            <a:extLst>
              <a:ext uri="{FF2B5EF4-FFF2-40B4-BE49-F238E27FC236}">
                <a16:creationId xmlns:a16="http://schemas.microsoft.com/office/drawing/2014/main" id="{C9A96C05-EC70-4DF7-B4D8-DC5D463DF8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3984" y="2162214"/>
            <a:ext cx="587375" cy="538163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1991" name="TextBox 21">
            <a:extLst>
              <a:ext uri="{FF2B5EF4-FFF2-40B4-BE49-F238E27FC236}">
                <a16:creationId xmlns:a16="http://schemas.microsoft.com/office/drawing/2014/main" id="{E2DDB83C-7F83-4EE1-B3DC-A9E6B993E2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472" y="1489114"/>
            <a:ext cx="16351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Nearest Neighbor: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5DB7A62-8D70-48FC-8881-1B157248ABB0}"/>
              </a:ext>
            </a:extLst>
          </p:cNvPr>
          <p:cNvCxnSpPr>
            <a:stCxn id="41994" idx="2"/>
            <a:endCxn id="41990" idx="0"/>
          </p:cNvCxnSpPr>
          <p:nvPr/>
        </p:nvCxnSpPr>
        <p:spPr>
          <a:xfrm rot="16200000" flipH="1">
            <a:off x="2823841" y="1988382"/>
            <a:ext cx="342900" cy="47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993" name="TextBox 49">
            <a:extLst>
              <a:ext uri="{FF2B5EF4-FFF2-40B4-BE49-F238E27FC236}">
                <a16:creationId xmlns:a16="http://schemas.microsoft.com/office/drawing/2014/main" id="{765C6B8F-A8D2-4504-923A-C802DAD73E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922" y="3089314"/>
            <a:ext cx="1552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0000"/>
                </a:solidFill>
              </a:rPr>
              <a:t>Segmented:</a:t>
            </a:r>
          </a:p>
        </p:txBody>
      </p:sp>
      <p:sp>
        <p:nvSpPr>
          <p:cNvPr id="41994" name="Rectangle 60">
            <a:extLst>
              <a:ext uri="{FF2B5EF4-FFF2-40B4-BE49-F238E27FC236}">
                <a16:creationId xmlns:a16="http://schemas.microsoft.com/office/drawing/2014/main" id="{5C96E0D2-BF67-4B91-A05B-C6CA190128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3984" y="1271627"/>
            <a:ext cx="579438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1995" name="Rectangle 66">
            <a:extLst>
              <a:ext uri="{FF2B5EF4-FFF2-40B4-BE49-F238E27FC236}">
                <a16:creationId xmlns:a16="http://schemas.microsoft.com/office/drawing/2014/main" id="{AAEF3CF3-2A06-4951-8BB5-0D2202487A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6047" y="3038514"/>
            <a:ext cx="579437" cy="547688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1996" name="Rectangle 67">
            <a:extLst>
              <a:ext uri="{FF2B5EF4-FFF2-40B4-BE49-F238E27FC236}">
                <a16:creationId xmlns:a16="http://schemas.microsoft.com/office/drawing/2014/main" id="{B7D7366A-E2E9-4845-9541-490CA1751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6047" y="3914814"/>
            <a:ext cx="579437" cy="547688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1997" name="Rectangle 68">
            <a:extLst>
              <a:ext uri="{FF2B5EF4-FFF2-40B4-BE49-F238E27FC236}">
                <a16:creationId xmlns:a16="http://schemas.microsoft.com/office/drawing/2014/main" id="{76BD8ED0-D254-4DDF-BA4A-26DA52878F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3984" y="4791114"/>
            <a:ext cx="579438" cy="547688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1998" name="Rectangle 69">
            <a:extLst>
              <a:ext uri="{FF2B5EF4-FFF2-40B4-BE49-F238E27FC236}">
                <a16:creationId xmlns:a16="http://schemas.microsoft.com/office/drawing/2014/main" id="{78CD63DF-7A15-450F-A284-B39C342F1D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3984" y="5667414"/>
            <a:ext cx="579438" cy="547688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5CC21B60-AA77-4835-B512-D39E588B15B3}"/>
              </a:ext>
            </a:extLst>
          </p:cNvPr>
          <p:cNvCxnSpPr/>
          <p:nvPr/>
        </p:nvCxnSpPr>
        <p:spPr>
          <a:xfrm rot="16200000" flipH="1">
            <a:off x="2834953" y="2864683"/>
            <a:ext cx="342900" cy="47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694926EB-F976-4D67-91FC-2AE9D36BD574}"/>
              </a:ext>
            </a:extLst>
          </p:cNvPr>
          <p:cNvCxnSpPr/>
          <p:nvPr/>
        </p:nvCxnSpPr>
        <p:spPr>
          <a:xfrm rot="16200000" flipH="1">
            <a:off x="2834953" y="3740983"/>
            <a:ext cx="342900" cy="47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7E0DE8E1-B7E1-4C56-AA01-D8A9DACC53B3}"/>
              </a:ext>
            </a:extLst>
          </p:cNvPr>
          <p:cNvCxnSpPr/>
          <p:nvPr/>
        </p:nvCxnSpPr>
        <p:spPr>
          <a:xfrm rot="16200000" flipH="1">
            <a:off x="2834953" y="4617283"/>
            <a:ext cx="342900" cy="47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002" name="Rectangle 76">
            <a:extLst>
              <a:ext uri="{FF2B5EF4-FFF2-40B4-BE49-F238E27FC236}">
                <a16:creationId xmlns:a16="http://schemas.microsoft.com/office/drawing/2014/main" id="{6E7145D7-71F1-4147-94A5-7034AB910E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4584" y="1271627"/>
            <a:ext cx="579438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2003" name="Rectangle 77">
            <a:extLst>
              <a:ext uri="{FF2B5EF4-FFF2-40B4-BE49-F238E27FC236}">
                <a16:creationId xmlns:a16="http://schemas.microsoft.com/office/drawing/2014/main" id="{AF9E977D-A778-4DD2-B737-C01C2FD7D9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3284" y="1285914"/>
            <a:ext cx="579438" cy="547688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2004" name="Rectangle 78">
            <a:extLst>
              <a:ext uri="{FF2B5EF4-FFF2-40B4-BE49-F238E27FC236}">
                <a16:creationId xmlns:a16="http://schemas.microsoft.com/office/drawing/2014/main" id="{804703DE-5B2F-476A-9F9C-9314D640D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4047" y="1285914"/>
            <a:ext cx="579437" cy="547688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2005" name="Rectangle 79">
            <a:extLst>
              <a:ext uri="{FF2B5EF4-FFF2-40B4-BE49-F238E27FC236}">
                <a16:creationId xmlns:a16="http://schemas.microsoft.com/office/drawing/2014/main" id="{83FD7BEC-510F-466D-83D1-3A90CAA12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2747" y="1285914"/>
            <a:ext cx="579437" cy="547688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2006" name="Rectangle 80">
            <a:extLst>
              <a:ext uri="{FF2B5EF4-FFF2-40B4-BE49-F238E27FC236}">
                <a16:creationId xmlns:a16="http://schemas.microsoft.com/office/drawing/2014/main" id="{AD431D43-F0FF-44A7-9A35-4C536938B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3347" y="1285914"/>
            <a:ext cx="579437" cy="547688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2007" name="Rectangle 81">
            <a:extLst>
              <a:ext uri="{FF2B5EF4-FFF2-40B4-BE49-F238E27FC236}">
                <a16:creationId xmlns:a16="http://schemas.microsoft.com/office/drawing/2014/main" id="{665EC348-2EF5-45BE-B181-C369429FF5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4584" y="2171739"/>
            <a:ext cx="579438" cy="547688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2008" name="Rectangle 82">
            <a:extLst>
              <a:ext uri="{FF2B5EF4-FFF2-40B4-BE49-F238E27FC236}">
                <a16:creationId xmlns:a16="http://schemas.microsoft.com/office/drawing/2014/main" id="{312308AB-55D3-4362-9465-7EAABF64DA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3284" y="2186027"/>
            <a:ext cx="579438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2009" name="Rectangle 83">
            <a:extLst>
              <a:ext uri="{FF2B5EF4-FFF2-40B4-BE49-F238E27FC236}">
                <a16:creationId xmlns:a16="http://schemas.microsoft.com/office/drawing/2014/main" id="{75402B82-6E01-4A02-B7EE-52071B67D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4047" y="2186027"/>
            <a:ext cx="579437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2010" name="Rectangle 84">
            <a:extLst>
              <a:ext uri="{FF2B5EF4-FFF2-40B4-BE49-F238E27FC236}">
                <a16:creationId xmlns:a16="http://schemas.microsoft.com/office/drawing/2014/main" id="{C7CB9F35-E645-458B-BDF1-07770F9710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2747" y="2186027"/>
            <a:ext cx="579437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2011" name="Rectangle 85">
            <a:extLst>
              <a:ext uri="{FF2B5EF4-FFF2-40B4-BE49-F238E27FC236}">
                <a16:creationId xmlns:a16="http://schemas.microsoft.com/office/drawing/2014/main" id="{F4DA9911-1C5A-48B0-9E82-8D123B14A1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3347" y="2186027"/>
            <a:ext cx="579437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2012" name="Rectangle 86">
            <a:extLst>
              <a:ext uri="{FF2B5EF4-FFF2-40B4-BE49-F238E27FC236}">
                <a16:creationId xmlns:a16="http://schemas.microsoft.com/office/drawing/2014/main" id="{0C352C04-A6B2-4628-9CF5-57AD128C5D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4584" y="3048039"/>
            <a:ext cx="579438" cy="547688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2013" name="Rectangle 87">
            <a:extLst>
              <a:ext uri="{FF2B5EF4-FFF2-40B4-BE49-F238E27FC236}">
                <a16:creationId xmlns:a16="http://schemas.microsoft.com/office/drawing/2014/main" id="{DFD13ED0-EDAA-405A-A6DD-3FCDAAD779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3284" y="3062327"/>
            <a:ext cx="579438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2014" name="Rectangle 88">
            <a:extLst>
              <a:ext uri="{FF2B5EF4-FFF2-40B4-BE49-F238E27FC236}">
                <a16:creationId xmlns:a16="http://schemas.microsoft.com/office/drawing/2014/main" id="{94691EC2-DB25-45C0-B3E2-519629C851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4047" y="3062327"/>
            <a:ext cx="579437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2015" name="Rectangle 89">
            <a:extLst>
              <a:ext uri="{FF2B5EF4-FFF2-40B4-BE49-F238E27FC236}">
                <a16:creationId xmlns:a16="http://schemas.microsoft.com/office/drawing/2014/main" id="{E48CCD33-04BE-4DA1-A84F-5E6CA7BEA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2747" y="3062327"/>
            <a:ext cx="579437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2016" name="Rectangle 90">
            <a:extLst>
              <a:ext uri="{FF2B5EF4-FFF2-40B4-BE49-F238E27FC236}">
                <a16:creationId xmlns:a16="http://schemas.microsoft.com/office/drawing/2014/main" id="{8D68E401-932B-4E12-BEB1-83871C94CE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3347" y="3062327"/>
            <a:ext cx="579437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2017" name="Rectangle 91">
            <a:extLst>
              <a:ext uri="{FF2B5EF4-FFF2-40B4-BE49-F238E27FC236}">
                <a16:creationId xmlns:a16="http://schemas.microsoft.com/office/drawing/2014/main" id="{3E6300FA-AEDF-49A5-8095-2D90526970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4584" y="3924339"/>
            <a:ext cx="579438" cy="547688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2018" name="Rectangle 92">
            <a:extLst>
              <a:ext uri="{FF2B5EF4-FFF2-40B4-BE49-F238E27FC236}">
                <a16:creationId xmlns:a16="http://schemas.microsoft.com/office/drawing/2014/main" id="{3352AAF1-FC7E-45B8-AC93-1947096EC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3284" y="3938627"/>
            <a:ext cx="579438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2019" name="Rectangle 93">
            <a:extLst>
              <a:ext uri="{FF2B5EF4-FFF2-40B4-BE49-F238E27FC236}">
                <a16:creationId xmlns:a16="http://schemas.microsoft.com/office/drawing/2014/main" id="{7B763F15-F593-45D2-8B76-CE73DCFF3C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4047" y="3938627"/>
            <a:ext cx="579437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2020" name="Rectangle 94">
            <a:extLst>
              <a:ext uri="{FF2B5EF4-FFF2-40B4-BE49-F238E27FC236}">
                <a16:creationId xmlns:a16="http://schemas.microsoft.com/office/drawing/2014/main" id="{DC534DB1-6F14-497E-A8A3-4979D86AA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2747" y="3938627"/>
            <a:ext cx="579437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2021" name="Rectangle 95">
            <a:extLst>
              <a:ext uri="{FF2B5EF4-FFF2-40B4-BE49-F238E27FC236}">
                <a16:creationId xmlns:a16="http://schemas.microsoft.com/office/drawing/2014/main" id="{7F0E9B22-C8D6-4156-A1BC-86BBBAD7E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3347" y="3938627"/>
            <a:ext cx="579437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2022" name="Rectangle 96">
            <a:extLst>
              <a:ext uri="{FF2B5EF4-FFF2-40B4-BE49-F238E27FC236}">
                <a16:creationId xmlns:a16="http://schemas.microsoft.com/office/drawing/2014/main" id="{73B80F4D-F8CA-41DE-90E0-31DC872B9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4584" y="4800639"/>
            <a:ext cx="579438" cy="547688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2023" name="Rectangle 97">
            <a:extLst>
              <a:ext uri="{FF2B5EF4-FFF2-40B4-BE49-F238E27FC236}">
                <a16:creationId xmlns:a16="http://schemas.microsoft.com/office/drawing/2014/main" id="{792C1AD0-EB6C-460F-B01D-AB6AE497D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3284" y="4814927"/>
            <a:ext cx="579438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2024" name="Rectangle 98">
            <a:extLst>
              <a:ext uri="{FF2B5EF4-FFF2-40B4-BE49-F238E27FC236}">
                <a16:creationId xmlns:a16="http://schemas.microsoft.com/office/drawing/2014/main" id="{A1436EC6-5E61-4334-A0E2-B117EB9946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4047" y="4814927"/>
            <a:ext cx="579437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2025" name="Rectangle 99">
            <a:extLst>
              <a:ext uri="{FF2B5EF4-FFF2-40B4-BE49-F238E27FC236}">
                <a16:creationId xmlns:a16="http://schemas.microsoft.com/office/drawing/2014/main" id="{6ABFAC9A-865D-4138-929A-8859F09B2C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2747" y="4814927"/>
            <a:ext cx="579437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2026" name="Rectangle 100">
            <a:extLst>
              <a:ext uri="{FF2B5EF4-FFF2-40B4-BE49-F238E27FC236}">
                <a16:creationId xmlns:a16="http://schemas.microsoft.com/office/drawing/2014/main" id="{EFDE12B2-897B-4FB2-876F-B42E73FEF1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3347" y="4814927"/>
            <a:ext cx="579437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2027" name="Rectangle 101">
            <a:extLst>
              <a:ext uri="{FF2B5EF4-FFF2-40B4-BE49-F238E27FC236}">
                <a16:creationId xmlns:a16="http://schemas.microsoft.com/office/drawing/2014/main" id="{B8B7BA13-DC87-454A-A517-ACE39FE509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4584" y="5667414"/>
            <a:ext cx="579438" cy="547688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2028" name="Rectangle 102">
            <a:extLst>
              <a:ext uri="{FF2B5EF4-FFF2-40B4-BE49-F238E27FC236}">
                <a16:creationId xmlns:a16="http://schemas.microsoft.com/office/drawing/2014/main" id="{F31FFF66-98AF-449B-A790-CC9D0B429B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3284" y="5681702"/>
            <a:ext cx="579438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2029" name="Rectangle 103">
            <a:extLst>
              <a:ext uri="{FF2B5EF4-FFF2-40B4-BE49-F238E27FC236}">
                <a16:creationId xmlns:a16="http://schemas.microsoft.com/office/drawing/2014/main" id="{0E65C88B-4697-4C7C-BF17-132503A082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4047" y="5681702"/>
            <a:ext cx="579437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2030" name="Rectangle 104">
            <a:extLst>
              <a:ext uri="{FF2B5EF4-FFF2-40B4-BE49-F238E27FC236}">
                <a16:creationId xmlns:a16="http://schemas.microsoft.com/office/drawing/2014/main" id="{4ED0C677-D025-459D-90ED-87291F351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2747" y="5681702"/>
            <a:ext cx="579437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2031" name="Rectangle 105">
            <a:extLst>
              <a:ext uri="{FF2B5EF4-FFF2-40B4-BE49-F238E27FC236}">
                <a16:creationId xmlns:a16="http://schemas.microsoft.com/office/drawing/2014/main" id="{1DB409C6-29C4-42AA-A8E7-86B23DF15E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3347" y="5681702"/>
            <a:ext cx="579437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433F187-9E4A-45FE-9155-AFF65AFE94FD}"/>
              </a:ext>
            </a:extLst>
          </p:cNvPr>
          <p:cNvCxnSpPr/>
          <p:nvPr/>
        </p:nvCxnSpPr>
        <p:spPr>
          <a:xfrm rot="16200000" flipH="1">
            <a:off x="3852541" y="1988382"/>
            <a:ext cx="342900" cy="47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A64B5202-84C5-42F6-9406-80FEEA761B3D}"/>
              </a:ext>
            </a:extLst>
          </p:cNvPr>
          <p:cNvCxnSpPr/>
          <p:nvPr/>
        </p:nvCxnSpPr>
        <p:spPr>
          <a:xfrm rot="16200000" flipH="1">
            <a:off x="3863653" y="2864683"/>
            <a:ext cx="342900" cy="47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049278F7-9040-45DE-A0C4-A1D3414BA3B7}"/>
              </a:ext>
            </a:extLst>
          </p:cNvPr>
          <p:cNvCxnSpPr/>
          <p:nvPr/>
        </p:nvCxnSpPr>
        <p:spPr>
          <a:xfrm rot="16200000" flipH="1">
            <a:off x="3863653" y="3740983"/>
            <a:ext cx="342900" cy="47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44C5523C-3917-4BBB-9FA2-0774113F6983}"/>
              </a:ext>
            </a:extLst>
          </p:cNvPr>
          <p:cNvCxnSpPr/>
          <p:nvPr/>
        </p:nvCxnSpPr>
        <p:spPr>
          <a:xfrm rot="16200000" flipH="1">
            <a:off x="3863653" y="4617283"/>
            <a:ext cx="342900" cy="47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05294CA7-5AE0-4599-9D19-C8E13087D65F}"/>
              </a:ext>
            </a:extLst>
          </p:cNvPr>
          <p:cNvCxnSpPr/>
          <p:nvPr/>
        </p:nvCxnSpPr>
        <p:spPr>
          <a:xfrm rot="16200000" flipH="1">
            <a:off x="4859016" y="1988382"/>
            <a:ext cx="342900" cy="47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6E88EAA5-9D05-44BB-9CA0-6CEF93602D49}"/>
              </a:ext>
            </a:extLst>
          </p:cNvPr>
          <p:cNvCxnSpPr/>
          <p:nvPr/>
        </p:nvCxnSpPr>
        <p:spPr>
          <a:xfrm rot="16200000" flipH="1">
            <a:off x="4869335" y="2903576"/>
            <a:ext cx="342900" cy="317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AE02DBC1-A389-46C8-AE9D-37C63610166D}"/>
              </a:ext>
            </a:extLst>
          </p:cNvPr>
          <p:cNvCxnSpPr/>
          <p:nvPr/>
        </p:nvCxnSpPr>
        <p:spPr>
          <a:xfrm rot="16200000" flipH="1">
            <a:off x="4869335" y="3779876"/>
            <a:ext cx="342900" cy="317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875196EC-42F0-4C27-BD31-63EBA97619E5}"/>
              </a:ext>
            </a:extLst>
          </p:cNvPr>
          <p:cNvCxnSpPr/>
          <p:nvPr/>
        </p:nvCxnSpPr>
        <p:spPr>
          <a:xfrm rot="16200000" flipH="1">
            <a:off x="4869335" y="4656176"/>
            <a:ext cx="342900" cy="317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1C28F478-21DC-4CBB-B3D7-F2513F885BEC}"/>
              </a:ext>
            </a:extLst>
          </p:cNvPr>
          <p:cNvCxnSpPr/>
          <p:nvPr/>
        </p:nvCxnSpPr>
        <p:spPr>
          <a:xfrm rot="16200000" flipH="1">
            <a:off x="5887716" y="1988382"/>
            <a:ext cx="342900" cy="47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DEEF6D6A-7C9A-43BD-8C37-B81BA3AE1D1C}"/>
              </a:ext>
            </a:extLst>
          </p:cNvPr>
          <p:cNvCxnSpPr/>
          <p:nvPr/>
        </p:nvCxnSpPr>
        <p:spPr>
          <a:xfrm rot="16200000" flipH="1">
            <a:off x="5898035" y="2903576"/>
            <a:ext cx="342900" cy="317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2481CEA2-9AD9-4B42-A52B-ADB28CEC456E}"/>
              </a:ext>
            </a:extLst>
          </p:cNvPr>
          <p:cNvCxnSpPr/>
          <p:nvPr/>
        </p:nvCxnSpPr>
        <p:spPr>
          <a:xfrm rot="16200000" flipH="1">
            <a:off x="5898035" y="3779876"/>
            <a:ext cx="342900" cy="317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62C3460B-FA57-4690-B526-2630C58844BA}"/>
              </a:ext>
            </a:extLst>
          </p:cNvPr>
          <p:cNvCxnSpPr/>
          <p:nvPr/>
        </p:nvCxnSpPr>
        <p:spPr>
          <a:xfrm rot="16200000" flipH="1">
            <a:off x="5898035" y="4656176"/>
            <a:ext cx="342900" cy="317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F181466F-91A8-4B2F-91A5-634E0D5DCD7E}"/>
              </a:ext>
            </a:extLst>
          </p:cNvPr>
          <p:cNvCxnSpPr/>
          <p:nvPr/>
        </p:nvCxnSpPr>
        <p:spPr>
          <a:xfrm rot="16200000" flipH="1">
            <a:off x="6900541" y="1988382"/>
            <a:ext cx="342900" cy="47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232139F6-BC17-48B3-AAF0-3586C4AABC24}"/>
              </a:ext>
            </a:extLst>
          </p:cNvPr>
          <p:cNvCxnSpPr/>
          <p:nvPr/>
        </p:nvCxnSpPr>
        <p:spPr>
          <a:xfrm rot="16200000" flipH="1">
            <a:off x="6911653" y="2902783"/>
            <a:ext cx="342900" cy="47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FD18BBB0-1DBD-4D72-B306-74CB0A3FF188}"/>
              </a:ext>
            </a:extLst>
          </p:cNvPr>
          <p:cNvCxnSpPr/>
          <p:nvPr/>
        </p:nvCxnSpPr>
        <p:spPr>
          <a:xfrm rot="16200000" flipH="1">
            <a:off x="6911653" y="3740983"/>
            <a:ext cx="342900" cy="47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7093AD24-1AA4-466A-8039-CAA4A9549F8A}"/>
              </a:ext>
            </a:extLst>
          </p:cNvPr>
          <p:cNvCxnSpPr/>
          <p:nvPr/>
        </p:nvCxnSpPr>
        <p:spPr>
          <a:xfrm rot="16200000" flipH="1">
            <a:off x="6911653" y="4617283"/>
            <a:ext cx="342900" cy="47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5BF61EBD-20F5-4422-BE32-B1D24E7766CD}"/>
              </a:ext>
            </a:extLst>
          </p:cNvPr>
          <p:cNvCxnSpPr>
            <a:stCxn id="42025" idx="2"/>
            <a:endCxn id="42030" idx="0"/>
          </p:cNvCxnSpPr>
          <p:nvPr/>
        </p:nvCxnSpPr>
        <p:spPr>
          <a:xfrm rot="5400000">
            <a:off x="6903715" y="5522158"/>
            <a:ext cx="31908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CE28DA4F-227E-4D49-8708-CB9211F18DDE}"/>
              </a:ext>
            </a:extLst>
          </p:cNvPr>
          <p:cNvCxnSpPr/>
          <p:nvPr/>
        </p:nvCxnSpPr>
        <p:spPr>
          <a:xfrm rot="16200000" flipH="1">
            <a:off x="7929241" y="1988382"/>
            <a:ext cx="342900" cy="47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F799AEB0-60B6-467E-AC4B-42F135FB936A}"/>
              </a:ext>
            </a:extLst>
          </p:cNvPr>
          <p:cNvCxnSpPr/>
          <p:nvPr/>
        </p:nvCxnSpPr>
        <p:spPr>
          <a:xfrm rot="16200000" flipH="1">
            <a:off x="7940353" y="2902783"/>
            <a:ext cx="342900" cy="47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96EF9613-4C0C-4D05-8D81-1587EA3532E6}"/>
              </a:ext>
            </a:extLst>
          </p:cNvPr>
          <p:cNvCxnSpPr/>
          <p:nvPr/>
        </p:nvCxnSpPr>
        <p:spPr>
          <a:xfrm rot="16200000" flipH="1">
            <a:off x="7940353" y="3779083"/>
            <a:ext cx="342900" cy="47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21C1CCDE-8037-4FB0-BFD8-6C0884E4F1C4}"/>
              </a:ext>
            </a:extLst>
          </p:cNvPr>
          <p:cNvCxnSpPr/>
          <p:nvPr/>
        </p:nvCxnSpPr>
        <p:spPr>
          <a:xfrm rot="16200000" flipH="1">
            <a:off x="7940353" y="4655383"/>
            <a:ext cx="342900" cy="47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F81D0A18-1FCF-4455-BADE-0F0B3685AEB9}"/>
              </a:ext>
            </a:extLst>
          </p:cNvPr>
          <p:cNvCxnSpPr/>
          <p:nvPr/>
        </p:nvCxnSpPr>
        <p:spPr>
          <a:xfrm rot="16200000" flipH="1">
            <a:off x="7940353" y="5531683"/>
            <a:ext cx="342900" cy="47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B225371C-EA3A-4397-BDBB-376DEAF8CD2F}"/>
              </a:ext>
            </a:extLst>
          </p:cNvPr>
          <p:cNvCxnSpPr/>
          <p:nvPr/>
        </p:nvCxnSpPr>
        <p:spPr>
          <a:xfrm rot="5400000">
            <a:off x="5935340" y="5522158"/>
            <a:ext cx="31908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B1C4A57F-57E3-4246-B868-5553C99AA121}"/>
              </a:ext>
            </a:extLst>
          </p:cNvPr>
          <p:cNvCxnSpPr/>
          <p:nvPr/>
        </p:nvCxnSpPr>
        <p:spPr>
          <a:xfrm rot="5400000">
            <a:off x="4868540" y="5522158"/>
            <a:ext cx="31908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9454D238-21DE-4E53-8335-F70068ABA599}"/>
              </a:ext>
            </a:extLst>
          </p:cNvPr>
          <p:cNvCxnSpPr/>
          <p:nvPr/>
        </p:nvCxnSpPr>
        <p:spPr>
          <a:xfrm rot="5400000">
            <a:off x="3877940" y="5507871"/>
            <a:ext cx="31908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CF24F22F-C156-4DA9-8DEA-70B4CC59A0CC}"/>
              </a:ext>
            </a:extLst>
          </p:cNvPr>
          <p:cNvCxnSpPr/>
          <p:nvPr/>
        </p:nvCxnSpPr>
        <p:spPr>
          <a:xfrm rot="5400000">
            <a:off x="2849240" y="5507871"/>
            <a:ext cx="31908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FF140FAC-4939-42CB-9754-C03161C62C96}"/>
              </a:ext>
            </a:extLst>
          </p:cNvPr>
          <p:cNvCxnSpPr>
            <a:stCxn id="41994" idx="3"/>
            <a:endCxn id="42002" idx="1"/>
          </p:cNvCxnSpPr>
          <p:nvPr/>
        </p:nvCxnSpPr>
        <p:spPr>
          <a:xfrm>
            <a:off x="3283422" y="1544677"/>
            <a:ext cx="41116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48B95064-7116-4E42-8F5C-B60FCE17FA5B}"/>
              </a:ext>
            </a:extLst>
          </p:cNvPr>
          <p:cNvCxnSpPr/>
          <p:nvPr/>
        </p:nvCxnSpPr>
        <p:spPr>
          <a:xfrm>
            <a:off x="4266084" y="1552614"/>
            <a:ext cx="457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74322AE8-5AA7-4D05-8EF3-7E0F9D0AF426}"/>
              </a:ext>
            </a:extLst>
          </p:cNvPr>
          <p:cNvCxnSpPr/>
          <p:nvPr/>
        </p:nvCxnSpPr>
        <p:spPr>
          <a:xfrm>
            <a:off x="7360122" y="1552614"/>
            <a:ext cx="41116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62749EF1-331A-4D2E-8D84-9F2AF4325AEB}"/>
              </a:ext>
            </a:extLst>
          </p:cNvPr>
          <p:cNvCxnSpPr/>
          <p:nvPr/>
        </p:nvCxnSpPr>
        <p:spPr>
          <a:xfrm>
            <a:off x="5294784" y="1552614"/>
            <a:ext cx="457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8B061B82-280A-46DD-B54E-DA95B23D09E3}"/>
              </a:ext>
            </a:extLst>
          </p:cNvPr>
          <p:cNvCxnSpPr/>
          <p:nvPr/>
        </p:nvCxnSpPr>
        <p:spPr>
          <a:xfrm>
            <a:off x="6323484" y="1552614"/>
            <a:ext cx="457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3CF20756-42B8-4274-8046-971938AE3249}"/>
              </a:ext>
            </a:extLst>
          </p:cNvPr>
          <p:cNvCxnSpPr/>
          <p:nvPr/>
        </p:nvCxnSpPr>
        <p:spPr>
          <a:xfrm>
            <a:off x="3275484" y="2459077"/>
            <a:ext cx="41116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3D7CE20C-E395-485D-9B27-60AC9E741078}"/>
              </a:ext>
            </a:extLst>
          </p:cNvPr>
          <p:cNvCxnSpPr/>
          <p:nvPr/>
        </p:nvCxnSpPr>
        <p:spPr>
          <a:xfrm>
            <a:off x="4258147" y="2467014"/>
            <a:ext cx="457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A8691188-0EBE-4332-A821-2972280C7643}"/>
              </a:ext>
            </a:extLst>
          </p:cNvPr>
          <p:cNvCxnSpPr/>
          <p:nvPr/>
        </p:nvCxnSpPr>
        <p:spPr>
          <a:xfrm>
            <a:off x="7352184" y="2467014"/>
            <a:ext cx="41116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8377675E-0969-4A9E-B3BB-6B15A027662A}"/>
              </a:ext>
            </a:extLst>
          </p:cNvPr>
          <p:cNvCxnSpPr/>
          <p:nvPr/>
        </p:nvCxnSpPr>
        <p:spPr>
          <a:xfrm>
            <a:off x="5286847" y="2467014"/>
            <a:ext cx="457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754360D0-5876-4B29-A68B-155915217A2E}"/>
              </a:ext>
            </a:extLst>
          </p:cNvPr>
          <p:cNvCxnSpPr/>
          <p:nvPr/>
        </p:nvCxnSpPr>
        <p:spPr>
          <a:xfrm>
            <a:off x="6315547" y="2467014"/>
            <a:ext cx="457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6274D881-CF17-439E-BE41-B651D17894D9}"/>
              </a:ext>
            </a:extLst>
          </p:cNvPr>
          <p:cNvCxnSpPr/>
          <p:nvPr/>
        </p:nvCxnSpPr>
        <p:spPr>
          <a:xfrm>
            <a:off x="3275484" y="3335377"/>
            <a:ext cx="41116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4FC3C993-9246-451F-807D-83DB144AD7D8}"/>
              </a:ext>
            </a:extLst>
          </p:cNvPr>
          <p:cNvCxnSpPr/>
          <p:nvPr/>
        </p:nvCxnSpPr>
        <p:spPr>
          <a:xfrm>
            <a:off x="4258147" y="3343314"/>
            <a:ext cx="457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B309893B-3505-4393-9951-B080B3DE6B05}"/>
              </a:ext>
            </a:extLst>
          </p:cNvPr>
          <p:cNvCxnSpPr/>
          <p:nvPr/>
        </p:nvCxnSpPr>
        <p:spPr>
          <a:xfrm>
            <a:off x="7352184" y="3343314"/>
            <a:ext cx="41116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B47CD863-C441-433A-95A3-F898870C96F3}"/>
              </a:ext>
            </a:extLst>
          </p:cNvPr>
          <p:cNvCxnSpPr/>
          <p:nvPr/>
        </p:nvCxnSpPr>
        <p:spPr>
          <a:xfrm>
            <a:off x="5286847" y="3343314"/>
            <a:ext cx="457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A5300720-2E12-4E83-AC19-78ACB757AD7B}"/>
              </a:ext>
            </a:extLst>
          </p:cNvPr>
          <p:cNvCxnSpPr/>
          <p:nvPr/>
        </p:nvCxnSpPr>
        <p:spPr>
          <a:xfrm>
            <a:off x="6315547" y="3343314"/>
            <a:ext cx="457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AB7F2BFF-1038-42DA-BBF6-FEE4080DA963}"/>
              </a:ext>
            </a:extLst>
          </p:cNvPr>
          <p:cNvCxnSpPr/>
          <p:nvPr/>
        </p:nvCxnSpPr>
        <p:spPr>
          <a:xfrm>
            <a:off x="3275484" y="4211677"/>
            <a:ext cx="41116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3F710E2E-2778-421F-9681-D0038492358E}"/>
              </a:ext>
            </a:extLst>
          </p:cNvPr>
          <p:cNvCxnSpPr/>
          <p:nvPr/>
        </p:nvCxnSpPr>
        <p:spPr>
          <a:xfrm>
            <a:off x="4258147" y="4219614"/>
            <a:ext cx="457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F16172FF-1837-45D0-BB65-A44BCBAB7EE0}"/>
              </a:ext>
            </a:extLst>
          </p:cNvPr>
          <p:cNvCxnSpPr/>
          <p:nvPr/>
        </p:nvCxnSpPr>
        <p:spPr>
          <a:xfrm>
            <a:off x="7352184" y="4219614"/>
            <a:ext cx="41116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94B60C09-2DBC-4E4D-B2AA-4DD8E6FB8E4B}"/>
              </a:ext>
            </a:extLst>
          </p:cNvPr>
          <p:cNvCxnSpPr/>
          <p:nvPr/>
        </p:nvCxnSpPr>
        <p:spPr>
          <a:xfrm>
            <a:off x="5286847" y="4219614"/>
            <a:ext cx="457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BA2AAC9B-E526-46B3-82E6-B81C22DBAD50}"/>
              </a:ext>
            </a:extLst>
          </p:cNvPr>
          <p:cNvCxnSpPr/>
          <p:nvPr/>
        </p:nvCxnSpPr>
        <p:spPr>
          <a:xfrm>
            <a:off x="6315547" y="4219614"/>
            <a:ext cx="457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D04B275C-C22D-4694-BF3C-9AFA928E0192}"/>
              </a:ext>
            </a:extLst>
          </p:cNvPr>
          <p:cNvCxnSpPr/>
          <p:nvPr/>
        </p:nvCxnSpPr>
        <p:spPr>
          <a:xfrm>
            <a:off x="3275484" y="5087977"/>
            <a:ext cx="41116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8BE9E0E1-3B99-4455-A888-B97578C1E170}"/>
              </a:ext>
            </a:extLst>
          </p:cNvPr>
          <p:cNvCxnSpPr/>
          <p:nvPr/>
        </p:nvCxnSpPr>
        <p:spPr>
          <a:xfrm>
            <a:off x="4258147" y="5095914"/>
            <a:ext cx="457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82BE908B-0501-402C-B179-696F84EC8577}"/>
              </a:ext>
            </a:extLst>
          </p:cNvPr>
          <p:cNvCxnSpPr/>
          <p:nvPr/>
        </p:nvCxnSpPr>
        <p:spPr>
          <a:xfrm>
            <a:off x="7352184" y="5095914"/>
            <a:ext cx="41116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D1A21EF7-70AE-446A-BE62-C6E1A78E2DFD}"/>
              </a:ext>
            </a:extLst>
          </p:cNvPr>
          <p:cNvCxnSpPr/>
          <p:nvPr/>
        </p:nvCxnSpPr>
        <p:spPr>
          <a:xfrm>
            <a:off x="5286847" y="5095914"/>
            <a:ext cx="457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D739CEC7-C989-44E1-BBD4-B493071513B2}"/>
              </a:ext>
            </a:extLst>
          </p:cNvPr>
          <p:cNvCxnSpPr/>
          <p:nvPr/>
        </p:nvCxnSpPr>
        <p:spPr>
          <a:xfrm>
            <a:off x="6315547" y="5095914"/>
            <a:ext cx="457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D6199F74-6A57-4838-B2B1-A1CA95D0A10F}"/>
              </a:ext>
            </a:extLst>
          </p:cNvPr>
          <p:cNvCxnSpPr/>
          <p:nvPr/>
        </p:nvCxnSpPr>
        <p:spPr>
          <a:xfrm>
            <a:off x="3275484" y="5934114"/>
            <a:ext cx="41116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747058A3-DB2C-440E-8D80-0B3046F9CB5E}"/>
              </a:ext>
            </a:extLst>
          </p:cNvPr>
          <p:cNvCxnSpPr/>
          <p:nvPr/>
        </p:nvCxnSpPr>
        <p:spPr>
          <a:xfrm>
            <a:off x="4258147" y="5942052"/>
            <a:ext cx="457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CD7C5E7D-19B2-4177-873E-AB5CA61C61AD}"/>
              </a:ext>
            </a:extLst>
          </p:cNvPr>
          <p:cNvCxnSpPr/>
          <p:nvPr/>
        </p:nvCxnSpPr>
        <p:spPr>
          <a:xfrm>
            <a:off x="7352184" y="5942052"/>
            <a:ext cx="41116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28B75457-BFA0-4044-88F8-41FC96BA6AC8}"/>
              </a:ext>
            </a:extLst>
          </p:cNvPr>
          <p:cNvCxnSpPr/>
          <p:nvPr/>
        </p:nvCxnSpPr>
        <p:spPr>
          <a:xfrm>
            <a:off x="5286847" y="5942052"/>
            <a:ext cx="457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F485C018-0890-4452-A553-5603FA3BEFFD}"/>
              </a:ext>
            </a:extLst>
          </p:cNvPr>
          <p:cNvCxnSpPr/>
          <p:nvPr/>
        </p:nvCxnSpPr>
        <p:spPr>
          <a:xfrm>
            <a:off x="6315547" y="5942052"/>
            <a:ext cx="457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Oval 187">
            <a:extLst>
              <a:ext uri="{FF2B5EF4-FFF2-40B4-BE49-F238E27FC236}">
                <a16:creationId xmlns:a16="http://schemas.microsoft.com/office/drawing/2014/main" id="{BCB53F0E-72DF-4480-9CF0-57D135BF4316}"/>
              </a:ext>
            </a:extLst>
          </p:cNvPr>
          <p:cNvSpPr/>
          <p:nvPr/>
        </p:nvSpPr>
        <p:spPr>
          <a:xfrm>
            <a:off x="3427884" y="3267114"/>
            <a:ext cx="114300" cy="1143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89" name="Freeform 188">
            <a:extLst>
              <a:ext uri="{FF2B5EF4-FFF2-40B4-BE49-F238E27FC236}">
                <a16:creationId xmlns:a16="http://schemas.microsoft.com/office/drawing/2014/main" id="{EA033EBD-FA29-4A0F-BF92-C8AF45256EB5}"/>
              </a:ext>
            </a:extLst>
          </p:cNvPr>
          <p:cNvSpPr/>
          <p:nvPr/>
        </p:nvSpPr>
        <p:spPr>
          <a:xfrm>
            <a:off x="3437409" y="2933739"/>
            <a:ext cx="1017588" cy="363538"/>
          </a:xfrm>
          <a:custGeom>
            <a:avLst/>
            <a:gdLst>
              <a:gd name="connsiteX0" fmla="*/ 0 w 1017037"/>
              <a:gd name="connsiteY0" fmla="*/ 363893 h 363893"/>
              <a:gd name="connsiteX1" fmla="*/ 0 w 1017037"/>
              <a:gd name="connsiteY1" fmla="*/ 0 h 363893"/>
              <a:gd name="connsiteX2" fmla="*/ 1017037 w 1017037"/>
              <a:gd name="connsiteY2" fmla="*/ 0 h 363893"/>
              <a:gd name="connsiteX3" fmla="*/ 1017037 w 1017037"/>
              <a:gd name="connsiteY3" fmla="*/ 363893 h 363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17037" h="363893">
                <a:moveTo>
                  <a:pt x="0" y="363893"/>
                </a:moveTo>
                <a:lnTo>
                  <a:pt x="0" y="0"/>
                </a:lnTo>
                <a:lnTo>
                  <a:pt x="1017037" y="0"/>
                </a:lnTo>
                <a:lnTo>
                  <a:pt x="1017037" y="363893"/>
                </a:lnTo>
              </a:path>
            </a:pathLst>
          </a:cu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lnSpc>
                <a:spcPct val="100000"/>
              </a:lnSpc>
              <a:spcBef>
                <a:spcPct val="0"/>
              </a:spcBef>
              <a:defRPr/>
            </a:pPr>
            <a:endParaRPr lang="en-US" sz="2000"/>
          </a:p>
        </p:txBody>
      </p:sp>
      <p:sp>
        <p:nvSpPr>
          <p:cNvPr id="190" name="Oval 189">
            <a:extLst>
              <a:ext uri="{FF2B5EF4-FFF2-40B4-BE49-F238E27FC236}">
                <a16:creationId xmlns:a16="http://schemas.microsoft.com/office/drawing/2014/main" id="{74CA2358-FA21-4546-A515-FB9716BC30A3}"/>
              </a:ext>
            </a:extLst>
          </p:cNvPr>
          <p:cNvSpPr/>
          <p:nvPr/>
        </p:nvSpPr>
        <p:spPr>
          <a:xfrm>
            <a:off x="4418484" y="3267114"/>
            <a:ext cx="114300" cy="1143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91" name="Freeform 190">
            <a:extLst>
              <a:ext uri="{FF2B5EF4-FFF2-40B4-BE49-F238E27FC236}">
                <a16:creationId xmlns:a16="http://schemas.microsoft.com/office/drawing/2014/main" id="{C0A684F8-FA0D-4848-AF1F-A6A89EE54842}"/>
              </a:ext>
            </a:extLst>
          </p:cNvPr>
          <p:cNvSpPr/>
          <p:nvPr/>
        </p:nvSpPr>
        <p:spPr>
          <a:xfrm>
            <a:off x="3477097" y="2865477"/>
            <a:ext cx="3074987" cy="439737"/>
          </a:xfrm>
          <a:custGeom>
            <a:avLst/>
            <a:gdLst>
              <a:gd name="connsiteX0" fmla="*/ 0 w 1017037"/>
              <a:gd name="connsiteY0" fmla="*/ 363893 h 363893"/>
              <a:gd name="connsiteX1" fmla="*/ 0 w 1017037"/>
              <a:gd name="connsiteY1" fmla="*/ 0 h 363893"/>
              <a:gd name="connsiteX2" fmla="*/ 1017037 w 1017037"/>
              <a:gd name="connsiteY2" fmla="*/ 0 h 363893"/>
              <a:gd name="connsiteX3" fmla="*/ 1017037 w 1017037"/>
              <a:gd name="connsiteY3" fmla="*/ 363893 h 363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17037" h="363893">
                <a:moveTo>
                  <a:pt x="0" y="363893"/>
                </a:moveTo>
                <a:lnTo>
                  <a:pt x="0" y="0"/>
                </a:lnTo>
                <a:lnTo>
                  <a:pt x="1017037" y="0"/>
                </a:lnTo>
                <a:lnTo>
                  <a:pt x="1017037" y="363893"/>
                </a:lnTo>
              </a:path>
            </a:pathLst>
          </a:cu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lnSpc>
                <a:spcPct val="100000"/>
              </a:lnSpc>
              <a:spcBef>
                <a:spcPct val="0"/>
              </a:spcBef>
              <a:defRPr/>
            </a:pPr>
            <a:endParaRPr lang="en-US" sz="2000"/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043E58C4-9FE8-4B4F-B329-DBA4E8A9A155}"/>
              </a:ext>
            </a:extLst>
          </p:cNvPr>
          <p:cNvSpPr/>
          <p:nvPr/>
        </p:nvSpPr>
        <p:spPr>
          <a:xfrm>
            <a:off x="6475884" y="3267114"/>
            <a:ext cx="114300" cy="1143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93" name="Freeform 192">
            <a:extLst>
              <a:ext uri="{FF2B5EF4-FFF2-40B4-BE49-F238E27FC236}">
                <a16:creationId xmlns:a16="http://schemas.microsoft.com/office/drawing/2014/main" id="{A52ABE75-9C07-4225-86CC-11903B886101}"/>
              </a:ext>
            </a:extLst>
          </p:cNvPr>
          <p:cNvSpPr/>
          <p:nvPr/>
        </p:nvSpPr>
        <p:spPr>
          <a:xfrm>
            <a:off x="3515197" y="2789277"/>
            <a:ext cx="4789487" cy="554037"/>
          </a:xfrm>
          <a:custGeom>
            <a:avLst/>
            <a:gdLst>
              <a:gd name="connsiteX0" fmla="*/ 0 w 1017037"/>
              <a:gd name="connsiteY0" fmla="*/ 363893 h 363893"/>
              <a:gd name="connsiteX1" fmla="*/ 0 w 1017037"/>
              <a:gd name="connsiteY1" fmla="*/ 0 h 363893"/>
              <a:gd name="connsiteX2" fmla="*/ 1017037 w 1017037"/>
              <a:gd name="connsiteY2" fmla="*/ 0 h 363893"/>
              <a:gd name="connsiteX3" fmla="*/ 1017037 w 1017037"/>
              <a:gd name="connsiteY3" fmla="*/ 363893 h 363893"/>
              <a:gd name="connsiteX0" fmla="*/ 0 w 1017037"/>
              <a:gd name="connsiteY0" fmla="*/ 363893 h 363893"/>
              <a:gd name="connsiteX1" fmla="*/ 0 w 1017037"/>
              <a:gd name="connsiteY1" fmla="*/ 0 h 363893"/>
              <a:gd name="connsiteX2" fmla="*/ 1017037 w 1017037"/>
              <a:gd name="connsiteY2" fmla="*/ 0 h 363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7037" h="363893">
                <a:moveTo>
                  <a:pt x="0" y="363893"/>
                </a:moveTo>
                <a:lnTo>
                  <a:pt x="0" y="0"/>
                </a:lnTo>
                <a:lnTo>
                  <a:pt x="1017037" y="0"/>
                </a:lnTo>
              </a:path>
            </a:pathLst>
          </a:cu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lnSpc>
                <a:spcPct val="100000"/>
              </a:lnSpc>
              <a:spcBef>
                <a:spcPct val="0"/>
              </a:spcBef>
              <a:defRPr/>
            </a:pPr>
            <a:endParaRPr lang="en-US" sz="2000"/>
          </a:p>
        </p:txBody>
      </p:sp>
      <p:sp>
        <p:nvSpPr>
          <p:cNvPr id="194" name="Oval 193">
            <a:extLst>
              <a:ext uri="{FF2B5EF4-FFF2-40B4-BE49-F238E27FC236}">
                <a16:creationId xmlns:a16="http://schemas.microsoft.com/office/drawing/2014/main" id="{4785FB46-0F4E-4453-8A1A-276D9D3CB0DF}"/>
              </a:ext>
            </a:extLst>
          </p:cNvPr>
          <p:cNvSpPr/>
          <p:nvPr/>
        </p:nvSpPr>
        <p:spPr>
          <a:xfrm>
            <a:off x="5485284" y="3267114"/>
            <a:ext cx="114300" cy="1143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95" name="Oval 194">
            <a:extLst>
              <a:ext uri="{FF2B5EF4-FFF2-40B4-BE49-F238E27FC236}">
                <a16:creationId xmlns:a16="http://schemas.microsoft.com/office/drawing/2014/main" id="{C6097389-D007-4953-B2A9-AF55953B29D5}"/>
              </a:ext>
            </a:extLst>
          </p:cNvPr>
          <p:cNvSpPr/>
          <p:nvPr/>
        </p:nvSpPr>
        <p:spPr>
          <a:xfrm>
            <a:off x="7542684" y="3267114"/>
            <a:ext cx="114300" cy="1143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A8BEB085-7370-4121-887B-51C74EA9DEB6}"/>
              </a:ext>
            </a:extLst>
          </p:cNvPr>
          <p:cNvSpPr/>
          <p:nvPr/>
        </p:nvSpPr>
        <p:spPr>
          <a:xfrm>
            <a:off x="3427884" y="1476414"/>
            <a:ext cx="114300" cy="1143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97" name="Oval 196">
            <a:extLst>
              <a:ext uri="{FF2B5EF4-FFF2-40B4-BE49-F238E27FC236}">
                <a16:creationId xmlns:a16="http://schemas.microsoft.com/office/drawing/2014/main" id="{A3646C76-366A-4966-918D-CDD352F2B4D9}"/>
              </a:ext>
            </a:extLst>
          </p:cNvPr>
          <p:cNvSpPr/>
          <p:nvPr/>
        </p:nvSpPr>
        <p:spPr>
          <a:xfrm>
            <a:off x="4418484" y="1476414"/>
            <a:ext cx="114300" cy="1143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98" name="Oval 197">
            <a:extLst>
              <a:ext uri="{FF2B5EF4-FFF2-40B4-BE49-F238E27FC236}">
                <a16:creationId xmlns:a16="http://schemas.microsoft.com/office/drawing/2014/main" id="{785CCE4A-78FA-4A45-8741-817EC0FCF7E5}"/>
              </a:ext>
            </a:extLst>
          </p:cNvPr>
          <p:cNvSpPr/>
          <p:nvPr/>
        </p:nvSpPr>
        <p:spPr>
          <a:xfrm>
            <a:off x="6475884" y="1476414"/>
            <a:ext cx="114300" cy="1143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3B308BB3-B0FB-48E4-9485-82E864356AB5}"/>
              </a:ext>
            </a:extLst>
          </p:cNvPr>
          <p:cNvSpPr/>
          <p:nvPr/>
        </p:nvSpPr>
        <p:spPr>
          <a:xfrm>
            <a:off x="5485284" y="1476414"/>
            <a:ext cx="114300" cy="1143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00" name="Oval 199">
            <a:extLst>
              <a:ext uri="{FF2B5EF4-FFF2-40B4-BE49-F238E27FC236}">
                <a16:creationId xmlns:a16="http://schemas.microsoft.com/office/drawing/2014/main" id="{3683DA3D-1AF0-424D-9CE9-EB7775A72451}"/>
              </a:ext>
            </a:extLst>
          </p:cNvPr>
          <p:cNvSpPr/>
          <p:nvPr/>
        </p:nvSpPr>
        <p:spPr>
          <a:xfrm>
            <a:off x="7542684" y="1476414"/>
            <a:ext cx="114300" cy="1143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01" name="Oval 200">
            <a:extLst>
              <a:ext uri="{FF2B5EF4-FFF2-40B4-BE49-F238E27FC236}">
                <a16:creationId xmlns:a16="http://schemas.microsoft.com/office/drawing/2014/main" id="{0B09E93E-0163-4651-B010-BD61C64C10C4}"/>
              </a:ext>
            </a:extLst>
          </p:cNvPr>
          <p:cNvSpPr/>
          <p:nvPr/>
        </p:nvSpPr>
        <p:spPr>
          <a:xfrm>
            <a:off x="3427884" y="2390814"/>
            <a:ext cx="114300" cy="1143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CAF34055-C98A-43AC-85E0-BCFEE72C6B69}"/>
              </a:ext>
            </a:extLst>
          </p:cNvPr>
          <p:cNvSpPr/>
          <p:nvPr/>
        </p:nvSpPr>
        <p:spPr>
          <a:xfrm>
            <a:off x="4418484" y="2390814"/>
            <a:ext cx="114300" cy="1143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03" name="Oval 202">
            <a:extLst>
              <a:ext uri="{FF2B5EF4-FFF2-40B4-BE49-F238E27FC236}">
                <a16:creationId xmlns:a16="http://schemas.microsoft.com/office/drawing/2014/main" id="{5F02C133-D24F-49CF-B4CF-A9AE0C51AC82}"/>
              </a:ext>
            </a:extLst>
          </p:cNvPr>
          <p:cNvSpPr/>
          <p:nvPr/>
        </p:nvSpPr>
        <p:spPr>
          <a:xfrm>
            <a:off x="6475884" y="2390814"/>
            <a:ext cx="114300" cy="1143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32DE9FF2-9C2B-4CC2-84D0-045F25828C7E}"/>
              </a:ext>
            </a:extLst>
          </p:cNvPr>
          <p:cNvSpPr/>
          <p:nvPr/>
        </p:nvSpPr>
        <p:spPr>
          <a:xfrm>
            <a:off x="5485284" y="2390814"/>
            <a:ext cx="114300" cy="1143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82150A98-6256-43E1-8E93-89F25BDF96DF}"/>
              </a:ext>
            </a:extLst>
          </p:cNvPr>
          <p:cNvSpPr/>
          <p:nvPr/>
        </p:nvSpPr>
        <p:spPr>
          <a:xfrm>
            <a:off x="7542684" y="2390814"/>
            <a:ext cx="114300" cy="1143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06" name="Oval 205">
            <a:extLst>
              <a:ext uri="{FF2B5EF4-FFF2-40B4-BE49-F238E27FC236}">
                <a16:creationId xmlns:a16="http://schemas.microsoft.com/office/drawing/2014/main" id="{D65F689C-4749-415D-A9FB-2954B9153F2D}"/>
              </a:ext>
            </a:extLst>
          </p:cNvPr>
          <p:cNvSpPr/>
          <p:nvPr/>
        </p:nvSpPr>
        <p:spPr>
          <a:xfrm>
            <a:off x="3427884" y="4143414"/>
            <a:ext cx="114300" cy="1143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07" name="Oval 206">
            <a:extLst>
              <a:ext uri="{FF2B5EF4-FFF2-40B4-BE49-F238E27FC236}">
                <a16:creationId xmlns:a16="http://schemas.microsoft.com/office/drawing/2014/main" id="{E3B37CD5-1647-4CB3-9A08-F0071F4687FC}"/>
              </a:ext>
            </a:extLst>
          </p:cNvPr>
          <p:cNvSpPr/>
          <p:nvPr/>
        </p:nvSpPr>
        <p:spPr>
          <a:xfrm>
            <a:off x="4418484" y="4143414"/>
            <a:ext cx="114300" cy="1143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8E62D986-E69B-476D-8C92-C53D07C37F34}"/>
              </a:ext>
            </a:extLst>
          </p:cNvPr>
          <p:cNvSpPr/>
          <p:nvPr/>
        </p:nvSpPr>
        <p:spPr>
          <a:xfrm>
            <a:off x="6475884" y="4143414"/>
            <a:ext cx="114300" cy="1143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09" name="Oval 208">
            <a:extLst>
              <a:ext uri="{FF2B5EF4-FFF2-40B4-BE49-F238E27FC236}">
                <a16:creationId xmlns:a16="http://schemas.microsoft.com/office/drawing/2014/main" id="{4565E081-9782-4022-ADE6-9B45564C5CDC}"/>
              </a:ext>
            </a:extLst>
          </p:cNvPr>
          <p:cNvSpPr/>
          <p:nvPr/>
        </p:nvSpPr>
        <p:spPr>
          <a:xfrm>
            <a:off x="5485284" y="4143414"/>
            <a:ext cx="114300" cy="1143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10" name="Oval 209">
            <a:extLst>
              <a:ext uri="{FF2B5EF4-FFF2-40B4-BE49-F238E27FC236}">
                <a16:creationId xmlns:a16="http://schemas.microsoft.com/office/drawing/2014/main" id="{33DF5405-C4B5-4EF5-857E-B5D18B42F4CE}"/>
              </a:ext>
            </a:extLst>
          </p:cNvPr>
          <p:cNvSpPr/>
          <p:nvPr/>
        </p:nvSpPr>
        <p:spPr>
          <a:xfrm>
            <a:off x="7542684" y="4143414"/>
            <a:ext cx="114300" cy="1143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11" name="Oval 210">
            <a:extLst>
              <a:ext uri="{FF2B5EF4-FFF2-40B4-BE49-F238E27FC236}">
                <a16:creationId xmlns:a16="http://schemas.microsoft.com/office/drawing/2014/main" id="{C8E07B2C-6A4D-4DF4-9068-06343C68B69C}"/>
              </a:ext>
            </a:extLst>
          </p:cNvPr>
          <p:cNvSpPr/>
          <p:nvPr/>
        </p:nvSpPr>
        <p:spPr>
          <a:xfrm>
            <a:off x="3427884" y="5019714"/>
            <a:ext cx="114300" cy="1143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12" name="Oval 211">
            <a:extLst>
              <a:ext uri="{FF2B5EF4-FFF2-40B4-BE49-F238E27FC236}">
                <a16:creationId xmlns:a16="http://schemas.microsoft.com/office/drawing/2014/main" id="{566A0EDF-F0DE-4425-BE87-11041ADBD814}"/>
              </a:ext>
            </a:extLst>
          </p:cNvPr>
          <p:cNvSpPr/>
          <p:nvPr/>
        </p:nvSpPr>
        <p:spPr>
          <a:xfrm>
            <a:off x="4418484" y="5019714"/>
            <a:ext cx="114300" cy="1143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13" name="Oval 212">
            <a:extLst>
              <a:ext uri="{FF2B5EF4-FFF2-40B4-BE49-F238E27FC236}">
                <a16:creationId xmlns:a16="http://schemas.microsoft.com/office/drawing/2014/main" id="{3E36400C-1B52-49CE-985C-A22B0DECD3D6}"/>
              </a:ext>
            </a:extLst>
          </p:cNvPr>
          <p:cNvSpPr/>
          <p:nvPr/>
        </p:nvSpPr>
        <p:spPr>
          <a:xfrm>
            <a:off x="6475884" y="5019714"/>
            <a:ext cx="114300" cy="1143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14" name="Oval 213">
            <a:extLst>
              <a:ext uri="{FF2B5EF4-FFF2-40B4-BE49-F238E27FC236}">
                <a16:creationId xmlns:a16="http://schemas.microsoft.com/office/drawing/2014/main" id="{D518C1CA-E30B-4413-8304-9C67E1314AE9}"/>
              </a:ext>
            </a:extLst>
          </p:cNvPr>
          <p:cNvSpPr/>
          <p:nvPr/>
        </p:nvSpPr>
        <p:spPr>
          <a:xfrm>
            <a:off x="5485284" y="5019714"/>
            <a:ext cx="114300" cy="1143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15" name="Oval 214">
            <a:extLst>
              <a:ext uri="{FF2B5EF4-FFF2-40B4-BE49-F238E27FC236}">
                <a16:creationId xmlns:a16="http://schemas.microsoft.com/office/drawing/2014/main" id="{0F546870-F8AF-4D68-B373-7DB4F8E32242}"/>
              </a:ext>
            </a:extLst>
          </p:cNvPr>
          <p:cNvSpPr/>
          <p:nvPr/>
        </p:nvSpPr>
        <p:spPr>
          <a:xfrm>
            <a:off x="7542684" y="5019714"/>
            <a:ext cx="114300" cy="1143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16" name="Oval 215">
            <a:extLst>
              <a:ext uri="{FF2B5EF4-FFF2-40B4-BE49-F238E27FC236}">
                <a16:creationId xmlns:a16="http://schemas.microsoft.com/office/drawing/2014/main" id="{E43AB4B7-05B2-4772-BDFF-A3367A13B0B9}"/>
              </a:ext>
            </a:extLst>
          </p:cNvPr>
          <p:cNvSpPr/>
          <p:nvPr/>
        </p:nvSpPr>
        <p:spPr>
          <a:xfrm>
            <a:off x="3427884" y="5857914"/>
            <a:ext cx="114300" cy="1143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17" name="Oval 216">
            <a:extLst>
              <a:ext uri="{FF2B5EF4-FFF2-40B4-BE49-F238E27FC236}">
                <a16:creationId xmlns:a16="http://schemas.microsoft.com/office/drawing/2014/main" id="{7124AC88-EAAF-4EC9-BD57-AF2B1FF13E68}"/>
              </a:ext>
            </a:extLst>
          </p:cNvPr>
          <p:cNvSpPr/>
          <p:nvPr/>
        </p:nvSpPr>
        <p:spPr>
          <a:xfrm>
            <a:off x="4418484" y="5857914"/>
            <a:ext cx="114300" cy="1143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18" name="Oval 217">
            <a:extLst>
              <a:ext uri="{FF2B5EF4-FFF2-40B4-BE49-F238E27FC236}">
                <a16:creationId xmlns:a16="http://schemas.microsoft.com/office/drawing/2014/main" id="{8DFBE2CE-2299-4E4E-BD5D-A0E8F6A06EE7}"/>
              </a:ext>
            </a:extLst>
          </p:cNvPr>
          <p:cNvSpPr/>
          <p:nvPr/>
        </p:nvSpPr>
        <p:spPr>
          <a:xfrm>
            <a:off x="6475884" y="5857914"/>
            <a:ext cx="114300" cy="1143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19" name="Oval 218">
            <a:extLst>
              <a:ext uri="{FF2B5EF4-FFF2-40B4-BE49-F238E27FC236}">
                <a16:creationId xmlns:a16="http://schemas.microsoft.com/office/drawing/2014/main" id="{FF69D93B-987A-448F-90CB-4E3B0230A085}"/>
              </a:ext>
            </a:extLst>
          </p:cNvPr>
          <p:cNvSpPr/>
          <p:nvPr/>
        </p:nvSpPr>
        <p:spPr>
          <a:xfrm>
            <a:off x="5485284" y="5857914"/>
            <a:ext cx="114300" cy="1143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20" name="Oval 219">
            <a:extLst>
              <a:ext uri="{FF2B5EF4-FFF2-40B4-BE49-F238E27FC236}">
                <a16:creationId xmlns:a16="http://schemas.microsoft.com/office/drawing/2014/main" id="{EDE08614-8806-4C48-9E03-00E3FB7BB929}"/>
              </a:ext>
            </a:extLst>
          </p:cNvPr>
          <p:cNvSpPr/>
          <p:nvPr/>
        </p:nvSpPr>
        <p:spPr>
          <a:xfrm>
            <a:off x="7542684" y="5857914"/>
            <a:ext cx="114300" cy="1143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21" name="Oval 220">
            <a:extLst>
              <a:ext uri="{FF2B5EF4-FFF2-40B4-BE49-F238E27FC236}">
                <a16:creationId xmlns:a16="http://schemas.microsoft.com/office/drawing/2014/main" id="{05E516AE-4AB1-46D3-93C5-93AC8A9673C8}"/>
              </a:ext>
            </a:extLst>
          </p:cNvPr>
          <p:cNvSpPr/>
          <p:nvPr/>
        </p:nvSpPr>
        <p:spPr>
          <a:xfrm>
            <a:off x="2932584" y="1933614"/>
            <a:ext cx="114300" cy="1143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23" name="Oval 222">
            <a:extLst>
              <a:ext uri="{FF2B5EF4-FFF2-40B4-BE49-F238E27FC236}">
                <a16:creationId xmlns:a16="http://schemas.microsoft.com/office/drawing/2014/main" id="{58F95E88-6C39-4B6F-AD73-BDDF7E4F3A90}"/>
              </a:ext>
            </a:extLst>
          </p:cNvPr>
          <p:cNvSpPr/>
          <p:nvPr/>
        </p:nvSpPr>
        <p:spPr>
          <a:xfrm>
            <a:off x="2932584" y="3686214"/>
            <a:ext cx="114300" cy="1143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24" name="Oval 223">
            <a:extLst>
              <a:ext uri="{FF2B5EF4-FFF2-40B4-BE49-F238E27FC236}">
                <a16:creationId xmlns:a16="http://schemas.microsoft.com/office/drawing/2014/main" id="{4D395854-58D6-45E0-8DF1-70E54540EFBD}"/>
              </a:ext>
            </a:extLst>
          </p:cNvPr>
          <p:cNvSpPr/>
          <p:nvPr/>
        </p:nvSpPr>
        <p:spPr>
          <a:xfrm>
            <a:off x="2932584" y="4562514"/>
            <a:ext cx="114300" cy="1143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25" name="Oval 224">
            <a:extLst>
              <a:ext uri="{FF2B5EF4-FFF2-40B4-BE49-F238E27FC236}">
                <a16:creationId xmlns:a16="http://schemas.microsoft.com/office/drawing/2014/main" id="{AB39B0BD-C03B-4AD3-884C-AB6DE45B591B}"/>
              </a:ext>
            </a:extLst>
          </p:cNvPr>
          <p:cNvSpPr/>
          <p:nvPr/>
        </p:nvSpPr>
        <p:spPr>
          <a:xfrm>
            <a:off x="2932584" y="5476914"/>
            <a:ext cx="114300" cy="1143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26" name="Oval 225">
            <a:extLst>
              <a:ext uri="{FF2B5EF4-FFF2-40B4-BE49-F238E27FC236}">
                <a16:creationId xmlns:a16="http://schemas.microsoft.com/office/drawing/2014/main" id="{64422245-B4A4-411D-ADAA-0A55592F0ECC}"/>
              </a:ext>
            </a:extLst>
          </p:cNvPr>
          <p:cNvSpPr/>
          <p:nvPr/>
        </p:nvSpPr>
        <p:spPr>
          <a:xfrm>
            <a:off x="3961284" y="1933614"/>
            <a:ext cx="114300" cy="1143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28" name="Oval 227">
            <a:extLst>
              <a:ext uri="{FF2B5EF4-FFF2-40B4-BE49-F238E27FC236}">
                <a16:creationId xmlns:a16="http://schemas.microsoft.com/office/drawing/2014/main" id="{C645E303-D618-4EBE-A5E7-398EEBD0236C}"/>
              </a:ext>
            </a:extLst>
          </p:cNvPr>
          <p:cNvSpPr/>
          <p:nvPr/>
        </p:nvSpPr>
        <p:spPr>
          <a:xfrm>
            <a:off x="3961284" y="3686214"/>
            <a:ext cx="114300" cy="1143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29" name="Oval 228">
            <a:extLst>
              <a:ext uri="{FF2B5EF4-FFF2-40B4-BE49-F238E27FC236}">
                <a16:creationId xmlns:a16="http://schemas.microsoft.com/office/drawing/2014/main" id="{2036788E-320D-4439-AB7F-C756A6F47677}"/>
              </a:ext>
            </a:extLst>
          </p:cNvPr>
          <p:cNvSpPr/>
          <p:nvPr/>
        </p:nvSpPr>
        <p:spPr>
          <a:xfrm>
            <a:off x="3961284" y="4562514"/>
            <a:ext cx="114300" cy="1143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30" name="Oval 229">
            <a:extLst>
              <a:ext uri="{FF2B5EF4-FFF2-40B4-BE49-F238E27FC236}">
                <a16:creationId xmlns:a16="http://schemas.microsoft.com/office/drawing/2014/main" id="{5B5757DD-0F7F-496D-BC38-23B3D2C32D1B}"/>
              </a:ext>
            </a:extLst>
          </p:cNvPr>
          <p:cNvSpPr/>
          <p:nvPr/>
        </p:nvSpPr>
        <p:spPr>
          <a:xfrm>
            <a:off x="3961284" y="5476914"/>
            <a:ext cx="114300" cy="1143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31" name="Oval 230">
            <a:extLst>
              <a:ext uri="{FF2B5EF4-FFF2-40B4-BE49-F238E27FC236}">
                <a16:creationId xmlns:a16="http://schemas.microsoft.com/office/drawing/2014/main" id="{1F8F5439-19C3-4FF9-A2A2-160090C49A3A}"/>
              </a:ext>
            </a:extLst>
          </p:cNvPr>
          <p:cNvSpPr/>
          <p:nvPr/>
        </p:nvSpPr>
        <p:spPr>
          <a:xfrm>
            <a:off x="4951884" y="1933614"/>
            <a:ext cx="114300" cy="1143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33" name="Oval 232">
            <a:extLst>
              <a:ext uri="{FF2B5EF4-FFF2-40B4-BE49-F238E27FC236}">
                <a16:creationId xmlns:a16="http://schemas.microsoft.com/office/drawing/2014/main" id="{6F3678FC-AC3D-4D2B-B7CB-7DA42F24E3E9}"/>
              </a:ext>
            </a:extLst>
          </p:cNvPr>
          <p:cNvSpPr/>
          <p:nvPr/>
        </p:nvSpPr>
        <p:spPr>
          <a:xfrm>
            <a:off x="4951884" y="3686214"/>
            <a:ext cx="114300" cy="1143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34" name="Oval 233">
            <a:extLst>
              <a:ext uri="{FF2B5EF4-FFF2-40B4-BE49-F238E27FC236}">
                <a16:creationId xmlns:a16="http://schemas.microsoft.com/office/drawing/2014/main" id="{14EF97A2-1E23-4686-BAD7-BB53BEDC7871}"/>
              </a:ext>
            </a:extLst>
          </p:cNvPr>
          <p:cNvSpPr/>
          <p:nvPr/>
        </p:nvSpPr>
        <p:spPr>
          <a:xfrm>
            <a:off x="4951884" y="4562514"/>
            <a:ext cx="114300" cy="1143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35" name="Oval 234">
            <a:extLst>
              <a:ext uri="{FF2B5EF4-FFF2-40B4-BE49-F238E27FC236}">
                <a16:creationId xmlns:a16="http://schemas.microsoft.com/office/drawing/2014/main" id="{BECC3D42-1509-4A4C-8231-6A13488C839D}"/>
              </a:ext>
            </a:extLst>
          </p:cNvPr>
          <p:cNvSpPr/>
          <p:nvPr/>
        </p:nvSpPr>
        <p:spPr>
          <a:xfrm>
            <a:off x="4951884" y="5476914"/>
            <a:ext cx="114300" cy="1143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36" name="Oval 235">
            <a:extLst>
              <a:ext uri="{FF2B5EF4-FFF2-40B4-BE49-F238E27FC236}">
                <a16:creationId xmlns:a16="http://schemas.microsoft.com/office/drawing/2014/main" id="{C58CAFB9-C9D3-4315-9B9F-4A92BF833D7A}"/>
              </a:ext>
            </a:extLst>
          </p:cNvPr>
          <p:cNvSpPr/>
          <p:nvPr/>
        </p:nvSpPr>
        <p:spPr>
          <a:xfrm>
            <a:off x="6018684" y="1933614"/>
            <a:ext cx="114300" cy="1143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38" name="Oval 237">
            <a:extLst>
              <a:ext uri="{FF2B5EF4-FFF2-40B4-BE49-F238E27FC236}">
                <a16:creationId xmlns:a16="http://schemas.microsoft.com/office/drawing/2014/main" id="{ABE69A2D-8D19-4297-9D1C-603255CEC11D}"/>
              </a:ext>
            </a:extLst>
          </p:cNvPr>
          <p:cNvSpPr/>
          <p:nvPr/>
        </p:nvSpPr>
        <p:spPr>
          <a:xfrm>
            <a:off x="6018684" y="3686214"/>
            <a:ext cx="114300" cy="1143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39" name="Oval 238">
            <a:extLst>
              <a:ext uri="{FF2B5EF4-FFF2-40B4-BE49-F238E27FC236}">
                <a16:creationId xmlns:a16="http://schemas.microsoft.com/office/drawing/2014/main" id="{B2CC5CE0-9D2E-4B84-B0B8-0E09E2E2667E}"/>
              </a:ext>
            </a:extLst>
          </p:cNvPr>
          <p:cNvSpPr/>
          <p:nvPr/>
        </p:nvSpPr>
        <p:spPr>
          <a:xfrm>
            <a:off x="6018684" y="4562514"/>
            <a:ext cx="114300" cy="1143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40" name="Oval 239">
            <a:extLst>
              <a:ext uri="{FF2B5EF4-FFF2-40B4-BE49-F238E27FC236}">
                <a16:creationId xmlns:a16="http://schemas.microsoft.com/office/drawing/2014/main" id="{3CC4C41C-8A1C-418F-B485-3C0DB4CD2D43}"/>
              </a:ext>
            </a:extLst>
          </p:cNvPr>
          <p:cNvSpPr/>
          <p:nvPr/>
        </p:nvSpPr>
        <p:spPr>
          <a:xfrm>
            <a:off x="6018684" y="5476914"/>
            <a:ext cx="114300" cy="1143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41" name="Oval 240">
            <a:extLst>
              <a:ext uri="{FF2B5EF4-FFF2-40B4-BE49-F238E27FC236}">
                <a16:creationId xmlns:a16="http://schemas.microsoft.com/office/drawing/2014/main" id="{D1C32C72-3B0C-489A-8C33-E9BB4487878C}"/>
              </a:ext>
            </a:extLst>
          </p:cNvPr>
          <p:cNvSpPr/>
          <p:nvPr/>
        </p:nvSpPr>
        <p:spPr>
          <a:xfrm>
            <a:off x="7009284" y="1933614"/>
            <a:ext cx="114300" cy="1143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43" name="Oval 242">
            <a:extLst>
              <a:ext uri="{FF2B5EF4-FFF2-40B4-BE49-F238E27FC236}">
                <a16:creationId xmlns:a16="http://schemas.microsoft.com/office/drawing/2014/main" id="{5E10669E-C495-4A94-B245-9731575617F8}"/>
              </a:ext>
            </a:extLst>
          </p:cNvPr>
          <p:cNvSpPr/>
          <p:nvPr/>
        </p:nvSpPr>
        <p:spPr>
          <a:xfrm>
            <a:off x="7009284" y="3686214"/>
            <a:ext cx="114300" cy="1143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44" name="Oval 243">
            <a:extLst>
              <a:ext uri="{FF2B5EF4-FFF2-40B4-BE49-F238E27FC236}">
                <a16:creationId xmlns:a16="http://schemas.microsoft.com/office/drawing/2014/main" id="{27B60080-128D-4341-9BBA-70A5D3836920}"/>
              </a:ext>
            </a:extLst>
          </p:cNvPr>
          <p:cNvSpPr/>
          <p:nvPr/>
        </p:nvSpPr>
        <p:spPr>
          <a:xfrm>
            <a:off x="7009284" y="4562514"/>
            <a:ext cx="114300" cy="1143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45" name="Oval 244">
            <a:extLst>
              <a:ext uri="{FF2B5EF4-FFF2-40B4-BE49-F238E27FC236}">
                <a16:creationId xmlns:a16="http://schemas.microsoft.com/office/drawing/2014/main" id="{FA7A544E-0945-4107-AB7D-815EE5C7A699}"/>
              </a:ext>
            </a:extLst>
          </p:cNvPr>
          <p:cNvSpPr/>
          <p:nvPr/>
        </p:nvSpPr>
        <p:spPr>
          <a:xfrm>
            <a:off x="7009284" y="5476914"/>
            <a:ext cx="114300" cy="1143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46" name="Oval 245">
            <a:extLst>
              <a:ext uri="{FF2B5EF4-FFF2-40B4-BE49-F238E27FC236}">
                <a16:creationId xmlns:a16="http://schemas.microsoft.com/office/drawing/2014/main" id="{BE7296C4-6D9D-4450-9E5D-F6BADECD088C}"/>
              </a:ext>
            </a:extLst>
          </p:cNvPr>
          <p:cNvSpPr/>
          <p:nvPr/>
        </p:nvSpPr>
        <p:spPr>
          <a:xfrm>
            <a:off x="8037984" y="1933614"/>
            <a:ext cx="114300" cy="1143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48" name="Oval 247">
            <a:extLst>
              <a:ext uri="{FF2B5EF4-FFF2-40B4-BE49-F238E27FC236}">
                <a16:creationId xmlns:a16="http://schemas.microsoft.com/office/drawing/2014/main" id="{77200B7C-F5BC-42BC-BF3A-218F1132C35E}"/>
              </a:ext>
            </a:extLst>
          </p:cNvPr>
          <p:cNvSpPr/>
          <p:nvPr/>
        </p:nvSpPr>
        <p:spPr>
          <a:xfrm>
            <a:off x="8037984" y="3686214"/>
            <a:ext cx="114300" cy="1143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49" name="Oval 248">
            <a:extLst>
              <a:ext uri="{FF2B5EF4-FFF2-40B4-BE49-F238E27FC236}">
                <a16:creationId xmlns:a16="http://schemas.microsoft.com/office/drawing/2014/main" id="{596B671E-0267-4CE1-A401-D6B967610ABD}"/>
              </a:ext>
            </a:extLst>
          </p:cNvPr>
          <p:cNvSpPr/>
          <p:nvPr/>
        </p:nvSpPr>
        <p:spPr>
          <a:xfrm>
            <a:off x="8037984" y="4562514"/>
            <a:ext cx="114300" cy="1143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50" name="Oval 249">
            <a:extLst>
              <a:ext uri="{FF2B5EF4-FFF2-40B4-BE49-F238E27FC236}">
                <a16:creationId xmlns:a16="http://schemas.microsoft.com/office/drawing/2014/main" id="{C8EE4C8F-81D3-4BCA-B170-A0473D4ED6A6}"/>
              </a:ext>
            </a:extLst>
          </p:cNvPr>
          <p:cNvSpPr/>
          <p:nvPr/>
        </p:nvSpPr>
        <p:spPr>
          <a:xfrm>
            <a:off x="8037984" y="5476914"/>
            <a:ext cx="114300" cy="1143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251" name="Oval 250">
            <a:extLst>
              <a:ext uri="{FF2B5EF4-FFF2-40B4-BE49-F238E27FC236}">
                <a16:creationId xmlns:a16="http://schemas.microsoft.com/office/drawing/2014/main" id="{E81B4897-D825-479A-80D7-9A7D0A400E37}"/>
              </a:ext>
            </a:extLst>
          </p:cNvPr>
          <p:cNvSpPr/>
          <p:nvPr/>
        </p:nvSpPr>
        <p:spPr>
          <a:xfrm>
            <a:off x="2932584" y="2809914"/>
            <a:ext cx="114300" cy="1143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162" name="Slide Number Placeholder 15">
            <a:extLst>
              <a:ext uri="{FF2B5EF4-FFF2-40B4-BE49-F238E27FC236}">
                <a16:creationId xmlns:a16="http://schemas.microsoft.com/office/drawing/2014/main" id="{23F31433-A969-43A3-B0F9-7F2D306EE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22668" y="6527004"/>
            <a:ext cx="1905000" cy="35719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2067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Slide Number Placeholder 2">
            <a:extLst>
              <a:ext uri="{FF2B5EF4-FFF2-40B4-BE49-F238E27FC236}">
                <a16:creationId xmlns:a16="http://schemas.microsoft.com/office/drawing/2014/main" id="{086894D9-810A-4454-9594-1C471C05A2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2390552" y="6019821"/>
            <a:ext cx="3124200" cy="357190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AE5DE23-BF19-49C2-9C96-2968229C5471}" type="slidenum">
              <a:rPr lang="zh-CN" altLang="en-US" sz="1000"/>
              <a:pPr/>
              <a:t>42</a:t>
            </a:fld>
            <a:endParaRPr lang="en-US" altLang="zh-CN" sz="1000"/>
          </a:p>
        </p:txBody>
      </p:sp>
      <p:sp>
        <p:nvSpPr>
          <p:cNvPr id="43012" name="Title 2">
            <a:extLst>
              <a:ext uri="{FF2B5EF4-FFF2-40B4-BE49-F238E27FC236}">
                <a16:creationId xmlns:a16="http://schemas.microsoft.com/office/drawing/2014/main" id="{0415B0D3-4B18-4580-9364-D7D6CCF9594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22151" y="169863"/>
            <a:ext cx="8588697" cy="762000"/>
          </a:xfrm>
        </p:spPr>
        <p:txBody>
          <a:bodyPr lIns="91440" tIns="45720" rIns="91440" bIns="45720"/>
          <a:lstStyle/>
          <a:p>
            <a:pPr eaLnBrk="1" hangingPunct="1"/>
            <a:r>
              <a:rPr lang="en-US" altLang="en-US" sz="3200" b="1" kern="1200" dirty="0">
                <a:solidFill>
                  <a:srgbClr val="CC0066"/>
                </a:solidFill>
                <a:latin typeface="+mn-lt"/>
                <a:ea typeface="+mn-ea"/>
                <a:cs typeface="+mn-cs"/>
              </a:rPr>
              <a:t>Communication: Interconnect &amp; Routing</a:t>
            </a:r>
          </a:p>
        </p:txBody>
      </p:sp>
      <p:sp>
        <p:nvSpPr>
          <p:cNvPr id="43013" name="TextBox 21">
            <a:extLst>
              <a:ext uri="{FF2B5EF4-FFF2-40B4-BE49-F238E27FC236}">
                <a16:creationId xmlns:a16="http://schemas.microsoft.com/office/drawing/2014/main" id="{A257C28F-8CB4-4CFB-BE6A-FCBFED9AAC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240" y="1287463"/>
            <a:ext cx="132556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Nearest Neighbor:</a:t>
            </a:r>
          </a:p>
        </p:txBody>
      </p:sp>
      <p:sp>
        <p:nvSpPr>
          <p:cNvPr id="43014" name="TextBox 49">
            <a:extLst>
              <a:ext uri="{FF2B5EF4-FFF2-40B4-BE49-F238E27FC236}">
                <a16:creationId xmlns:a16="http://schemas.microsoft.com/office/drawing/2014/main" id="{3F4A60FD-407D-4D11-8D6F-A9F15E6EEE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690" y="2786063"/>
            <a:ext cx="15525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Segmented:</a:t>
            </a:r>
          </a:p>
        </p:txBody>
      </p:sp>
      <p:sp>
        <p:nvSpPr>
          <p:cNvPr id="43015" name="TextBox 161">
            <a:extLst>
              <a:ext uri="{FF2B5EF4-FFF2-40B4-BE49-F238E27FC236}">
                <a16:creationId xmlns:a16="http://schemas.microsoft.com/office/drawing/2014/main" id="{2C569943-3A1E-454D-B801-60EAEA5524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752" y="4392613"/>
            <a:ext cx="15970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0000"/>
                </a:solidFill>
              </a:rPr>
              <a:t>Hierarchical:</a:t>
            </a:r>
          </a:p>
        </p:txBody>
      </p:sp>
      <p:sp>
        <p:nvSpPr>
          <p:cNvPr id="43016" name="Rectangle 221">
            <a:extLst>
              <a:ext uri="{FF2B5EF4-FFF2-40B4-BE49-F238E27FC236}">
                <a16:creationId xmlns:a16="http://schemas.microsoft.com/office/drawing/2014/main" id="{894CD551-5638-40C3-BCA6-D3E61662C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8352" y="1160463"/>
            <a:ext cx="5791200" cy="5067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endParaRPr lang="en-US" altLang="en-US" sz="2000"/>
          </a:p>
        </p:txBody>
      </p:sp>
      <p:sp>
        <p:nvSpPr>
          <p:cNvPr id="43017" name="Rectangle 226">
            <a:extLst>
              <a:ext uri="{FF2B5EF4-FFF2-40B4-BE49-F238E27FC236}">
                <a16:creationId xmlns:a16="http://schemas.microsoft.com/office/drawing/2014/main" id="{80249B27-E4E1-465F-8DB1-7E44CC74C4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4552" y="2112963"/>
            <a:ext cx="587375" cy="538163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014B058A-9375-425D-A66A-0507E3C0BA03}"/>
              </a:ext>
            </a:extLst>
          </p:cNvPr>
          <p:cNvCxnSpPr>
            <a:stCxn id="43019" idx="2"/>
            <a:endCxn id="43017" idx="0"/>
          </p:cNvCxnSpPr>
          <p:nvPr/>
        </p:nvCxnSpPr>
        <p:spPr>
          <a:xfrm rot="16200000" flipH="1">
            <a:off x="2764409" y="1939131"/>
            <a:ext cx="342900" cy="47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019" name="Rectangle 236">
            <a:extLst>
              <a:ext uri="{FF2B5EF4-FFF2-40B4-BE49-F238E27FC236}">
                <a16:creationId xmlns:a16="http://schemas.microsoft.com/office/drawing/2014/main" id="{2744F26A-C827-4706-8060-21E5C020E0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4552" y="1222376"/>
            <a:ext cx="579438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3020" name="Rectangle 241">
            <a:extLst>
              <a:ext uri="{FF2B5EF4-FFF2-40B4-BE49-F238E27FC236}">
                <a16:creationId xmlns:a16="http://schemas.microsoft.com/office/drawing/2014/main" id="{228A5654-26FF-4E93-A614-F625E7FC6E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6615" y="2989263"/>
            <a:ext cx="579437" cy="547688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3021" name="Rectangle 246">
            <a:extLst>
              <a:ext uri="{FF2B5EF4-FFF2-40B4-BE49-F238E27FC236}">
                <a16:creationId xmlns:a16="http://schemas.microsoft.com/office/drawing/2014/main" id="{8FD8ACAA-6CB3-4347-9C23-021B9CCA0C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6615" y="3865563"/>
            <a:ext cx="579437" cy="547688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3022" name="Rectangle 251">
            <a:extLst>
              <a:ext uri="{FF2B5EF4-FFF2-40B4-BE49-F238E27FC236}">
                <a16:creationId xmlns:a16="http://schemas.microsoft.com/office/drawing/2014/main" id="{B065DB68-D01B-4732-88FE-D22E1B846B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4552" y="4741863"/>
            <a:ext cx="579438" cy="547688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3023" name="Rectangle 252">
            <a:extLst>
              <a:ext uri="{FF2B5EF4-FFF2-40B4-BE49-F238E27FC236}">
                <a16:creationId xmlns:a16="http://schemas.microsoft.com/office/drawing/2014/main" id="{F9BD6D1E-D72A-438D-8621-238E91436E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4552" y="5618163"/>
            <a:ext cx="579438" cy="547688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D80FA492-1D35-486F-9698-151A1D7977E5}"/>
              </a:ext>
            </a:extLst>
          </p:cNvPr>
          <p:cNvCxnSpPr/>
          <p:nvPr/>
        </p:nvCxnSpPr>
        <p:spPr>
          <a:xfrm rot="16200000" flipH="1">
            <a:off x="2775521" y="3691732"/>
            <a:ext cx="342900" cy="47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025" name="Rectangle 256">
            <a:extLst>
              <a:ext uri="{FF2B5EF4-FFF2-40B4-BE49-F238E27FC236}">
                <a16:creationId xmlns:a16="http://schemas.microsoft.com/office/drawing/2014/main" id="{84AA693B-4CFC-4526-8B60-0695206C5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152" y="1222376"/>
            <a:ext cx="579438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3026" name="Rectangle 257">
            <a:extLst>
              <a:ext uri="{FF2B5EF4-FFF2-40B4-BE49-F238E27FC236}">
                <a16:creationId xmlns:a16="http://schemas.microsoft.com/office/drawing/2014/main" id="{0637034B-5EA7-47F7-831E-A657269B96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3852" y="1236663"/>
            <a:ext cx="579438" cy="547688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3027" name="Rectangle 258">
            <a:extLst>
              <a:ext uri="{FF2B5EF4-FFF2-40B4-BE49-F238E27FC236}">
                <a16:creationId xmlns:a16="http://schemas.microsoft.com/office/drawing/2014/main" id="{F577C5C3-D07D-449C-8FCD-7BA06802F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4615" y="1236663"/>
            <a:ext cx="579437" cy="547688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3028" name="Rectangle 259">
            <a:extLst>
              <a:ext uri="{FF2B5EF4-FFF2-40B4-BE49-F238E27FC236}">
                <a16:creationId xmlns:a16="http://schemas.microsoft.com/office/drawing/2014/main" id="{BACD7C5D-8CA1-434F-9810-F86F765B7B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3315" y="1236663"/>
            <a:ext cx="579437" cy="547688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3029" name="Rectangle 260">
            <a:extLst>
              <a:ext uri="{FF2B5EF4-FFF2-40B4-BE49-F238E27FC236}">
                <a16:creationId xmlns:a16="http://schemas.microsoft.com/office/drawing/2014/main" id="{409C71BD-FFD5-4205-9228-299F2CD7F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3915" y="1236663"/>
            <a:ext cx="579437" cy="547688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3030" name="Rectangle 261">
            <a:extLst>
              <a:ext uri="{FF2B5EF4-FFF2-40B4-BE49-F238E27FC236}">
                <a16:creationId xmlns:a16="http://schemas.microsoft.com/office/drawing/2014/main" id="{2FF46298-3883-44C4-8B03-A21C3B908C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152" y="2122488"/>
            <a:ext cx="579438" cy="547688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3031" name="Rectangle 262">
            <a:extLst>
              <a:ext uri="{FF2B5EF4-FFF2-40B4-BE49-F238E27FC236}">
                <a16:creationId xmlns:a16="http://schemas.microsoft.com/office/drawing/2014/main" id="{EF852197-60A3-4300-B2EC-A83D085036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3852" y="2136776"/>
            <a:ext cx="579438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3032" name="Rectangle 263">
            <a:extLst>
              <a:ext uri="{FF2B5EF4-FFF2-40B4-BE49-F238E27FC236}">
                <a16:creationId xmlns:a16="http://schemas.microsoft.com/office/drawing/2014/main" id="{FA10DC78-2EC5-4A02-BBF5-36BC4DB36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4615" y="2136776"/>
            <a:ext cx="579437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3033" name="Rectangle 264">
            <a:extLst>
              <a:ext uri="{FF2B5EF4-FFF2-40B4-BE49-F238E27FC236}">
                <a16:creationId xmlns:a16="http://schemas.microsoft.com/office/drawing/2014/main" id="{3904E934-6312-40B6-8398-E3A60BDA01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3315" y="2136776"/>
            <a:ext cx="579437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3034" name="Rectangle 265">
            <a:extLst>
              <a:ext uri="{FF2B5EF4-FFF2-40B4-BE49-F238E27FC236}">
                <a16:creationId xmlns:a16="http://schemas.microsoft.com/office/drawing/2014/main" id="{244AD844-ED07-4E09-9A6C-3D5519117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3915" y="2136776"/>
            <a:ext cx="579437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3035" name="Rectangle 266">
            <a:extLst>
              <a:ext uri="{FF2B5EF4-FFF2-40B4-BE49-F238E27FC236}">
                <a16:creationId xmlns:a16="http://schemas.microsoft.com/office/drawing/2014/main" id="{7B3EFA09-3FB7-4937-BEBB-FD17AFD5E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152" y="2998788"/>
            <a:ext cx="579438" cy="547688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3036" name="Rectangle 267">
            <a:extLst>
              <a:ext uri="{FF2B5EF4-FFF2-40B4-BE49-F238E27FC236}">
                <a16:creationId xmlns:a16="http://schemas.microsoft.com/office/drawing/2014/main" id="{E9AB4D84-6EA6-4BC8-9D70-C24A3FD47A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3852" y="3013076"/>
            <a:ext cx="579438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3037" name="Rectangle 268">
            <a:extLst>
              <a:ext uri="{FF2B5EF4-FFF2-40B4-BE49-F238E27FC236}">
                <a16:creationId xmlns:a16="http://schemas.microsoft.com/office/drawing/2014/main" id="{5121D63D-C73C-4982-841E-18A26EAE47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4615" y="3013076"/>
            <a:ext cx="579437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3038" name="Rectangle 269">
            <a:extLst>
              <a:ext uri="{FF2B5EF4-FFF2-40B4-BE49-F238E27FC236}">
                <a16:creationId xmlns:a16="http://schemas.microsoft.com/office/drawing/2014/main" id="{A9B74A0D-AEC5-4818-B12F-0DC59700D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3315" y="3013076"/>
            <a:ext cx="579437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3039" name="Rectangle 270">
            <a:extLst>
              <a:ext uri="{FF2B5EF4-FFF2-40B4-BE49-F238E27FC236}">
                <a16:creationId xmlns:a16="http://schemas.microsoft.com/office/drawing/2014/main" id="{208CBCB7-D894-4A89-A7C2-6A41BC3F5C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3915" y="3013076"/>
            <a:ext cx="579437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3040" name="Rectangle 271">
            <a:extLst>
              <a:ext uri="{FF2B5EF4-FFF2-40B4-BE49-F238E27FC236}">
                <a16:creationId xmlns:a16="http://schemas.microsoft.com/office/drawing/2014/main" id="{C0F2CC66-E8A0-46BB-8CB5-E6BA2F12A8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152" y="3875088"/>
            <a:ext cx="579438" cy="547688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3041" name="Rectangle 272">
            <a:extLst>
              <a:ext uri="{FF2B5EF4-FFF2-40B4-BE49-F238E27FC236}">
                <a16:creationId xmlns:a16="http://schemas.microsoft.com/office/drawing/2014/main" id="{EFA770A9-3ECD-461B-A8A1-A4231ADA3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3852" y="3889376"/>
            <a:ext cx="579438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3042" name="Rectangle 273">
            <a:extLst>
              <a:ext uri="{FF2B5EF4-FFF2-40B4-BE49-F238E27FC236}">
                <a16:creationId xmlns:a16="http://schemas.microsoft.com/office/drawing/2014/main" id="{4FD4BF61-F129-4AB6-AD43-47D3AB1969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4615" y="3889376"/>
            <a:ext cx="579437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3043" name="Rectangle 274">
            <a:extLst>
              <a:ext uri="{FF2B5EF4-FFF2-40B4-BE49-F238E27FC236}">
                <a16:creationId xmlns:a16="http://schemas.microsoft.com/office/drawing/2014/main" id="{2016B6EF-FFCD-4F19-8C4C-7D67B9BE0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3315" y="3889376"/>
            <a:ext cx="579437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3044" name="Rectangle 275">
            <a:extLst>
              <a:ext uri="{FF2B5EF4-FFF2-40B4-BE49-F238E27FC236}">
                <a16:creationId xmlns:a16="http://schemas.microsoft.com/office/drawing/2014/main" id="{B0C2D928-C69D-4408-97E4-E7474361FC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3915" y="3889376"/>
            <a:ext cx="579437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3045" name="Rectangle 276">
            <a:extLst>
              <a:ext uri="{FF2B5EF4-FFF2-40B4-BE49-F238E27FC236}">
                <a16:creationId xmlns:a16="http://schemas.microsoft.com/office/drawing/2014/main" id="{597577AB-FB29-41B2-8AE4-EE480C086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152" y="4751388"/>
            <a:ext cx="579438" cy="547688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3046" name="Rectangle 277">
            <a:extLst>
              <a:ext uri="{FF2B5EF4-FFF2-40B4-BE49-F238E27FC236}">
                <a16:creationId xmlns:a16="http://schemas.microsoft.com/office/drawing/2014/main" id="{08CEB6DE-CD64-44FE-9DAB-28A5533CE6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3852" y="4765676"/>
            <a:ext cx="579438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3047" name="Rectangle 278">
            <a:extLst>
              <a:ext uri="{FF2B5EF4-FFF2-40B4-BE49-F238E27FC236}">
                <a16:creationId xmlns:a16="http://schemas.microsoft.com/office/drawing/2014/main" id="{3C0AEFC0-3C34-46F5-818A-4523D34985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4615" y="4765676"/>
            <a:ext cx="579437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3048" name="Rectangle 279">
            <a:extLst>
              <a:ext uri="{FF2B5EF4-FFF2-40B4-BE49-F238E27FC236}">
                <a16:creationId xmlns:a16="http://schemas.microsoft.com/office/drawing/2014/main" id="{3CBA307A-E9F2-4082-8170-AE05A269C1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3315" y="4765676"/>
            <a:ext cx="579437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3049" name="Rectangle 280">
            <a:extLst>
              <a:ext uri="{FF2B5EF4-FFF2-40B4-BE49-F238E27FC236}">
                <a16:creationId xmlns:a16="http://schemas.microsoft.com/office/drawing/2014/main" id="{BE196CE1-ABCD-4B45-8A7A-2D5741DEEE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3915" y="4765676"/>
            <a:ext cx="579437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3050" name="Rectangle 281">
            <a:extLst>
              <a:ext uri="{FF2B5EF4-FFF2-40B4-BE49-F238E27FC236}">
                <a16:creationId xmlns:a16="http://schemas.microsoft.com/office/drawing/2014/main" id="{9F7761D8-712D-4902-8834-DD6A0D8B0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152" y="5618163"/>
            <a:ext cx="579438" cy="547688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3051" name="Rectangle 282">
            <a:extLst>
              <a:ext uri="{FF2B5EF4-FFF2-40B4-BE49-F238E27FC236}">
                <a16:creationId xmlns:a16="http://schemas.microsoft.com/office/drawing/2014/main" id="{36477894-2037-4DC2-A365-6B6979D97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3852" y="5632451"/>
            <a:ext cx="579438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3052" name="Rectangle 283">
            <a:extLst>
              <a:ext uri="{FF2B5EF4-FFF2-40B4-BE49-F238E27FC236}">
                <a16:creationId xmlns:a16="http://schemas.microsoft.com/office/drawing/2014/main" id="{B7B69ADC-2E8B-4D9F-949F-0947DB4CB9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4615" y="5632451"/>
            <a:ext cx="579437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3053" name="Rectangle 284">
            <a:extLst>
              <a:ext uri="{FF2B5EF4-FFF2-40B4-BE49-F238E27FC236}">
                <a16:creationId xmlns:a16="http://schemas.microsoft.com/office/drawing/2014/main" id="{520B6ECD-E43F-472E-B304-5F1B44FFD8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3315" y="5632451"/>
            <a:ext cx="579437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sp>
        <p:nvSpPr>
          <p:cNvPr id="43054" name="Rectangle 285">
            <a:extLst>
              <a:ext uri="{FF2B5EF4-FFF2-40B4-BE49-F238E27FC236}">
                <a16:creationId xmlns:a16="http://schemas.microsoft.com/office/drawing/2014/main" id="{1ED98FCB-CECF-4F4A-91EC-EF196168A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3915" y="5632451"/>
            <a:ext cx="579437" cy="547687"/>
          </a:xfrm>
          <a:prstGeom prst="rect">
            <a:avLst/>
          </a:prstGeom>
          <a:solidFill>
            <a:schemeClr val="hlink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en-US" sz="2000">
                <a:solidFill>
                  <a:srgbClr val="FFFFFF"/>
                </a:solidFill>
              </a:rPr>
              <a:t>CLB</a:t>
            </a:r>
          </a:p>
        </p:txBody>
      </p: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FE98EB53-4C89-4EAF-BD74-B013BD41803A}"/>
              </a:ext>
            </a:extLst>
          </p:cNvPr>
          <p:cNvCxnSpPr/>
          <p:nvPr/>
        </p:nvCxnSpPr>
        <p:spPr>
          <a:xfrm rot="16200000" flipH="1">
            <a:off x="3793109" y="1939131"/>
            <a:ext cx="342900" cy="47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0C1D1E6A-4501-4274-91B3-10608DE4A905}"/>
              </a:ext>
            </a:extLst>
          </p:cNvPr>
          <p:cNvCxnSpPr/>
          <p:nvPr/>
        </p:nvCxnSpPr>
        <p:spPr>
          <a:xfrm rot="16200000" flipH="1">
            <a:off x="3804221" y="3691732"/>
            <a:ext cx="342900" cy="47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F2431614-D697-4FA6-BA12-7BFD77CB8671}"/>
              </a:ext>
            </a:extLst>
          </p:cNvPr>
          <p:cNvCxnSpPr/>
          <p:nvPr/>
        </p:nvCxnSpPr>
        <p:spPr>
          <a:xfrm rot="16200000" flipH="1">
            <a:off x="4799584" y="1939131"/>
            <a:ext cx="342900" cy="47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B65F175A-2A22-4DB8-BA47-C77F3A20C411}"/>
              </a:ext>
            </a:extLst>
          </p:cNvPr>
          <p:cNvCxnSpPr/>
          <p:nvPr/>
        </p:nvCxnSpPr>
        <p:spPr>
          <a:xfrm rot="16200000" flipH="1">
            <a:off x="4809903" y="3730625"/>
            <a:ext cx="342900" cy="317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99C52464-E579-42A2-A6AF-1082C35A0CDC}"/>
              </a:ext>
            </a:extLst>
          </p:cNvPr>
          <p:cNvCxnSpPr/>
          <p:nvPr/>
        </p:nvCxnSpPr>
        <p:spPr>
          <a:xfrm rot="16200000" flipH="1">
            <a:off x="5828284" y="1939131"/>
            <a:ext cx="342900" cy="47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4B1A8A7D-E5F5-419A-9914-42DFDCD0A1AA}"/>
              </a:ext>
            </a:extLst>
          </p:cNvPr>
          <p:cNvCxnSpPr/>
          <p:nvPr/>
        </p:nvCxnSpPr>
        <p:spPr>
          <a:xfrm rot="16200000" flipH="1">
            <a:off x="5838603" y="3730625"/>
            <a:ext cx="342900" cy="317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5208BDC0-B7F6-4700-AABD-00E3F38A8FB8}"/>
              </a:ext>
            </a:extLst>
          </p:cNvPr>
          <p:cNvCxnSpPr/>
          <p:nvPr/>
        </p:nvCxnSpPr>
        <p:spPr>
          <a:xfrm rot="16200000" flipH="1">
            <a:off x="6841109" y="1939131"/>
            <a:ext cx="342900" cy="47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E8C34159-C620-4BB0-8EED-21E9A0DBA857}"/>
              </a:ext>
            </a:extLst>
          </p:cNvPr>
          <p:cNvCxnSpPr/>
          <p:nvPr/>
        </p:nvCxnSpPr>
        <p:spPr>
          <a:xfrm rot="16200000" flipH="1">
            <a:off x="6852221" y="3691732"/>
            <a:ext cx="342900" cy="47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530D6DC9-40D1-4F95-8A36-10D4F45DB635}"/>
              </a:ext>
            </a:extLst>
          </p:cNvPr>
          <p:cNvCxnSpPr>
            <a:stCxn id="43048" idx="2"/>
            <a:endCxn id="43053" idx="0"/>
          </p:cNvCxnSpPr>
          <p:nvPr/>
        </p:nvCxnSpPr>
        <p:spPr>
          <a:xfrm rot="5400000">
            <a:off x="6844283" y="5472907"/>
            <a:ext cx="31908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Connector 303">
            <a:extLst>
              <a:ext uri="{FF2B5EF4-FFF2-40B4-BE49-F238E27FC236}">
                <a16:creationId xmlns:a16="http://schemas.microsoft.com/office/drawing/2014/main" id="{AA163857-BC1C-4162-A9CE-8B9A21CAA8CD}"/>
              </a:ext>
            </a:extLst>
          </p:cNvPr>
          <p:cNvCxnSpPr/>
          <p:nvPr/>
        </p:nvCxnSpPr>
        <p:spPr>
          <a:xfrm rot="16200000" flipH="1">
            <a:off x="7869809" y="1939131"/>
            <a:ext cx="342900" cy="47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Connector 305">
            <a:extLst>
              <a:ext uri="{FF2B5EF4-FFF2-40B4-BE49-F238E27FC236}">
                <a16:creationId xmlns:a16="http://schemas.microsoft.com/office/drawing/2014/main" id="{6AE6E66B-99BC-447E-9F18-77A6FBF08876}"/>
              </a:ext>
            </a:extLst>
          </p:cNvPr>
          <p:cNvCxnSpPr/>
          <p:nvPr/>
        </p:nvCxnSpPr>
        <p:spPr>
          <a:xfrm rot="16200000" flipH="1">
            <a:off x="7880921" y="3729832"/>
            <a:ext cx="342900" cy="47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Straight Connector 307">
            <a:extLst>
              <a:ext uri="{FF2B5EF4-FFF2-40B4-BE49-F238E27FC236}">
                <a16:creationId xmlns:a16="http://schemas.microsoft.com/office/drawing/2014/main" id="{102256CB-A552-4184-A58D-E79A3EA29AAB}"/>
              </a:ext>
            </a:extLst>
          </p:cNvPr>
          <p:cNvCxnSpPr/>
          <p:nvPr/>
        </p:nvCxnSpPr>
        <p:spPr>
          <a:xfrm rot="16200000" flipH="1">
            <a:off x="7880921" y="5482432"/>
            <a:ext cx="342900" cy="47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308">
            <a:extLst>
              <a:ext uri="{FF2B5EF4-FFF2-40B4-BE49-F238E27FC236}">
                <a16:creationId xmlns:a16="http://schemas.microsoft.com/office/drawing/2014/main" id="{F63DBF65-EFD6-4E0C-B4F9-F2E14EF2DE78}"/>
              </a:ext>
            </a:extLst>
          </p:cNvPr>
          <p:cNvCxnSpPr/>
          <p:nvPr/>
        </p:nvCxnSpPr>
        <p:spPr>
          <a:xfrm rot="5400000">
            <a:off x="5875908" y="5472907"/>
            <a:ext cx="31908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Straight Connector 309">
            <a:extLst>
              <a:ext uri="{FF2B5EF4-FFF2-40B4-BE49-F238E27FC236}">
                <a16:creationId xmlns:a16="http://schemas.microsoft.com/office/drawing/2014/main" id="{DA5C890E-B96C-4ACF-AD85-BD629A89A4F0}"/>
              </a:ext>
            </a:extLst>
          </p:cNvPr>
          <p:cNvCxnSpPr/>
          <p:nvPr/>
        </p:nvCxnSpPr>
        <p:spPr>
          <a:xfrm rot="5400000">
            <a:off x="4809108" y="5472907"/>
            <a:ext cx="31908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Straight Connector 310">
            <a:extLst>
              <a:ext uri="{FF2B5EF4-FFF2-40B4-BE49-F238E27FC236}">
                <a16:creationId xmlns:a16="http://schemas.microsoft.com/office/drawing/2014/main" id="{39FBA51E-EE9B-446B-872D-942F94ADF5EF}"/>
              </a:ext>
            </a:extLst>
          </p:cNvPr>
          <p:cNvCxnSpPr/>
          <p:nvPr/>
        </p:nvCxnSpPr>
        <p:spPr>
          <a:xfrm rot="5400000">
            <a:off x="3818508" y="5458620"/>
            <a:ext cx="31908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27F11CB6-6303-41C4-9CF5-0F0145743A24}"/>
              </a:ext>
            </a:extLst>
          </p:cNvPr>
          <p:cNvCxnSpPr/>
          <p:nvPr/>
        </p:nvCxnSpPr>
        <p:spPr>
          <a:xfrm rot="5400000">
            <a:off x="2789808" y="5458620"/>
            <a:ext cx="31908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Connector 312">
            <a:extLst>
              <a:ext uri="{FF2B5EF4-FFF2-40B4-BE49-F238E27FC236}">
                <a16:creationId xmlns:a16="http://schemas.microsoft.com/office/drawing/2014/main" id="{0F6522AD-4A06-4996-87F1-0290388461FC}"/>
              </a:ext>
            </a:extLst>
          </p:cNvPr>
          <p:cNvCxnSpPr>
            <a:stCxn id="43019" idx="3"/>
            <a:endCxn id="43025" idx="1"/>
          </p:cNvCxnSpPr>
          <p:nvPr/>
        </p:nvCxnSpPr>
        <p:spPr>
          <a:xfrm>
            <a:off x="3223990" y="1495426"/>
            <a:ext cx="41116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Straight Connector 314">
            <a:extLst>
              <a:ext uri="{FF2B5EF4-FFF2-40B4-BE49-F238E27FC236}">
                <a16:creationId xmlns:a16="http://schemas.microsoft.com/office/drawing/2014/main" id="{ADDFE37B-CFEC-4091-8026-392DE98B0FAA}"/>
              </a:ext>
            </a:extLst>
          </p:cNvPr>
          <p:cNvCxnSpPr/>
          <p:nvPr/>
        </p:nvCxnSpPr>
        <p:spPr>
          <a:xfrm>
            <a:off x="7300690" y="1503363"/>
            <a:ext cx="41116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B8ADB62A-D1B5-475C-84D1-DA45E71FD866}"/>
              </a:ext>
            </a:extLst>
          </p:cNvPr>
          <p:cNvCxnSpPr/>
          <p:nvPr/>
        </p:nvCxnSpPr>
        <p:spPr>
          <a:xfrm>
            <a:off x="5235352" y="1503363"/>
            <a:ext cx="457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764C2468-14D4-45E7-8E5E-AB2D48E324DD}"/>
              </a:ext>
            </a:extLst>
          </p:cNvPr>
          <p:cNvCxnSpPr/>
          <p:nvPr/>
        </p:nvCxnSpPr>
        <p:spPr>
          <a:xfrm>
            <a:off x="3216052" y="2409826"/>
            <a:ext cx="41116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Straight Connector 319">
            <a:extLst>
              <a:ext uri="{FF2B5EF4-FFF2-40B4-BE49-F238E27FC236}">
                <a16:creationId xmlns:a16="http://schemas.microsoft.com/office/drawing/2014/main" id="{C1F25A0C-99AF-4054-962B-657DEF939650}"/>
              </a:ext>
            </a:extLst>
          </p:cNvPr>
          <p:cNvCxnSpPr/>
          <p:nvPr/>
        </p:nvCxnSpPr>
        <p:spPr>
          <a:xfrm>
            <a:off x="7292752" y="2417763"/>
            <a:ext cx="41116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Straight Connector 320">
            <a:extLst>
              <a:ext uri="{FF2B5EF4-FFF2-40B4-BE49-F238E27FC236}">
                <a16:creationId xmlns:a16="http://schemas.microsoft.com/office/drawing/2014/main" id="{4236797C-ABEC-4FDC-A7A0-566E4A5B1036}"/>
              </a:ext>
            </a:extLst>
          </p:cNvPr>
          <p:cNvCxnSpPr/>
          <p:nvPr/>
        </p:nvCxnSpPr>
        <p:spPr>
          <a:xfrm>
            <a:off x="5227415" y="2417763"/>
            <a:ext cx="457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Connector 322">
            <a:extLst>
              <a:ext uri="{FF2B5EF4-FFF2-40B4-BE49-F238E27FC236}">
                <a16:creationId xmlns:a16="http://schemas.microsoft.com/office/drawing/2014/main" id="{85531CDF-5D3F-4688-AB4A-A724B2296665}"/>
              </a:ext>
            </a:extLst>
          </p:cNvPr>
          <p:cNvCxnSpPr/>
          <p:nvPr/>
        </p:nvCxnSpPr>
        <p:spPr>
          <a:xfrm>
            <a:off x="3216052" y="3286126"/>
            <a:ext cx="41116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Straight Connector 324">
            <a:extLst>
              <a:ext uri="{FF2B5EF4-FFF2-40B4-BE49-F238E27FC236}">
                <a16:creationId xmlns:a16="http://schemas.microsoft.com/office/drawing/2014/main" id="{AB338983-F330-48CD-AD01-DEB8224E6B4F}"/>
              </a:ext>
            </a:extLst>
          </p:cNvPr>
          <p:cNvCxnSpPr/>
          <p:nvPr/>
        </p:nvCxnSpPr>
        <p:spPr>
          <a:xfrm>
            <a:off x="7292752" y="3294063"/>
            <a:ext cx="41116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325">
            <a:extLst>
              <a:ext uri="{FF2B5EF4-FFF2-40B4-BE49-F238E27FC236}">
                <a16:creationId xmlns:a16="http://schemas.microsoft.com/office/drawing/2014/main" id="{32BE2F90-FC15-4D3D-B92C-6D531AF5A516}"/>
              </a:ext>
            </a:extLst>
          </p:cNvPr>
          <p:cNvCxnSpPr/>
          <p:nvPr/>
        </p:nvCxnSpPr>
        <p:spPr>
          <a:xfrm>
            <a:off x="5227415" y="3294063"/>
            <a:ext cx="457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Connector 327">
            <a:extLst>
              <a:ext uri="{FF2B5EF4-FFF2-40B4-BE49-F238E27FC236}">
                <a16:creationId xmlns:a16="http://schemas.microsoft.com/office/drawing/2014/main" id="{6856E521-E59A-416B-BDA5-21334FC833B2}"/>
              </a:ext>
            </a:extLst>
          </p:cNvPr>
          <p:cNvCxnSpPr/>
          <p:nvPr/>
        </p:nvCxnSpPr>
        <p:spPr>
          <a:xfrm>
            <a:off x="3216052" y="4162426"/>
            <a:ext cx="41116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Straight Connector 329">
            <a:extLst>
              <a:ext uri="{FF2B5EF4-FFF2-40B4-BE49-F238E27FC236}">
                <a16:creationId xmlns:a16="http://schemas.microsoft.com/office/drawing/2014/main" id="{87A42162-F728-4E9C-8D56-69A11ECEC494}"/>
              </a:ext>
            </a:extLst>
          </p:cNvPr>
          <p:cNvCxnSpPr/>
          <p:nvPr/>
        </p:nvCxnSpPr>
        <p:spPr>
          <a:xfrm>
            <a:off x="7292752" y="4170363"/>
            <a:ext cx="41116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4BD43306-8996-405A-A3E0-2F0ACECC9B4C}"/>
              </a:ext>
            </a:extLst>
          </p:cNvPr>
          <p:cNvCxnSpPr/>
          <p:nvPr/>
        </p:nvCxnSpPr>
        <p:spPr>
          <a:xfrm>
            <a:off x="5227415" y="4170363"/>
            <a:ext cx="457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Straight Connector 332">
            <a:extLst>
              <a:ext uri="{FF2B5EF4-FFF2-40B4-BE49-F238E27FC236}">
                <a16:creationId xmlns:a16="http://schemas.microsoft.com/office/drawing/2014/main" id="{B6DBB5EF-9D25-450F-81B6-FB88070508C7}"/>
              </a:ext>
            </a:extLst>
          </p:cNvPr>
          <p:cNvCxnSpPr/>
          <p:nvPr/>
        </p:nvCxnSpPr>
        <p:spPr>
          <a:xfrm>
            <a:off x="3216052" y="5038726"/>
            <a:ext cx="41116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Straight Connector 334">
            <a:extLst>
              <a:ext uri="{FF2B5EF4-FFF2-40B4-BE49-F238E27FC236}">
                <a16:creationId xmlns:a16="http://schemas.microsoft.com/office/drawing/2014/main" id="{AA3E422D-99F9-43CC-A733-0EDEC670B2CD}"/>
              </a:ext>
            </a:extLst>
          </p:cNvPr>
          <p:cNvCxnSpPr/>
          <p:nvPr/>
        </p:nvCxnSpPr>
        <p:spPr>
          <a:xfrm>
            <a:off x="7292752" y="5046663"/>
            <a:ext cx="41116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Straight Connector 335">
            <a:extLst>
              <a:ext uri="{FF2B5EF4-FFF2-40B4-BE49-F238E27FC236}">
                <a16:creationId xmlns:a16="http://schemas.microsoft.com/office/drawing/2014/main" id="{1297A651-EEB2-4EF7-8DF0-F30CA9C72EE9}"/>
              </a:ext>
            </a:extLst>
          </p:cNvPr>
          <p:cNvCxnSpPr/>
          <p:nvPr/>
        </p:nvCxnSpPr>
        <p:spPr>
          <a:xfrm>
            <a:off x="5227415" y="5046663"/>
            <a:ext cx="457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Straight Connector 337">
            <a:extLst>
              <a:ext uri="{FF2B5EF4-FFF2-40B4-BE49-F238E27FC236}">
                <a16:creationId xmlns:a16="http://schemas.microsoft.com/office/drawing/2014/main" id="{2E4E013F-878B-4AEC-AF21-2A587DA1FD05}"/>
              </a:ext>
            </a:extLst>
          </p:cNvPr>
          <p:cNvCxnSpPr/>
          <p:nvPr/>
        </p:nvCxnSpPr>
        <p:spPr>
          <a:xfrm>
            <a:off x="3216052" y="5884863"/>
            <a:ext cx="41116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Straight Connector 339">
            <a:extLst>
              <a:ext uri="{FF2B5EF4-FFF2-40B4-BE49-F238E27FC236}">
                <a16:creationId xmlns:a16="http://schemas.microsoft.com/office/drawing/2014/main" id="{58B5AE0F-9B78-43BC-8BB9-D362D4A15494}"/>
              </a:ext>
            </a:extLst>
          </p:cNvPr>
          <p:cNvCxnSpPr/>
          <p:nvPr/>
        </p:nvCxnSpPr>
        <p:spPr>
          <a:xfrm>
            <a:off x="7292752" y="5892801"/>
            <a:ext cx="41116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Straight Connector 340">
            <a:extLst>
              <a:ext uri="{FF2B5EF4-FFF2-40B4-BE49-F238E27FC236}">
                <a16:creationId xmlns:a16="http://schemas.microsoft.com/office/drawing/2014/main" id="{4B266C22-D76B-4FCE-93C7-5BEFBFE6DF79}"/>
              </a:ext>
            </a:extLst>
          </p:cNvPr>
          <p:cNvCxnSpPr/>
          <p:nvPr/>
        </p:nvCxnSpPr>
        <p:spPr>
          <a:xfrm>
            <a:off x="5227415" y="5892801"/>
            <a:ext cx="4572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3" name="Rectangle 342">
            <a:extLst>
              <a:ext uri="{FF2B5EF4-FFF2-40B4-BE49-F238E27FC236}">
                <a16:creationId xmlns:a16="http://schemas.microsoft.com/office/drawing/2014/main" id="{773B5168-460D-4A94-B6F0-F76F8A33D99D}"/>
              </a:ext>
            </a:extLst>
          </p:cNvPr>
          <p:cNvSpPr/>
          <p:nvPr/>
        </p:nvSpPr>
        <p:spPr>
          <a:xfrm>
            <a:off x="2492152" y="1084263"/>
            <a:ext cx="1828800" cy="1676400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44" name="Rectangle 343">
            <a:extLst>
              <a:ext uri="{FF2B5EF4-FFF2-40B4-BE49-F238E27FC236}">
                <a16:creationId xmlns:a16="http://schemas.microsoft.com/office/drawing/2014/main" id="{667514FF-F9EB-4D4A-BFFE-29740A1AC774}"/>
              </a:ext>
            </a:extLst>
          </p:cNvPr>
          <p:cNvSpPr/>
          <p:nvPr/>
        </p:nvSpPr>
        <p:spPr>
          <a:xfrm>
            <a:off x="2492152" y="2874963"/>
            <a:ext cx="1828800" cy="1600200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45" name="Rectangle 344">
            <a:extLst>
              <a:ext uri="{FF2B5EF4-FFF2-40B4-BE49-F238E27FC236}">
                <a16:creationId xmlns:a16="http://schemas.microsoft.com/office/drawing/2014/main" id="{8D4667E6-59A8-4BA9-B00B-48B8ACF29ED7}"/>
              </a:ext>
            </a:extLst>
          </p:cNvPr>
          <p:cNvSpPr/>
          <p:nvPr/>
        </p:nvSpPr>
        <p:spPr>
          <a:xfrm>
            <a:off x="4549552" y="1084263"/>
            <a:ext cx="1828800" cy="1676400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46" name="Rectangle 345">
            <a:extLst>
              <a:ext uri="{FF2B5EF4-FFF2-40B4-BE49-F238E27FC236}">
                <a16:creationId xmlns:a16="http://schemas.microsoft.com/office/drawing/2014/main" id="{4533BB57-3326-4EED-B2E7-D64C5FD7B887}"/>
              </a:ext>
            </a:extLst>
          </p:cNvPr>
          <p:cNvSpPr/>
          <p:nvPr/>
        </p:nvSpPr>
        <p:spPr>
          <a:xfrm>
            <a:off x="4549552" y="2836863"/>
            <a:ext cx="1828800" cy="1638300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70026D3C-E189-4CB6-8C40-07B4F60855D2}"/>
              </a:ext>
            </a:extLst>
          </p:cNvPr>
          <p:cNvSpPr/>
          <p:nvPr/>
        </p:nvSpPr>
        <p:spPr>
          <a:xfrm>
            <a:off x="2339752" y="931863"/>
            <a:ext cx="4152900" cy="3619500"/>
          </a:xfrm>
          <a:prstGeom prst="rect">
            <a:avLst/>
          </a:prstGeom>
          <a:noFill/>
          <a:ln w="38100">
            <a:solidFill>
              <a:srgbClr val="92D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49" name="Rectangle 348">
            <a:extLst>
              <a:ext uri="{FF2B5EF4-FFF2-40B4-BE49-F238E27FC236}">
                <a16:creationId xmlns:a16="http://schemas.microsoft.com/office/drawing/2014/main" id="{922C996E-D15B-4475-9D59-DB869992C2ED}"/>
              </a:ext>
            </a:extLst>
          </p:cNvPr>
          <p:cNvSpPr/>
          <p:nvPr/>
        </p:nvSpPr>
        <p:spPr>
          <a:xfrm>
            <a:off x="2492152" y="4703763"/>
            <a:ext cx="1828800" cy="1600200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BDCA5712-2DD5-4538-B035-E2F4FE06D8F3}"/>
              </a:ext>
            </a:extLst>
          </p:cNvPr>
          <p:cNvSpPr/>
          <p:nvPr/>
        </p:nvSpPr>
        <p:spPr>
          <a:xfrm>
            <a:off x="4587652" y="4703763"/>
            <a:ext cx="1828800" cy="1600200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51" name="Freeform 350">
            <a:extLst>
              <a:ext uri="{FF2B5EF4-FFF2-40B4-BE49-F238E27FC236}">
                <a16:creationId xmlns:a16="http://schemas.microsoft.com/office/drawing/2014/main" id="{A0FA896D-5C12-4508-92F0-4229D761F9F8}"/>
              </a:ext>
            </a:extLst>
          </p:cNvPr>
          <p:cNvSpPr/>
          <p:nvPr/>
        </p:nvSpPr>
        <p:spPr>
          <a:xfrm>
            <a:off x="2685827" y="4398963"/>
            <a:ext cx="4171950" cy="1790700"/>
          </a:xfrm>
          <a:custGeom>
            <a:avLst/>
            <a:gdLst>
              <a:gd name="connsiteX0" fmla="*/ 0 w 4171950"/>
              <a:gd name="connsiteY0" fmla="*/ 1790700 h 1790700"/>
              <a:gd name="connsiteX1" fmla="*/ 19050 w 4171950"/>
              <a:gd name="connsiteY1" fmla="*/ 0 h 1790700"/>
              <a:gd name="connsiteX2" fmla="*/ 4162425 w 4171950"/>
              <a:gd name="connsiteY2" fmla="*/ 0 h 1790700"/>
              <a:gd name="connsiteX3" fmla="*/ 4171950 w 4171950"/>
              <a:gd name="connsiteY3" fmla="*/ 1781175 h 1790700"/>
              <a:gd name="connsiteX4" fmla="*/ 4171950 w 4171950"/>
              <a:gd name="connsiteY4" fmla="*/ 1781175 h 179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1950" h="1790700">
                <a:moveTo>
                  <a:pt x="0" y="1790700"/>
                </a:moveTo>
                <a:lnTo>
                  <a:pt x="19050" y="0"/>
                </a:lnTo>
                <a:lnTo>
                  <a:pt x="4162425" y="0"/>
                </a:lnTo>
                <a:lnTo>
                  <a:pt x="4171950" y="1781175"/>
                </a:lnTo>
                <a:lnTo>
                  <a:pt x="4171950" y="1781175"/>
                </a:lnTo>
              </a:path>
            </a:pathLst>
          </a:custGeom>
          <a:ln w="38100">
            <a:solidFill>
              <a:srgbClr val="92D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lnSpc>
                <a:spcPct val="100000"/>
              </a:lnSpc>
              <a:spcBef>
                <a:spcPct val="0"/>
              </a:spcBef>
              <a:defRPr/>
            </a:pPr>
            <a:endParaRPr lang="en-US" sz="2000"/>
          </a:p>
        </p:txBody>
      </p:sp>
      <p:sp>
        <p:nvSpPr>
          <p:cNvPr id="352" name="Rectangle 351">
            <a:extLst>
              <a:ext uri="{FF2B5EF4-FFF2-40B4-BE49-F238E27FC236}">
                <a16:creationId xmlns:a16="http://schemas.microsoft.com/office/drawing/2014/main" id="{DD9A0082-10AE-4A99-A9A4-4D57006AE429}"/>
              </a:ext>
            </a:extLst>
          </p:cNvPr>
          <p:cNvSpPr/>
          <p:nvPr/>
        </p:nvSpPr>
        <p:spPr>
          <a:xfrm>
            <a:off x="6645052" y="1084263"/>
            <a:ext cx="1752600" cy="1676400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53" name="Rectangle 352">
            <a:extLst>
              <a:ext uri="{FF2B5EF4-FFF2-40B4-BE49-F238E27FC236}">
                <a16:creationId xmlns:a16="http://schemas.microsoft.com/office/drawing/2014/main" id="{887600D0-54CE-4B7C-8EFB-94E7B72495B8}"/>
              </a:ext>
            </a:extLst>
          </p:cNvPr>
          <p:cNvSpPr/>
          <p:nvPr/>
        </p:nvSpPr>
        <p:spPr>
          <a:xfrm>
            <a:off x="6645052" y="2874963"/>
            <a:ext cx="1752600" cy="1600200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54" name="Rectangle 353">
            <a:extLst>
              <a:ext uri="{FF2B5EF4-FFF2-40B4-BE49-F238E27FC236}">
                <a16:creationId xmlns:a16="http://schemas.microsoft.com/office/drawing/2014/main" id="{E3B35DE6-F560-44F8-AD00-3C6B0A3C45D6}"/>
              </a:ext>
            </a:extLst>
          </p:cNvPr>
          <p:cNvSpPr/>
          <p:nvPr/>
        </p:nvSpPr>
        <p:spPr>
          <a:xfrm>
            <a:off x="6645052" y="4703763"/>
            <a:ext cx="1752600" cy="1562100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55" name="Freeform 354">
            <a:extLst>
              <a:ext uri="{FF2B5EF4-FFF2-40B4-BE49-F238E27FC236}">
                <a16:creationId xmlns:a16="http://schemas.microsoft.com/office/drawing/2014/main" id="{86891BF3-79AD-465B-853C-60B91B257CCC}"/>
              </a:ext>
            </a:extLst>
          </p:cNvPr>
          <p:cNvSpPr/>
          <p:nvPr/>
        </p:nvSpPr>
        <p:spPr>
          <a:xfrm>
            <a:off x="6568852" y="931863"/>
            <a:ext cx="1819275" cy="3619500"/>
          </a:xfrm>
          <a:custGeom>
            <a:avLst/>
            <a:gdLst>
              <a:gd name="connsiteX0" fmla="*/ 1800225 w 1819275"/>
              <a:gd name="connsiteY0" fmla="*/ 0 h 3619500"/>
              <a:gd name="connsiteX1" fmla="*/ 0 w 1819275"/>
              <a:gd name="connsiteY1" fmla="*/ 0 h 3619500"/>
              <a:gd name="connsiteX2" fmla="*/ 19050 w 1819275"/>
              <a:gd name="connsiteY2" fmla="*/ 3619500 h 3619500"/>
              <a:gd name="connsiteX3" fmla="*/ 1819275 w 1819275"/>
              <a:gd name="connsiteY3" fmla="*/ 3619500 h 3619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19275" h="3619500">
                <a:moveTo>
                  <a:pt x="1800225" y="0"/>
                </a:moveTo>
                <a:lnTo>
                  <a:pt x="0" y="0"/>
                </a:lnTo>
                <a:lnTo>
                  <a:pt x="19050" y="3619500"/>
                </a:lnTo>
                <a:lnTo>
                  <a:pt x="1819275" y="3619500"/>
                </a:lnTo>
              </a:path>
            </a:pathLst>
          </a:custGeom>
          <a:ln w="38100">
            <a:solidFill>
              <a:srgbClr val="92D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lnSpc>
                <a:spcPct val="100000"/>
              </a:lnSpc>
              <a:spcBef>
                <a:spcPct val="0"/>
              </a:spcBef>
              <a:defRPr/>
            </a:pPr>
            <a:endParaRPr lang="en-US" sz="2000"/>
          </a:p>
        </p:txBody>
      </p:sp>
      <p:sp>
        <p:nvSpPr>
          <p:cNvPr id="356" name="Freeform 355">
            <a:extLst>
              <a:ext uri="{FF2B5EF4-FFF2-40B4-BE49-F238E27FC236}">
                <a16:creationId xmlns:a16="http://schemas.microsoft.com/office/drawing/2014/main" id="{8F943EB3-7AC6-41DF-9904-19277497418F}"/>
              </a:ext>
            </a:extLst>
          </p:cNvPr>
          <p:cNvSpPr/>
          <p:nvPr/>
        </p:nvSpPr>
        <p:spPr>
          <a:xfrm>
            <a:off x="6559327" y="4627563"/>
            <a:ext cx="1838325" cy="1676400"/>
          </a:xfrm>
          <a:custGeom>
            <a:avLst/>
            <a:gdLst>
              <a:gd name="connsiteX0" fmla="*/ 1838325 w 1838325"/>
              <a:gd name="connsiteY0" fmla="*/ 0 h 1676400"/>
              <a:gd name="connsiteX1" fmla="*/ 9525 w 1838325"/>
              <a:gd name="connsiteY1" fmla="*/ 0 h 1676400"/>
              <a:gd name="connsiteX2" fmla="*/ 0 w 1838325"/>
              <a:gd name="connsiteY2" fmla="*/ 1676400 h 167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38325" h="1676400">
                <a:moveTo>
                  <a:pt x="1838325" y="0"/>
                </a:moveTo>
                <a:lnTo>
                  <a:pt x="9525" y="0"/>
                </a:lnTo>
                <a:lnTo>
                  <a:pt x="0" y="1676400"/>
                </a:lnTo>
              </a:path>
            </a:pathLst>
          </a:custGeom>
          <a:ln w="38100">
            <a:solidFill>
              <a:srgbClr val="92D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lnSpc>
                <a:spcPct val="100000"/>
              </a:lnSpc>
              <a:spcBef>
                <a:spcPct val="0"/>
              </a:spcBef>
              <a:defRPr/>
            </a:pPr>
            <a:endParaRPr lang="en-US" sz="2000"/>
          </a:p>
        </p:txBody>
      </p:sp>
      <p:cxnSp>
        <p:nvCxnSpPr>
          <p:cNvPr id="357" name="Straight Connector 356">
            <a:extLst>
              <a:ext uri="{FF2B5EF4-FFF2-40B4-BE49-F238E27FC236}">
                <a16:creationId xmlns:a16="http://schemas.microsoft.com/office/drawing/2014/main" id="{6B0911A2-C036-4054-8770-0286FDD841EE}"/>
              </a:ext>
            </a:extLst>
          </p:cNvPr>
          <p:cNvCxnSpPr/>
          <p:nvPr/>
        </p:nvCxnSpPr>
        <p:spPr>
          <a:xfrm>
            <a:off x="3216052" y="1770063"/>
            <a:ext cx="419100" cy="3429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1" name="Straight Connector 360">
            <a:extLst>
              <a:ext uri="{FF2B5EF4-FFF2-40B4-BE49-F238E27FC236}">
                <a16:creationId xmlns:a16="http://schemas.microsoft.com/office/drawing/2014/main" id="{23850398-6E93-440B-BC30-51BCE9460E05}"/>
              </a:ext>
            </a:extLst>
          </p:cNvPr>
          <p:cNvCxnSpPr/>
          <p:nvPr/>
        </p:nvCxnSpPr>
        <p:spPr>
          <a:xfrm rot="10800000" flipV="1">
            <a:off x="3220815" y="1731963"/>
            <a:ext cx="414337" cy="3810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" name="Straight Connector 363">
            <a:extLst>
              <a:ext uri="{FF2B5EF4-FFF2-40B4-BE49-F238E27FC236}">
                <a16:creationId xmlns:a16="http://schemas.microsoft.com/office/drawing/2014/main" id="{3E60882D-58ED-4D2D-A76F-51B6AB6CD7AD}"/>
              </a:ext>
            </a:extLst>
          </p:cNvPr>
          <p:cNvCxnSpPr/>
          <p:nvPr/>
        </p:nvCxnSpPr>
        <p:spPr>
          <a:xfrm>
            <a:off x="5235352" y="1770063"/>
            <a:ext cx="457200" cy="3810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Straight Connector 364">
            <a:extLst>
              <a:ext uri="{FF2B5EF4-FFF2-40B4-BE49-F238E27FC236}">
                <a16:creationId xmlns:a16="http://schemas.microsoft.com/office/drawing/2014/main" id="{7BECD914-A4D4-414F-81AD-577DFDDE2B1D}"/>
              </a:ext>
            </a:extLst>
          </p:cNvPr>
          <p:cNvCxnSpPr/>
          <p:nvPr/>
        </p:nvCxnSpPr>
        <p:spPr>
          <a:xfrm rot="10800000" flipV="1">
            <a:off x="5235352" y="1770063"/>
            <a:ext cx="457200" cy="3810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Straight Connector 369">
            <a:extLst>
              <a:ext uri="{FF2B5EF4-FFF2-40B4-BE49-F238E27FC236}">
                <a16:creationId xmlns:a16="http://schemas.microsoft.com/office/drawing/2014/main" id="{F2740E25-BE83-4799-A73A-EC72B58156A1}"/>
              </a:ext>
            </a:extLst>
          </p:cNvPr>
          <p:cNvCxnSpPr/>
          <p:nvPr/>
        </p:nvCxnSpPr>
        <p:spPr>
          <a:xfrm>
            <a:off x="3216052" y="3560763"/>
            <a:ext cx="419100" cy="3429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Straight Connector 370">
            <a:extLst>
              <a:ext uri="{FF2B5EF4-FFF2-40B4-BE49-F238E27FC236}">
                <a16:creationId xmlns:a16="http://schemas.microsoft.com/office/drawing/2014/main" id="{B61E35EA-C19B-4E32-804D-9C22D548EBBB}"/>
              </a:ext>
            </a:extLst>
          </p:cNvPr>
          <p:cNvCxnSpPr/>
          <p:nvPr/>
        </p:nvCxnSpPr>
        <p:spPr>
          <a:xfrm rot="10800000" flipV="1">
            <a:off x="3220815" y="3522663"/>
            <a:ext cx="414337" cy="3810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Straight Connector 371">
            <a:extLst>
              <a:ext uri="{FF2B5EF4-FFF2-40B4-BE49-F238E27FC236}">
                <a16:creationId xmlns:a16="http://schemas.microsoft.com/office/drawing/2014/main" id="{CA7EB360-AAA2-4350-9EC5-81FFE0389F02}"/>
              </a:ext>
            </a:extLst>
          </p:cNvPr>
          <p:cNvCxnSpPr/>
          <p:nvPr/>
        </p:nvCxnSpPr>
        <p:spPr>
          <a:xfrm>
            <a:off x="3216052" y="5275263"/>
            <a:ext cx="419100" cy="3429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Straight Connector 372">
            <a:extLst>
              <a:ext uri="{FF2B5EF4-FFF2-40B4-BE49-F238E27FC236}">
                <a16:creationId xmlns:a16="http://schemas.microsoft.com/office/drawing/2014/main" id="{7110E77E-512F-48AF-A57B-24F86BA82073}"/>
              </a:ext>
            </a:extLst>
          </p:cNvPr>
          <p:cNvCxnSpPr/>
          <p:nvPr/>
        </p:nvCxnSpPr>
        <p:spPr>
          <a:xfrm rot="10800000" flipV="1">
            <a:off x="3220815" y="5275263"/>
            <a:ext cx="414337" cy="3429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Straight Connector 373">
            <a:extLst>
              <a:ext uri="{FF2B5EF4-FFF2-40B4-BE49-F238E27FC236}">
                <a16:creationId xmlns:a16="http://schemas.microsoft.com/office/drawing/2014/main" id="{B5D73E6F-4410-40B2-B82F-FF99648DA7D6}"/>
              </a:ext>
            </a:extLst>
          </p:cNvPr>
          <p:cNvCxnSpPr/>
          <p:nvPr/>
        </p:nvCxnSpPr>
        <p:spPr>
          <a:xfrm>
            <a:off x="5235352" y="3560763"/>
            <a:ext cx="457200" cy="3429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Straight Connector 374">
            <a:extLst>
              <a:ext uri="{FF2B5EF4-FFF2-40B4-BE49-F238E27FC236}">
                <a16:creationId xmlns:a16="http://schemas.microsoft.com/office/drawing/2014/main" id="{B424B5F7-19A5-4334-A0DB-8E997CA12764}"/>
              </a:ext>
            </a:extLst>
          </p:cNvPr>
          <p:cNvCxnSpPr/>
          <p:nvPr/>
        </p:nvCxnSpPr>
        <p:spPr>
          <a:xfrm rot="10800000" flipV="1">
            <a:off x="5235352" y="3522663"/>
            <a:ext cx="457200" cy="3810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Connector 375">
            <a:extLst>
              <a:ext uri="{FF2B5EF4-FFF2-40B4-BE49-F238E27FC236}">
                <a16:creationId xmlns:a16="http://schemas.microsoft.com/office/drawing/2014/main" id="{88576CE6-E48C-4122-872A-8536602CE784}"/>
              </a:ext>
            </a:extLst>
          </p:cNvPr>
          <p:cNvCxnSpPr/>
          <p:nvPr/>
        </p:nvCxnSpPr>
        <p:spPr>
          <a:xfrm>
            <a:off x="5235352" y="5275263"/>
            <a:ext cx="457200" cy="3810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Connector 376">
            <a:extLst>
              <a:ext uri="{FF2B5EF4-FFF2-40B4-BE49-F238E27FC236}">
                <a16:creationId xmlns:a16="http://schemas.microsoft.com/office/drawing/2014/main" id="{83D05CC9-5B17-4768-A927-F6B443FB9EA8}"/>
              </a:ext>
            </a:extLst>
          </p:cNvPr>
          <p:cNvCxnSpPr/>
          <p:nvPr/>
        </p:nvCxnSpPr>
        <p:spPr>
          <a:xfrm rot="10800000" flipV="1">
            <a:off x="5235352" y="5275263"/>
            <a:ext cx="457200" cy="3810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Straight Connector 377">
            <a:extLst>
              <a:ext uri="{FF2B5EF4-FFF2-40B4-BE49-F238E27FC236}">
                <a16:creationId xmlns:a16="http://schemas.microsoft.com/office/drawing/2014/main" id="{D6AD0531-82E8-4E46-87BB-A819041CEAE7}"/>
              </a:ext>
            </a:extLst>
          </p:cNvPr>
          <p:cNvCxnSpPr/>
          <p:nvPr/>
        </p:nvCxnSpPr>
        <p:spPr>
          <a:xfrm>
            <a:off x="7292752" y="1770063"/>
            <a:ext cx="419100" cy="3810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Straight Connector 378">
            <a:extLst>
              <a:ext uri="{FF2B5EF4-FFF2-40B4-BE49-F238E27FC236}">
                <a16:creationId xmlns:a16="http://schemas.microsoft.com/office/drawing/2014/main" id="{B032D502-1E2D-4191-8CFE-A4251F3CCBEA}"/>
              </a:ext>
            </a:extLst>
          </p:cNvPr>
          <p:cNvCxnSpPr/>
          <p:nvPr/>
        </p:nvCxnSpPr>
        <p:spPr>
          <a:xfrm rot="10800000" flipV="1">
            <a:off x="7297515" y="1770063"/>
            <a:ext cx="414337" cy="3810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Straight Connector 379">
            <a:extLst>
              <a:ext uri="{FF2B5EF4-FFF2-40B4-BE49-F238E27FC236}">
                <a16:creationId xmlns:a16="http://schemas.microsoft.com/office/drawing/2014/main" id="{ACDD7EC4-2AA6-470C-8D89-074F76C24CFC}"/>
              </a:ext>
            </a:extLst>
          </p:cNvPr>
          <p:cNvCxnSpPr/>
          <p:nvPr/>
        </p:nvCxnSpPr>
        <p:spPr>
          <a:xfrm>
            <a:off x="7292752" y="3560763"/>
            <a:ext cx="419100" cy="3429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Straight Connector 380">
            <a:extLst>
              <a:ext uri="{FF2B5EF4-FFF2-40B4-BE49-F238E27FC236}">
                <a16:creationId xmlns:a16="http://schemas.microsoft.com/office/drawing/2014/main" id="{55639C02-D360-47DE-ABF5-A3678D45F0A4}"/>
              </a:ext>
            </a:extLst>
          </p:cNvPr>
          <p:cNvCxnSpPr/>
          <p:nvPr/>
        </p:nvCxnSpPr>
        <p:spPr>
          <a:xfrm rot="10800000" flipV="1">
            <a:off x="7297515" y="3522663"/>
            <a:ext cx="414337" cy="3810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Straight Connector 381">
            <a:extLst>
              <a:ext uri="{FF2B5EF4-FFF2-40B4-BE49-F238E27FC236}">
                <a16:creationId xmlns:a16="http://schemas.microsoft.com/office/drawing/2014/main" id="{650207C2-5929-43E3-9D34-37B9B9F0A3CB}"/>
              </a:ext>
            </a:extLst>
          </p:cNvPr>
          <p:cNvCxnSpPr/>
          <p:nvPr/>
        </p:nvCxnSpPr>
        <p:spPr>
          <a:xfrm>
            <a:off x="7292752" y="5313363"/>
            <a:ext cx="419100" cy="3429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Straight Connector 382">
            <a:extLst>
              <a:ext uri="{FF2B5EF4-FFF2-40B4-BE49-F238E27FC236}">
                <a16:creationId xmlns:a16="http://schemas.microsoft.com/office/drawing/2014/main" id="{F6CE4483-B173-47AB-B263-8B2611106626}"/>
              </a:ext>
            </a:extLst>
          </p:cNvPr>
          <p:cNvCxnSpPr/>
          <p:nvPr/>
        </p:nvCxnSpPr>
        <p:spPr>
          <a:xfrm rot="10800000" flipV="1">
            <a:off x="7297515" y="5275263"/>
            <a:ext cx="414337" cy="3810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2" name="Oval 391">
            <a:extLst>
              <a:ext uri="{FF2B5EF4-FFF2-40B4-BE49-F238E27FC236}">
                <a16:creationId xmlns:a16="http://schemas.microsoft.com/office/drawing/2014/main" id="{9AC6CC7C-697A-4E08-A419-7A64B2E7D5AC}"/>
              </a:ext>
            </a:extLst>
          </p:cNvPr>
          <p:cNvSpPr/>
          <p:nvPr/>
        </p:nvSpPr>
        <p:spPr>
          <a:xfrm>
            <a:off x="5387752" y="3636963"/>
            <a:ext cx="114300" cy="1143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93" name="Oval 392">
            <a:extLst>
              <a:ext uri="{FF2B5EF4-FFF2-40B4-BE49-F238E27FC236}">
                <a16:creationId xmlns:a16="http://schemas.microsoft.com/office/drawing/2014/main" id="{2D533AFD-C455-438E-9642-EBB13F495561}"/>
              </a:ext>
            </a:extLst>
          </p:cNvPr>
          <p:cNvSpPr/>
          <p:nvPr/>
        </p:nvSpPr>
        <p:spPr>
          <a:xfrm>
            <a:off x="3368452" y="3675063"/>
            <a:ext cx="114300" cy="1143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94" name="Oval 393">
            <a:extLst>
              <a:ext uri="{FF2B5EF4-FFF2-40B4-BE49-F238E27FC236}">
                <a16:creationId xmlns:a16="http://schemas.microsoft.com/office/drawing/2014/main" id="{399E444E-7D55-45F9-BA82-7D74BA6D0936}"/>
              </a:ext>
            </a:extLst>
          </p:cNvPr>
          <p:cNvSpPr/>
          <p:nvPr/>
        </p:nvSpPr>
        <p:spPr>
          <a:xfrm>
            <a:off x="3368452" y="1846263"/>
            <a:ext cx="114300" cy="1143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95" name="Oval 394">
            <a:extLst>
              <a:ext uri="{FF2B5EF4-FFF2-40B4-BE49-F238E27FC236}">
                <a16:creationId xmlns:a16="http://schemas.microsoft.com/office/drawing/2014/main" id="{53C072AD-1EB2-43A7-A485-CE3AE7D5923D}"/>
              </a:ext>
            </a:extLst>
          </p:cNvPr>
          <p:cNvSpPr/>
          <p:nvPr/>
        </p:nvSpPr>
        <p:spPr>
          <a:xfrm>
            <a:off x="5425852" y="1884363"/>
            <a:ext cx="114300" cy="1143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96" name="Oval 395">
            <a:extLst>
              <a:ext uri="{FF2B5EF4-FFF2-40B4-BE49-F238E27FC236}">
                <a16:creationId xmlns:a16="http://schemas.microsoft.com/office/drawing/2014/main" id="{8B5F2FF4-5C2E-45D5-AC9B-5BAA89AA8505}"/>
              </a:ext>
            </a:extLst>
          </p:cNvPr>
          <p:cNvSpPr/>
          <p:nvPr/>
        </p:nvSpPr>
        <p:spPr>
          <a:xfrm>
            <a:off x="7445152" y="1884363"/>
            <a:ext cx="114300" cy="1143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97" name="Oval 396">
            <a:extLst>
              <a:ext uri="{FF2B5EF4-FFF2-40B4-BE49-F238E27FC236}">
                <a16:creationId xmlns:a16="http://schemas.microsoft.com/office/drawing/2014/main" id="{0248907A-1D25-49DC-8D4B-736AD0C13AE0}"/>
              </a:ext>
            </a:extLst>
          </p:cNvPr>
          <p:cNvSpPr/>
          <p:nvPr/>
        </p:nvSpPr>
        <p:spPr>
          <a:xfrm>
            <a:off x="7445152" y="3636963"/>
            <a:ext cx="114300" cy="1143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98" name="Oval 397">
            <a:extLst>
              <a:ext uri="{FF2B5EF4-FFF2-40B4-BE49-F238E27FC236}">
                <a16:creationId xmlns:a16="http://schemas.microsoft.com/office/drawing/2014/main" id="{2A9BD88F-36D2-472F-9515-E52CBB270ED8}"/>
              </a:ext>
            </a:extLst>
          </p:cNvPr>
          <p:cNvSpPr/>
          <p:nvPr/>
        </p:nvSpPr>
        <p:spPr>
          <a:xfrm>
            <a:off x="7445152" y="5389563"/>
            <a:ext cx="114300" cy="1143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399" name="Oval 398">
            <a:extLst>
              <a:ext uri="{FF2B5EF4-FFF2-40B4-BE49-F238E27FC236}">
                <a16:creationId xmlns:a16="http://schemas.microsoft.com/office/drawing/2014/main" id="{1E315F0C-DB72-4B6B-B74B-7492238587EC}"/>
              </a:ext>
            </a:extLst>
          </p:cNvPr>
          <p:cNvSpPr/>
          <p:nvPr/>
        </p:nvSpPr>
        <p:spPr>
          <a:xfrm>
            <a:off x="5387752" y="5389563"/>
            <a:ext cx="114300" cy="1143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00" name="Oval 399">
            <a:extLst>
              <a:ext uri="{FF2B5EF4-FFF2-40B4-BE49-F238E27FC236}">
                <a16:creationId xmlns:a16="http://schemas.microsoft.com/office/drawing/2014/main" id="{EC29DA8E-5895-4C29-8CA0-629EF36C06FD}"/>
              </a:ext>
            </a:extLst>
          </p:cNvPr>
          <p:cNvSpPr/>
          <p:nvPr/>
        </p:nvSpPr>
        <p:spPr>
          <a:xfrm>
            <a:off x="3368452" y="5389563"/>
            <a:ext cx="114300" cy="1143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01" name="Oval 400">
            <a:extLst>
              <a:ext uri="{FF2B5EF4-FFF2-40B4-BE49-F238E27FC236}">
                <a16:creationId xmlns:a16="http://schemas.microsoft.com/office/drawing/2014/main" id="{A11FA6D6-B93D-4C92-83CF-5501869DDEBC}"/>
              </a:ext>
            </a:extLst>
          </p:cNvPr>
          <p:cNvSpPr/>
          <p:nvPr/>
        </p:nvSpPr>
        <p:spPr>
          <a:xfrm>
            <a:off x="4359052" y="2722563"/>
            <a:ext cx="114300" cy="1143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02" name="Oval 401">
            <a:extLst>
              <a:ext uri="{FF2B5EF4-FFF2-40B4-BE49-F238E27FC236}">
                <a16:creationId xmlns:a16="http://schemas.microsoft.com/office/drawing/2014/main" id="{B7BB9359-303E-4D75-B9E3-A54C5F942343}"/>
              </a:ext>
            </a:extLst>
          </p:cNvPr>
          <p:cNvSpPr/>
          <p:nvPr/>
        </p:nvSpPr>
        <p:spPr>
          <a:xfrm>
            <a:off x="4397152" y="6151563"/>
            <a:ext cx="114300" cy="1143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04" name="Oval 403">
            <a:extLst>
              <a:ext uri="{FF2B5EF4-FFF2-40B4-BE49-F238E27FC236}">
                <a16:creationId xmlns:a16="http://schemas.microsoft.com/office/drawing/2014/main" id="{1EDBB3FB-2141-43C0-A1C1-358ECD7A9169}"/>
              </a:ext>
            </a:extLst>
          </p:cNvPr>
          <p:cNvSpPr/>
          <p:nvPr/>
        </p:nvSpPr>
        <p:spPr>
          <a:xfrm>
            <a:off x="8372252" y="2773363"/>
            <a:ext cx="114300" cy="1143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05" name="Oval 404">
            <a:extLst>
              <a:ext uri="{FF2B5EF4-FFF2-40B4-BE49-F238E27FC236}">
                <a16:creationId xmlns:a16="http://schemas.microsoft.com/office/drawing/2014/main" id="{B7A2EB95-0A79-4923-B3C3-8F921BB32E96}"/>
              </a:ext>
            </a:extLst>
          </p:cNvPr>
          <p:cNvSpPr/>
          <p:nvPr/>
        </p:nvSpPr>
        <p:spPr>
          <a:xfrm>
            <a:off x="8372252" y="6126163"/>
            <a:ext cx="114300" cy="1143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06" name="Oval 405">
            <a:extLst>
              <a:ext uri="{FF2B5EF4-FFF2-40B4-BE49-F238E27FC236}">
                <a16:creationId xmlns:a16="http://schemas.microsoft.com/office/drawing/2014/main" id="{809FE953-A064-44AE-916E-7487824384C1}"/>
              </a:ext>
            </a:extLst>
          </p:cNvPr>
          <p:cNvSpPr/>
          <p:nvPr/>
        </p:nvSpPr>
        <p:spPr>
          <a:xfrm>
            <a:off x="6454552" y="4551363"/>
            <a:ext cx="114300" cy="11430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0"/>
              </a:spcBef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lnSpc>
                <a:spcPct val="100000"/>
              </a:lnSpc>
              <a:defRPr/>
            </a:pPr>
            <a:endParaRPr lang="en-US" altLang="en-US" sz="2000">
              <a:solidFill>
                <a:srgbClr val="FFFFFF"/>
              </a:solidFill>
            </a:endParaRPr>
          </a:p>
        </p:txBody>
      </p:sp>
      <p:sp>
        <p:nvSpPr>
          <p:cNvPr id="407" name="Freeform 406">
            <a:extLst>
              <a:ext uri="{FF2B5EF4-FFF2-40B4-BE49-F238E27FC236}">
                <a16:creationId xmlns:a16="http://schemas.microsoft.com/office/drawing/2014/main" id="{090BA9AD-C9C3-476C-8E71-CF00D33B726F}"/>
              </a:ext>
            </a:extLst>
          </p:cNvPr>
          <p:cNvSpPr/>
          <p:nvPr/>
        </p:nvSpPr>
        <p:spPr>
          <a:xfrm>
            <a:off x="4433665" y="1941513"/>
            <a:ext cx="1035050" cy="830263"/>
          </a:xfrm>
          <a:custGeom>
            <a:avLst/>
            <a:gdLst>
              <a:gd name="connsiteX0" fmla="*/ 1035698 w 1035698"/>
              <a:gd name="connsiteY0" fmla="*/ 0 h 830424"/>
              <a:gd name="connsiteX1" fmla="*/ 18662 w 1035698"/>
              <a:gd name="connsiteY1" fmla="*/ 0 h 830424"/>
              <a:gd name="connsiteX2" fmla="*/ 9331 w 1035698"/>
              <a:gd name="connsiteY2" fmla="*/ 830424 h 830424"/>
              <a:gd name="connsiteX3" fmla="*/ 0 w 1035698"/>
              <a:gd name="connsiteY3" fmla="*/ 802432 h 830424"/>
              <a:gd name="connsiteX0" fmla="*/ 1035698 w 1035698"/>
              <a:gd name="connsiteY0" fmla="*/ 0 h 830424"/>
              <a:gd name="connsiteX1" fmla="*/ 116633 w 1035698"/>
              <a:gd name="connsiteY1" fmla="*/ 132961 h 830424"/>
              <a:gd name="connsiteX2" fmla="*/ 9331 w 1035698"/>
              <a:gd name="connsiteY2" fmla="*/ 830424 h 830424"/>
              <a:gd name="connsiteX3" fmla="*/ 0 w 1035698"/>
              <a:gd name="connsiteY3" fmla="*/ 802432 h 830424"/>
              <a:gd name="connsiteX0" fmla="*/ 1035698 w 1035698"/>
              <a:gd name="connsiteY0" fmla="*/ 0 h 830424"/>
              <a:gd name="connsiteX1" fmla="*/ 40433 w 1035698"/>
              <a:gd name="connsiteY1" fmla="*/ 94861 h 830424"/>
              <a:gd name="connsiteX2" fmla="*/ 9331 w 1035698"/>
              <a:gd name="connsiteY2" fmla="*/ 830424 h 830424"/>
              <a:gd name="connsiteX3" fmla="*/ 0 w 1035698"/>
              <a:gd name="connsiteY3" fmla="*/ 802432 h 830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5698" h="830424">
                <a:moveTo>
                  <a:pt x="1035698" y="0"/>
                </a:moveTo>
                <a:lnTo>
                  <a:pt x="40433" y="94861"/>
                </a:lnTo>
                <a:lnTo>
                  <a:pt x="9331" y="830424"/>
                </a:lnTo>
                <a:lnTo>
                  <a:pt x="0" y="802432"/>
                </a:lnTo>
              </a:path>
            </a:pathLst>
          </a:cu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lnSpc>
                <a:spcPct val="100000"/>
              </a:lnSpc>
              <a:spcBef>
                <a:spcPct val="0"/>
              </a:spcBef>
              <a:defRPr/>
            </a:pPr>
            <a:endParaRPr lang="en-US" sz="2000"/>
          </a:p>
        </p:txBody>
      </p:sp>
      <p:sp>
        <p:nvSpPr>
          <p:cNvPr id="408" name="Freeform 407">
            <a:extLst>
              <a:ext uri="{FF2B5EF4-FFF2-40B4-BE49-F238E27FC236}">
                <a16:creationId xmlns:a16="http://schemas.microsoft.com/office/drawing/2014/main" id="{802EE8E2-BC62-4040-8BC1-3D78C5513C83}"/>
              </a:ext>
            </a:extLst>
          </p:cNvPr>
          <p:cNvSpPr/>
          <p:nvPr/>
        </p:nvSpPr>
        <p:spPr>
          <a:xfrm>
            <a:off x="3435127" y="1895476"/>
            <a:ext cx="979488" cy="858837"/>
          </a:xfrm>
          <a:custGeom>
            <a:avLst/>
            <a:gdLst>
              <a:gd name="connsiteX0" fmla="*/ 0 w 979714"/>
              <a:gd name="connsiteY0" fmla="*/ 0 h 858416"/>
              <a:gd name="connsiteX1" fmla="*/ 961053 w 979714"/>
              <a:gd name="connsiteY1" fmla="*/ 130628 h 858416"/>
              <a:gd name="connsiteX2" fmla="*/ 979714 w 979714"/>
              <a:gd name="connsiteY2" fmla="*/ 858416 h 858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9714" h="858416">
                <a:moveTo>
                  <a:pt x="0" y="0"/>
                </a:moveTo>
                <a:lnTo>
                  <a:pt x="961053" y="130628"/>
                </a:lnTo>
                <a:lnTo>
                  <a:pt x="979714" y="858416"/>
                </a:lnTo>
              </a:path>
            </a:pathLst>
          </a:cu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lnSpc>
                <a:spcPct val="100000"/>
              </a:lnSpc>
              <a:spcBef>
                <a:spcPct val="0"/>
              </a:spcBef>
              <a:defRPr/>
            </a:pPr>
            <a:endParaRPr lang="en-US" sz="2000" dirty="0"/>
          </a:p>
        </p:txBody>
      </p:sp>
      <p:sp>
        <p:nvSpPr>
          <p:cNvPr id="409" name="Freeform 408">
            <a:extLst>
              <a:ext uri="{FF2B5EF4-FFF2-40B4-BE49-F238E27FC236}">
                <a16:creationId xmlns:a16="http://schemas.microsoft.com/office/drawing/2014/main" id="{250A4945-49A2-43F3-91DE-11BDCFD9C489}"/>
              </a:ext>
            </a:extLst>
          </p:cNvPr>
          <p:cNvSpPr/>
          <p:nvPr/>
        </p:nvSpPr>
        <p:spPr>
          <a:xfrm>
            <a:off x="4441602" y="2809876"/>
            <a:ext cx="1027113" cy="885825"/>
          </a:xfrm>
          <a:custGeom>
            <a:avLst/>
            <a:gdLst>
              <a:gd name="connsiteX0" fmla="*/ 1026367 w 1026367"/>
              <a:gd name="connsiteY0" fmla="*/ 886408 h 886408"/>
              <a:gd name="connsiteX1" fmla="*/ 46653 w 1026367"/>
              <a:gd name="connsiteY1" fmla="*/ 783771 h 886408"/>
              <a:gd name="connsiteX2" fmla="*/ 0 w 1026367"/>
              <a:gd name="connsiteY2" fmla="*/ 0 h 886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26367" h="886408">
                <a:moveTo>
                  <a:pt x="1026367" y="886408"/>
                </a:moveTo>
                <a:lnTo>
                  <a:pt x="46653" y="783771"/>
                </a:lnTo>
                <a:lnTo>
                  <a:pt x="0" y="0"/>
                </a:lnTo>
              </a:path>
            </a:pathLst>
          </a:cu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lnSpc>
                <a:spcPct val="100000"/>
              </a:lnSpc>
              <a:spcBef>
                <a:spcPct val="0"/>
              </a:spcBef>
              <a:defRPr/>
            </a:pPr>
            <a:endParaRPr lang="en-US" sz="2000"/>
          </a:p>
        </p:txBody>
      </p:sp>
      <p:sp>
        <p:nvSpPr>
          <p:cNvPr id="410" name="Freeform 409">
            <a:extLst>
              <a:ext uri="{FF2B5EF4-FFF2-40B4-BE49-F238E27FC236}">
                <a16:creationId xmlns:a16="http://schemas.microsoft.com/office/drawing/2014/main" id="{E6D99C57-323D-4FE8-A08D-22CA1B1966D0}"/>
              </a:ext>
            </a:extLst>
          </p:cNvPr>
          <p:cNvSpPr/>
          <p:nvPr/>
        </p:nvSpPr>
        <p:spPr>
          <a:xfrm>
            <a:off x="3425602" y="2781301"/>
            <a:ext cx="989013" cy="942975"/>
          </a:xfrm>
          <a:custGeom>
            <a:avLst/>
            <a:gdLst>
              <a:gd name="connsiteX0" fmla="*/ 0 w 989045"/>
              <a:gd name="connsiteY0" fmla="*/ 942392 h 942392"/>
              <a:gd name="connsiteX1" fmla="*/ 961053 w 989045"/>
              <a:gd name="connsiteY1" fmla="*/ 783771 h 942392"/>
              <a:gd name="connsiteX2" fmla="*/ 989045 w 989045"/>
              <a:gd name="connsiteY2" fmla="*/ 0 h 942392"/>
              <a:gd name="connsiteX3" fmla="*/ 989045 w 989045"/>
              <a:gd name="connsiteY3" fmla="*/ 0 h 942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9045" h="942392">
                <a:moveTo>
                  <a:pt x="0" y="942392"/>
                </a:moveTo>
                <a:lnTo>
                  <a:pt x="961053" y="783771"/>
                </a:lnTo>
                <a:lnTo>
                  <a:pt x="989045" y="0"/>
                </a:lnTo>
                <a:lnTo>
                  <a:pt x="989045" y="0"/>
                </a:lnTo>
              </a:path>
            </a:pathLst>
          </a:cu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lnSpc>
                <a:spcPct val="100000"/>
              </a:lnSpc>
              <a:spcBef>
                <a:spcPct val="0"/>
              </a:spcBef>
              <a:defRPr/>
            </a:pPr>
            <a:endParaRPr lang="en-US" sz="2000"/>
          </a:p>
        </p:txBody>
      </p:sp>
      <p:sp>
        <p:nvSpPr>
          <p:cNvPr id="411" name="Freeform 410">
            <a:extLst>
              <a:ext uri="{FF2B5EF4-FFF2-40B4-BE49-F238E27FC236}">
                <a16:creationId xmlns:a16="http://schemas.microsoft.com/office/drawing/2014/main" id="{152801C5-7E09-4C7F-8F4A-9DC516132613}"/>
              </a:ext>
            </a:extLst>
          </p:cNvPr>
          <p:cNvSpPr/>
          <p:nvPr/>
        </p:nvSpPr>
        <p:spPr>
          <a:xfrm>
            <a:off x="7521352" y="1960563"/>
            <a:ext cx="865188" cy="858838"/>
          </a:xfrm>
          <a:custGeom>
            <a:avLst/>
            <a:gdLst>
              <a:gd name="connsiteX0" fmla="*/ 0 w 979714"/>
              <a:gd name="connsiteY0" fmla="*/ 0 h 858416"/>
              <a:gd name="connsiteX1" fmla="*/ 961053 w 979714"/>
              <a:gd name="connsiteY1" fmla="*/ 130628 h 858416"/>
              <a:gd name="connsiteX2" fmla="*/ 979714 w 979714"/>
              <a:gd name="connsiteY2" fmla="*/ 858416 h 858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9714" h="858416">
                <a:moveTo>
                  <a:pt x="0" y="0"/>
                </a:moveTo>
                <a:lnTo>
                  <a:pt x="961053" y="130628"/>
                </a:lnTo>
                <a:lnTo>
                  <a:pt x="979714" y="858416"/>
                </a:lnTo>
              </a:path>
            </a:pathLst>
          </a:cu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lnSpc>
                <a:spcPct val="100000"/>
              </a:lnSpc>
              <a:spcBef>
                <a:spcPct val="0"/>
              </a:spcBef>
              <a:defRPr/>
            </a:pPr>
            <a:endParaRPr lang="en-US" sz="2000" dirty="0"/>
          </a:p>
        </p:txBody>
      </p:sp>
      <p:sp>
        <p:nvSpPr>
          <p:cNvPr id="412" name="Freeform 411">
            <a:extLst>
              <a:ext uri="{FF2B5EF4-FFF2-40B4-BE49-F238E27FC236}">
                <a16:creationId xmlns:a16="http://schemas.microsoft.com/office/drawing/2014/main" id="{9FC9185D-2037-4DED-943E-D9BD4BDEE520}"/>
              </a:ext>
            </a:extLst>
          </p:cNvPr>
          <p:cNvSpPr/>
          <p:nvPr/>
        </p:nvSpPr>
        <p:spPr>
          <a:xfrm>
            <a:off x="7521352" y="5465763"/>
            <a:ext cx="865188" cy="706438"/>
          </a:xfrm>
          <a:custGeom>
            <a:avLst/>
            <a:gdLst>
              <a:gd name="connsiteX0" fmla="*/ 0 w 979714"/>
              <a:gd name="connsiteY0" fmla="*/ 0 h 858416"/>
              <a:gd name="connsiteX1" fmla="*/ 961053 w 979714"/>
              <a:gd name="connsiteY1" fmla="*/ 130628 h 858416"/>
              <a:gd name="connsiteX2" fmla="*/ 979714 w 979714"/>
              <a:gd name="connsiteY2" fmla="*/ 858416 h 858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9714" h="858416">
                <a:moveTo>
                  <a:pt x="0" y="0"/>
                </a:moveTo>
                <a:lnTo>
                  <a:pt x="961053" y="130628"/>
                </a:lnTo>
                <a:lnTo>
                  <a:pt x="979714" y="858416"/>
                </a:lnTo>
              </a:path>
            </a:pathLst>
          </a:cu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lnSpc>
                <a:spcPct val="100000"/>
              </a:lnSpc>
              <a:spcBef>
                <a:spcPct val="0"/>
              </a:spcBef>
              <a:defRPr/>
            </a:pPr>
            <a:endParaRPr lang="en-US" sz="2000" dirty="0"/>
          </a:p>
        </p:txBody>
      </p:sp>
      <p:sp>
        <p:nvSpPr>
          <p:cNvPr id="413" name="Freeform 412">
            <a:extLst>
              <a:ext uri="{FF2B5EF4-FFF2-40B4-BE49-F238E27FC236}">
                <a16:creationId xmlns:a16="http://schemas.microsoft.com/office/drawing/2014/main" id="{458147EE-B442-458F-9C72-FAA98B90D99A}"/>
              </a:ext>
            </a:extLst>
          </p:cNvPr>
          <p:cNvSpPr/>
          <p:nvPr/>
        </p:nvSpPr>
        <p:spPr>
          <a:xfrm>
            <a:off x="7521352" y="2808288"/>
            <a:ext cx="876300" cy="866775"/>
          </a:xfrm>
          <a:custGeom>
            <a:avLst/>
            <a:gdLst>
              <a:gd name="connsiteX0" fmla="*/ 0 w 989045"/>
              <a:gd name="connsiteY0" fmla="*/ 942392 h 942392"/>
              <a:gd name="connsiteX1" fmla="*/ 961053 w 989045"/>
              <a:gd name="connsiteY1" fmla="*/ 783771 h 942392"/>
              <a:gd name="connsiteX2" fmla="*/ 989045 w 989045"/>
              <a:gd name="connsiteY2" fmla="*/ 0 h 942392"/>
              <a:gd name="connsiteX3" fmla="*/ 989045 w 989045"/>
              <a:gd name="connsiteY3" fmla="*/ 0 h 942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9045" h="942392">
                <a:moveTo>
                  <a:pt x="0" y="942392"/>
                </a:moveTo>
                <a:lnTo>
                  <a:pt x="961053" y="783771"/>
                </a:lnTo>
                <a:lnTo>
                  <a:pt x="989045" y="0"/>
                </a:lnTo>
                <a:lnTo>
                  <a:pt x="989045" y="0"/>
                </a:lnTo>
              </a:path>
            </a:pathLst>
          </a:cu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lnSpc>
                <a:spcPct val="100000"/>
              </a:lnSpc>
              <a:spcBef>
                <a:spcPct val="0"/>
              </a:spcBef>
              <a:defRPr/>
            </a:pPr>
            <a:endParaRPr lang="en-US" sz="2000"/>
          </a:p>
        </p:txBody>
      </p:sp>
      <p:sp>
        <p:nvSpPr>
          <p:cNvPr id="414" name="Freeform 413">
            <a:extLst>
              <a:ext uri="{FF2B5EF4-FFF2-40B4-BE49-F238E27FC236}">
                <a16:creationId xmlns:a16="http://schemas.microsoft.com/office/drawing/2014/main" id="{44F93C96-584C-42AA-9ECE-FD99B31D841C}"/>
              </a:ext>
            </a:extLst>
          </p:cNvPr>
          <p:cNvSpPr/>
          <p:nvPr/>
        </p:nvSpPr>
        <p:spPr>
          <a:xfrm>
            <a:off x="3455765" y="5427663"/>
            <a:ext cx="979487" cy="782638"/>
          </a:xfrm>
          <a:custGeom>
            <a:avLst/>
            <a:gdLst>
              <a:gd name="connsiteX0" fmla="*/ 0 w 979714"/>
              <a:gd name="connsiteY0" fmla="*/ 0 h 858416"/>
              <a:gd name="connsiteX1" fmla="*/ 961053 w 979714"/>
              <a:gd name="connsiteY1" fmla="*/ 130628 h 858416"/>
              <a:gd name="connsiteX2" fmla="*/ 979714 w 979714"/>
              <a:gd name="connsiteY2" fmla="*/ 858416 h 858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9714" h="858416">
                <a:moveTo>
                  <a:pt x="0" y="0"/>
                </a:moveTo>
                <a:lnTo>
                  <a:pt x="961053" y="130628"/>
                </a:lnTo>
                <a:lnTo>
                  <a:pt x="979714" y="858416"/>
                </a:lnTo>
              </a:path>
            </a:pathLst>
          </a:cu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lnSpc>
                <a:spcPct val="100000"/>
              </a:lnSpc>
              <a:spcBef>
                <a:spcPct val="0"/>
              </a:spcBef>
              <a:defRPr/>
            </a:pPr>
            <a:endParaRPr lang="en-US" sz="2000" dirty="0"/>
          </a:p>
        </p:txBody>
      </p:sp>
      <p:sp>
        <p:nvSpPr>
          <p:cNvPr id="415" name="Freeform 414">
            <a:extLst>
              <a:ext uri="{FF2B5EF4-FFF2-40B4-BE49-F238E27FC236}">
                <a16:creationId xmlns:a16="http://schemas.microsoft.com/office/drawing/2014/main" id="{AD9FE831-4F07-4192-9232-9AD5F9ACE8BF}"/>
              </a:ext>
            </a:extLst>
          </p:cNvPr>
          <p:cNvSpPr/>
          <p:nvPr/>
        </p:nvSpPr>
        <p:spPr>
          <a:xfrm>
            <a:off x="4467002" y="5465763"/>
            <a:ext cx="996950" cy="754063"/>
          </a:xfrm>
          <a:custGeom>
            <a:avLst/>
            <a:gdLst>
              <a:gd name="connsiteX0" fmla="*/ 1035698 w 1035698"/>
              <a:gd name="connsiteY0" fmla="*/ 0 h 830424"/>
              <a:gd name="connsiteX1" fmla="*/ 18662 w 1035698"/>
              <a:gd name="connsiteY1" fmla="*/ 0 h 830424"/>
              <a:gd name="connsiteX2" fmla="*/ 9331 w 1035698"/>
              <a:gd name="connsiteY2" fmla="*/ 830424 h 830424"/>
              <a:gd name="connsiteX3" fmla="*/ 0 w 1035698"/>
              <a:gd name="connsiteY3" fmla="*/ 802432 h 830424"/>
              <a:gd name="connsiteX0" fmla="*/ 1035698 w 1035698"/>
              <a:gd name="connsiteY0" fmla="*/ 0 h 830424"/>
              <a:gd name="connsiteX1" fmla="*/ 116633 w 1035698"/>
              <a:gd name="connsiteY1" fmla="*/ 132961 h 830424"/>
              <a:gd name="connsiteX2" fmla="*/ 9331 w 1035698"/>
              <a:gd name="connsiteY2" fmla="*/ 830424 h 830424"/>
              <a:gd name="connsiteX3" fmla="*/ 0 w 1035698"/>
              <a:gd name="connsiteY3" fmla="*/ 802432 h 830424"/>
              <a:gd name="connsiteX0" fmla="*/ 1035698 w 1035698"/>
              <a:gd name="connsiteY0" fmla="*/ 0 h 830424"/>
              <a:gd name="connsiteX1" fmla="*/ 40433 w 1035698"/>
              <a:gd name="connsiteY1" fmla="*/ 94861 h 830424"/>
              <a:gd name="connsiteX2" fmla="*/ 9331 w 1035698"/>
              <a:gd name="connsiteY2" fmla="*/ 830424 h 830424"/>
              <a:gd name="connsiteX3" fmla="*/ 0 w 1035698"/>
              <a:gd name="connsiteY3" fmla="*/ 802432 h 830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5698" h="830424">
                <a:moveTo>
                  <a:pt x="1035698" y="0"/>
                </a:moveTo>
                <a:lnTo>
                  <a:pt x="40433" y="94861"/>
                </a:lnTo>
                <a:lnTo>
                  <a:pt x="9331" y="830424"/>
                </a:lnTo>
                <a:lnTo>
                  <a:pt x="0" y="802432"/>
                </a:lnTo>
              </a:path>
            </a:pathLst>
          </a:cu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lnSpc>
                <a:spcPct val="100000"/>
              </a:lnSpc>
              <a:spcBef>
                <a:spcPct val="0"/>
              </a:spcBef>
              <a:defRPr/>
            </a:pPr>
            <a:endParaRPr lang="en-US" sz="2000"/>
          </a:p>
        </p:txBody>
      </p:sp>
      <p:sp>
        <p:nvSpPr>
          <p:cNvPr id="416" name="Freeform 415">
            <a:extLst>
              <a:ext uri="{FF2B5EF4-FFF2-40B4-BE49-F238E27FC236}">
                <a16:creationId xmlns:a16="http://schemas.microsoft.com/office/drawing/2014/main" id="{159765B8-EAAB-4731-9DFB-74105D38B263}"/>
              </a:ext>
            </a:extLst>
          </p:cNvPr>
          <p:cNvSpPr/>
          <p:nvPr/>
        </p:nvSpPr>
        <p:spPr>
          <a:xfrm>
            <a:off x="4451127" y="4627563"/>
            <a:ext cx="2052638" cy="1577975"/>
          </a:xfrm>
          <a:custGeom>
            <a:avLst/>
            <a:gdLst>
              <a:gd name="connsiteX0" fmla="*/ 0 w 2052734"/>
              <a:gd name="connsiteY0" fmla="*/ 1614196 h 1614196"/>
              <a:gd name="connsiteX1" fmla="*/ 9330 w 2052734"/>
              <a:gd name="connsiteY1" fmla="*/ 326571 h 1614196"/>
              <a:gd name="connsiteX2" fmla="*/ 279918 w 2052734"/>
              <a:gd name="connsiteY2" fmla="*/ 0 h 1614196"/>
              <a:gd name="connsiteX3" fmla="*/ 2052734 w 2052734"/>
              <a:gd name="connsiteY3" fmla="*/ 0 h 1614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52734" h="1614196">
                <a:moveTo>
                  <a:pt x="0" y="1614196"/>
                </a:moveTo>
                <a:lnTo>
                  <a:pt x="9330" y="326571"/>
                </a:lnTo>
                <a:lnTo>
                  <a:pt x="279918" y="0"/>
                </a:lnTo>
                <a:lnTo>
                  <a:pt x="2052734" y="0"/>
                </a:lnTo>
              </a:path>
            </a:pathLst>
          </a:cu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lnSpc>
                <a:spcPct val="100000"/>
              </a:lnSpc>
              <a:spcBef>
                <a:spcPct val="0"/>
              </a:spcBef>
              <a:defRPr/>
            </a:pPr>
            <a:endParaRPr lang="en-US" sz="2000"/>
          </a:p>
        </p:txBody>
      </p:sp>
      <p:sp>
        <p:nvSpPr>
          <p:cNvPr id="417" name="Freeform 416">
            <a:extLst>
              <a:ext uri="{FF2B5EF4-FFF2-40B4-BE49-F238E27FC236}">
                <a16:creationId xmlns:a16="http://schemas.microsoft.com/office/drawing/2014/main" id="{090FAE28-E36F-408A-B256-8D8F635EDF30}"/>
              </a:ext>
            </a:extLst>
          </p:cNvPr>
          <p:cNvSpPr/>
          <p:nvPr/>
        </p:nvSpPr>
        <p:spPr>
          <a:xfrm>
            <a:off x="4433665" y="2800351"/>
            <a:ext cx="2070100" cy="1790700"/>
          </a:xfrm>
          <a:custGeom>
            <a:avLst/>
            <a:gdLst>
              <a:gd name="connsiteX0" fmla="*/ 0 w 2071396"/>
              <a:gd name="connsiteY0" fmla="*/ 0 h 1791478"/>
              <a:gd name="connsiteX1" fmla="*/ 9331 w 2071396"/>
              <a:gd name="connsiteY1" fmla="*/ 1502229 h 1791478"/>
              <a:gd name="connsiteX2" fmla="*/ 317241 w 2071396"/>
              <a:gd name="connsiteY2" fmla="*/ 1791478 h 1791478"/>
              <a:gd name="connsiteX3" fmla="*/ 2071396 w 2071396"/>
              <a:gd name="connsiteY3" fmla="*/ 1791478 h 1791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71396" h="1791478">
                <a:moveTo>
                  <a:pt x="0" y="0"/>
                </a:moveTo>
                <a:cubicBezTo>
                  <a:pt x="3110" y="500743"/>
                  <a:pt x="6221" y="1001486"/>
                  <a:pt x="9331" y="1502229"/>
                </a:cubicBezTo>
                <a:lnTo>
                  <a:pt x="317241" y="1791478"/>
                </a:lnTo>
                <a:lnTo>
                  <a:pt x="2071396" y="1791478"/>
                </a:lnTo>
              </a:path>
            </a:pathLst>
          </a:cu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lnSpc>
                <a:spcPct val="100000"/>
              </a:lnSpc>
              <a:spcBef>
                <a:spcPct val="0"/>
              </a:spcBef>
              <a:defRPr/>
            </a:pPr>
            <a:endParaRPr lang="en-US" sz="2000"/>
          </a:p>
        </p:txBody>
      </p:sp>
      <p:sp>
        <p:nvSpPr>
          <p:cNvPr id="418" name="Freeform 417">
            <a:extLst>
              <a:ext uri="{FF2B5EF4-FFF2-40B4-BE49-F238E27FC236}">
                <a16:creationId xmlns:a16="http://schemas.microsoft.com/office/drawing/2014/main" id="{7263354C-748A-404F-9C1C-7F01E564F08E}"/>
              </a:ext>
            </a:extLst>
          </p:cNvPr>
          <p:cNvSpPr/>
          <p:nvPr/>
        </p:nvSpPr>
        <p:spPr>
          <a:xfrm>
            <a:off x="6513290" y="2836863"/>
            <a:ext cx="1893887" cy="1746250"/>
          </a:xfrm>
          <a:custGeom>
            <a:avLst/>
            <a:gdLst>
              <a:gd name="connsiteX0" fmla="*/ 1894114 w 1894114"/>
              <a:gd name="connsiteY0" fmla="*/ 0 h 1744824"/>
              <a:gd name="connsiteX1" fmla="*/ 1884784 w 1894114"/>
              <a:gd name="connsiteY1" fmla="*/ 1464906 h 1744824"/>
              <a:gd name="connsiteX2" fmla="*/ 1726163 w 1894114"/>
              <a:gd name="connsiteY2" fmla="*/ 1744824 h 1744824"/>
              <a:gd name="connsiteX3" fmla="*/ 0 w 1894114"/>
              <a:gd name="connsiteY3" fmla="*/ 1744824 h 1744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94114" h="1744824">
                <a:moveTo>
                  <a:pt x="1894114" y="0"/>
                </a:moveTo>
                <a:lnTo>
                  <a:pt x="1884784" y="1464906"/>
                </a:lnTo>
                <a:lnTo>
                  <a:pt x="1726163" y="1744824"/>
                </a:lnTo>
                <a:lnTo>
                  <a:pt x="0" y="1744824"/>
                </a:lnTo>
              </a:path>
            </a:pathLst>
          </a:cu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lnSpc>
                <a:spcPct val="100000"/>
              </a:lnSpc>
              <a:spcBef>
                <a:spcPct val="0"/>
              </a:spcBef>
              <a:defRPr/>
            </a:pPr>
            <a:endParaRPr lang="en-US" sz="2000"/>
          </a:p>
        </p:txBody>
      </p:sp>
      <p:sp>
        <p:nvSpPr>
          <p:cNvPr id="419" name="Freeform 418">
            <a:extLst>
              <a:ext uri="{FF2B5EF4-FFF2-40B4-BE49-F238E27FC236}">
                <a16:creationId xmlns:a16="http://schemas.microsoft.com/office/drawing/2014/main" id="{8714AAD0-3951-492A-944B-F7C25C8DEAC8}"/>
              </a:ext>
            </a:extLst>
          </p:cNvPr>
          <p:cNvSpPr/>
          <p:nvPr/>
        </p:nvSpPr>
        <p:spPr>
          <a:xfrm>
            <a:off x="6532340" y="4648201"/>
            <a:ext cx="1857375" cy="1520825"/>
          </a:xfrm>
          <a:custGeom>
            <a:avLst/>
            <a:gdLst>
              <a:gd name="connsiteX0" fmla="*/ 1856792 w 1856792"/>
              <a:gd name="connsiteY0" fmla="*/ 1520890 h 1520890"/>
              <a:gd name="connsiteX1" fmla="*/ 1856792 w 1856792"/>
              <a:gd name="connsiteY1" fmla="*/ 270588 h 1520890"/>
              <a:gd name="connsiteX2" fmla="*/ 1744825 w 1856792"/>
              <a:gd name="connsiteY2" fmla="*/ 9331 h 1520890"/>
              <a:gd name="connsiteX3" fmla="*/ 0 w 1856792"/>
              <a:gd name="connsiteY3" fmla="*/ 0 h 1520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6792" h="1520890">
                <a:moveTo>
                  <a:pt x="1856792" y="1520890"/>
                </a:moveTo>
                <a:lnTo>
                  <a:pt x="1856792" y="270588"/>
                </a:lnTo>
                <a:lnTo>
                  <a:pt x="1744825" y="9331"/>
                </a:lnTo>
                <a:lnTo>
                  <a:pt x="0" y="0"/>
                </a:lnTo>
              </a:path>
            </a:pathLst>
          </a:custGeom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lnSpc>
                <a:spcPct val="100000"/>
              </a:lnSpc>
              <a:spcBef>
                <a:spcPct val="0"/>
              </a:spcBef>
              <a:defRPr/>
            </a:pPr>
            <a:endParaRPr lang="en-US" sz="2000"/>
          </a:p>
        </p:txBody>
      </p:sp>
      <p:sp>
        <p:nvSpPr>
          <p:cNvPr id="139" name="Slide Number Placeholder 15">
            <a:extLst>
              <a:ext uri="{FF2B5EF4-FFF2-40B4-BE49-F238E27FC236}">
                <a16:creationId xmlns:a16="http://schemas.microsoft.com/office/drawing/2014/main" id="{07F54BD8-7567-4463-9972-D454EFE67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03343" y="6459984"/>
            <a:ext cx="1905000" cy="35719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972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7" grpId="0" animBg="1"/>
      <p:bldP spid="401" grpId="0" animBg="1"/>
      <p:bldP spid="402" grpId="0" animBg="1"/>
      <p:bldP spid="404" grpId="0" animBg="1"/>
      <p:bldP spid="405" grpId="0" animBg="1"/>
      <p:bldP spid="40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Rectangle 2">
            <a:extLst>
              <a:ext uri="{FF2B5EF4-FFF2-40B4-BE49-F238E27FC236}">
                <a16:creationId xmlns:a16="http://schemas.microsoft.com/office/drawing/2014/main" id="{C88A2300-06FB-4106-A3D3-733E6EA139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3568" y="254000"/>
            <a:ext cx="7772400" cy="1143000"/>
          </a:xfrm>
        </p:spPr>
        <p:txBody>
          <a:bodyPr/>
          <a:lstStyle/>
          <a:p>
            <a:r>
              <a:rPr lang="en-US" altLang="en-US" sz="3200" b="1" kern="1200" dirty="0" err="1">
                <a:solidFill>
                  <a:srgbClr val="CC0066"/>
                </a:solidFill>
                <a:latin typeface="+mn-lt"/>
                <a:ea typeface="+mn-ea"/>
                <a:cs typeface="+mn-cs"/>
              </a:rPr>
              <a:t>NoC</a:t>
            </a:r>
            <a:r>
              <a:rPr lang="en-US" altLang="en-US" sz="3200" b="1" kern="1200" dirty="0">
                <a:solidFill>
                  <a:srgbClr val="CC0066"/>
                </a:solidFill>
                <a:latin typeface="+mn-lt"/>
                <a:ea typeface="+mn-ea"/>
                <a:cs typeface="+mn-cs"/>
              </a:rPr>
              <a:t>-Based FPGA Interconnects</a:t>
            </a:r>
          </a:p>
        </p:txBody>
      </p:sp>
      <p:sp>
        <p:nvSpPr>
          <p:cNvPr id="44037" name="AutoShape 3">
            <a:extLst>
              <a:ext uri="{FF2B5EF4-FFF2-40B4-BE49-F238E27FC236}">
                <a16:creationId xmlns:a16="http://schemas.microsoft.com/office/drawing/2014/main" id="{85F8B7A7-04DB-4302-A3CA-D73AF43561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9080" y="2047091"/>
            <a:ext cx="1752600" cy="1447800"/>
          </a:xfrm>
          <a:prstGeom prst="cloudCallout">
            <a:avLst>
              <a:gd name="adj1" fmla="val -60236"/>
              <a:gd name="adj2" fmla="val 24125"/>
            </a:avLst>
          </a:prstGeom>
          <a:noFill/>
          <a:ln w="3175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endParaRPr lang="en-SG" altLang="en-US" sz="1800"/>
          </a:p>
        </p:txBody>
      </p:sp>
      <p:sp>
        <p:nvSpPr>
          <p:cNvPr id="44038" name="Text Box 4">
            <a:extLst>
              <a:ext uri="{FF2B5EF4-FFF2-40B4-BE49-F238E27FC236}">
                <a16:creationId xmlns:a16="http://schemas.microsoft.com/office/drawing/2014/main" id="{CDA281C8-FB17-4C9A-B2F9-F2E627B335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8680" y="2504291"/>
            <a:ext cx="6937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2000"/>
              <a:t>NoC</a:t>
            </a:r>
          </a:p>
        </p:txBody>
      </p:sp>
      <p:sp>
        <p:nvSpPr>
          <p:cNvPr id="44039" name="Rectangle 5">
            <a:extLst>
              <a:ext uri="{FF2B5EF4-FFF2-40B4-BE49-F238E27FC236}">
                <a16:creationId xmlns:a16="http://schemas.microsoft.com/office/drawing/2014/main" id="{97F96E3C-58B9-4ADD-82BB-E8F9D15FB8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1880" y="1589891"/>
            <a:ext cx="762000" cy="685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altLang="en-US" sz="1800"/>
              <a:t>FPGA</a:t>
            </a:r>
          </a:p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altLang="en-US" sz="1800"/>
              <a:t>Tile</a:t>
            </a:r>
          </a:p>
        </p:txBody>
      </p:sp>
      <p:sp>
        <p:nvSpPr>
          <p:cNvPr id="44040" name="Rectangle 6">
            <a:extLst>
              <a:ext uri="{FF2B5EF4-FFF2-40B4-BE49-F238E27FC236}">
                <a16:creationId xmlns:a16="http://schemas.microsoft.com/office/drawing/2014/main" id="{054A1E2E-4395-4FEE-B977-3FBF862DD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280" y="1513691"/>
            <a:ext cx="762000" cy="685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altLang="en-US" sz="1800"/>
              <a:t>FPGA</a:t>
            </a:r>
          </a:p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altLang="en-US" sz="1800"/>
              <a:t>Tile</a:t>
            </a:r>
          </a:p>
        </p:txBody>
      </p:sp>
      <p:sp>
        <p:nvSpPr>
          <p:cNvPr id="44041" name="Rectangle 7">
            <a:extLst>
              <a:ext uri="{FF2B5EF4-FFF2-40B4-BE49-F238E27FC236}">
                <a16:creationId xmlns:a16="http://schemas.microsoft.com/office/drawing/2014/main" id="{B1902450-762E-403F-9BC3-054DBE5CCE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2880" y="3342491"/>
            <a:ext cx="762000" cy="685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altLang="en-US" sz="1800"/>
              <a:t>FPGA</a:t>
            </a:r>
          </a:p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altLang="en-US" sz="1800"/>
              <a:t>Tile</a:t>
            </a:r>
          </a:p>
        </p:txBody>
      </p:sp>
      <p:sp>
        <p:nvSpPr>
          <p:cNvPr id="44042" name="Rectangle 8">
            <a:extLst>
              <a:ext uri="{FF2B5EF4-FFF2-40B4-BE49-F238E27FC236}">
                <a16:creationId xmlns:a16="http://schemas.microsoft.com/office/drawing/2014/main" id="{E17BB82B-82C0-4327-9AD0-C09BF1A90D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4480" y="2961491"/>
            <a:ext cx="762000" cy="685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altLang="en-US" sz="1800"/>
              <a:t>FPGA</a:t>
            </a:r>
          </a:p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altLang="en-US" sz="1800"/>
              <a:t>Tile</a:t>
            </a:r>
          </a:p>
        </p:txBody>
      </p:sp>
      <p:sp>
        <p:nvSpPr>
          <p:cNvPr id="44043" name="Rectangle 9">
            <a:extLst>
              <a:ext uri="{FF2B5EF4-FFF2-40B4-BE49-F238E27FC236}">
                <a16:creationId xmlns:a16="http://schemas.microsoft.com/office/drawing/2014/main" id="{DE64B5E5-37CB-4F5B-90D7-9526A0D6B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9480" y="2580491"/>
            <a:ext cx="762000" cy="685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altLang="en-US" sz="1800"/>
              <a:t>FPGA</a:t>
            </a:r>
          </a:p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altLang="en-US" sz="1800"/>
              <a:t>Tile</a:t>
            </a:r>
          </a:p>
        </p:txBody>
      </p:sp>
      <p:sp>
        <p:nvSpPr>
          <p:cNvPr id="44044" name="Rectangle 10">
            <a:extLst>
              <a:ext uri="{FF2B5EF4-FFF2-40B4-BE49-F238E27FC236}">
                <a16:creationId xmlns:a16="http://schemas.microsoft.com/office/drawing/2014/main" id="{28002AF6-5460-41EC-861F-87371E3CD9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6880" y="1666091"/>
            <a:ext cx="762000" cy="685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altLang="en-US" sz="1800"/>
              <a:t>FPGA</a:t>
            </a:r>
          </a:p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altLang="en-US" sz="1800"/>
              <a:t>Tile</a:t>
            </a:r>
          </a:p>
        </p:txBody>
      </p:sp>
      <p:sp>
        <p:nvSpPr>
          <p:cNvPr id="632851" name="Text Box 19">
            <a:extLst>
              <a:ext uri="{FF2B5EF4-FFF2-40B4-BE49-F238E27FC236}">
                <a16:creationId xmlns:a16="http://schemas.microsoft.com/office/drawing/2014/main" id="{1491B7A6-A401-4D0A-AF7C-ADFF2A6AC6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3980" y="4472791"/>
            <a:ext cx="7467600" cy="161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AutoNum type="arabicPeriod"/>
            </a:pPr>
            <a:r>
              <a:rPr lang="en-US" altLang="en-US" sz="2000"/>
              <a:t>The wires required for NoC based FPGA are close to be linear to the array size.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AutoNum type="arabicPeriod"/>
            </a:pPr>
            <a:endParaRPr lang="en-US" altLang="en-US" sz="2000"/>
          </a:p>
          <a:p>
            <a:pPr>
              <a:lnSpc>
                <a:spcPct val="100000"/>
              </a:lnSpc>
              <a:spcBef>
                <a:spcPct val="0"/>
              </a:spcBef>
              <a:buFontTx/>
              <a:buAutoNum type="arabicPeriod"/>
            </a:pPr>
            <a:r>
              <a:rPr lang="en-US" altLang="en-US" sz="2000"/>
              <a:t>We (hardware engineers) know programming multi-FPGA more than programming multi-core processors.</a:t>
            </a:r>
          </a:p>
        </p:txBody>
      </p:sp>
      <p:sp>
        <p:nvSpPr>
          <p:cNvPr id="14" name="Slide Number Placeholder 15">
            <a:extLst>
              <a:ext uri="{FF2B5EF4-FFF2-40B4-BE49-F238E27FC236}">
                <a16:creationId xmlns:a16="http://schemas.microsoft.com/office/drawing/2014/main" id="{0465E390-5FE8-4687-BA45-83C43AB6E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7958"/>
            <a:ext cx="1905000" cy="35719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6672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2">
            <a:extLst>
              <a:ext uri="{FF2B5EF4-FFF2-40B4-BE49-F238E27FC236}">
                <a16:creationId xmlns:a16="http://schemas.microsoft.com/office/drawing/2014/main" id="{452B53E7-DFAB-4590-9B69-F6BF11A525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632" y="404664"/>
            <a:ext cx="76962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nl-NL" sz="3200" b="1" dirty="0">
                <a:solidFill>
                  <a:srgbClr val="CC0066"/>
                </a:solidFill>
                <a:latin typeface="+mn-lt"/>
              </a:rPr>
              <a:t>Reconfigurable Architectures</a:t>
            </a:r>
          </a:p>
        </p:txBody>
      </p:sp>
      <p:sp>
        <p:nvSpPr>
          <p:cNvPr id="45061" name="Rectangle 4">
            <a:extLst>
              <a:ext uri="{FF2B5EF4-FFF2-40B4-BE49-F238E27FC236}">
                <a16:creationId xmlns:a16="http://schemas.microsoft.com/office/drawing/2014/main" id="{BB965F7D-6C45-41FD-BB7C-81601019A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9025" y="1619250"/>
            <a:ext cx="7696200" cy="481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>
              <a:buClr>
                <a:srgbClr val="000066"/>
              </a:buClr>
              <a:buSzPct val="75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65163" indent="-190500"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52500" indent="-15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19250" indent="-190500"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buSzPct val="100000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buSzPct val="100000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buSzPct val="100000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buSzPct val="100000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buSzPct val="100000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 typeface="Wingdings" panose="05000000000000000000" pitchFamily="2" charset="2"/>
              <a:buChar char="n"/>
            </a:pPr>
            <a:endParaRPr lang="en-US" altLang="nl-NL"/>
          </a:p>
          <a:p>
            <a:pPr>
              <a:buFont typeface="Wingdings" panose="05000000000000000000" pitchFamily="2" charset="2"/>
              <a:buChar char="n"/>
            </a:pPr>
            <a:r>
              <a:rPr lang="en-US" altLang="nl-NL"/>
              <a:t> Coarse Grain Reconfigurable Architectures</a:t>
            </a:r>
          </a:p>
          <a:p>
            <a:pPr>
              <a:buFont typeface="Wingdings" panose="05000000000000000000" pitchFamily="2" charset="2"/>
              <a:buChar char="n"/>
            </a:pPr>
            <a:endParaRPr lang="en-US" altLang="nl-NL"/>
          </a:p>
          <a:p>
            <a:pPr>
              <a:buFont typeface="Wingdings" panose="05000000000000000000" pitchFamily="2" charset="2"/>
              <a:buChar char="n"/>
            </a:pPr>
            <a:r>
              <a:rPr lang="nl-NL" altLang="nl-NL"/>
              <a:t> FPGA </a:t>
            </a:r>
            <a:r>
              <a:rPr lang="en-US" altLang="nl-NL"/>
              <a:t>Logic Blocks </a:t>
            </a:r>
          </a:p>
          <a:p>
            <a:pPr>
              <a:buFont typeface="Wingdings" panose="05000000000000000000" pitchFamily="2" charset="2"/>
              <a:buChar char="n"/>
            </a:pPr>
            <a:endParaRPr lang="nl-NL" altLang="nl-NL"/>
          </a:p>
          <a:p>
            <a:pPr>
              <a:buFont typeface="Wingdings" panose="05000000000000000000" pitchFamily="2" charset="2"/>
              <a:buChar char="n"/>
            </a:pPr>
            <a:r>
              <a:rPr lang="nl-NL" altLang="nl-NL"/>
              <a:t> </a:t>
            </a:r>
            <a:r>
              <a:rPr lang="en-US" altLang="nl-NL"/>
              <a:t>FPGA </a:t>
            </a:r>
            <a:r>
              <a:rPr lang="nl-NL" altLang="nl-NL"/>
              <a:t>Interconnects</a:t>
            </a:r>
            <a:r>
              <a:rPr lang="nl-NL" altLang="nl-NL">
                <a:solidFill>
                  <a:srgbClr val="E12511"/>
                </a:solidFill>
              </a:rPr>
              <a:t> </a:t>
            </a:r>
            <a:endParaRPr lang="en-US" altLang="nl-NL"/>
          </a:p>
          <a:p>
            <a:pPr>
              <a:buFont typeface="Wingdings" panose="05000000000000000000" pitchFamily="2" charset="2"/>
              <a:buChar char="n"/>
            </a:pPr>
            <a:endParaRPr lang="en-US" altLang="nl-NL"/>
          </a:p>
          <a:p>
            <a:pPr>
              <a:buClr>
                <a:srgbClr val="F81B0A"/>
              </a:buClr>
              <a:buSzPct val="150000"/>
              <a:buFont typeface="Wingdings 2" panose="05020102010507070707" pitchFamily="18" charset="2"/>
              <a:buChar char="E"/>
            </a:pPr>
            <a:r>
              <a:rPr lang="en-US" altLang="nl-NL">
                <a:solidFill>
                  <a:srgbClr val="E12511"/>
                </a:solidFill>
              </a:rPr>
              <a:t>Architecture Evaluation</a:t>
            </a:r>
            <a:endParaRPr lang="nl-NL" altLang="nl-NL"/>
          </a:p>
          <a:p>
            <a:pPr>
              <a:buFont typeface="Wingdings" panose="05000000000000000000" pitchFamily="2" charset="2"/>
              <a:buChar char="n"/>
            </a:pPr>
            <a:endParaRPr lang="nl-NL" altLang="nl-NL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79A4BB0B-523A-4103-AD44-7995913CD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7958"/>
            <a:ext cx="1905000" cy="35719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101679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2">
            <a:extLst>
              <a:ext uri="{FF2B5EF4-FFF2-40B4-BE49-F238E27FC236}">
                <a16:creationId xmlns:a16="http://schemas.microsoft.com/office/drawing/2014/main" id="{71DBCB37-2255-4918-B87D-19863ABEC8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576" y="219055"/>
            <a:ext cx="7772400" cy="1143000"/>
          </a:xfrm>
        </p:spPr>
        <p:txBody>
          <a:bodyPr/>
          <a:lstStyle/>
          <a:p>
            <a:r>
              <a:rPr lang="en-US" altLang="zh-CN" sz="3200" b="1" kern="1200" dirty="0">
                <a:solidFill>
                  <a:srgbClr val="CC0066"/>
                </a:solidFill>
                <a:latin typeface="+mn-lt"/>
                <a:ea typeface="+mn-ea"/>
                <a:cs typeface="+mn-cs"/>
              </a:rPr>
              <a:t>FPGA Architecture Description</a:t>
            </a:r>
          </a:p>
        </p:txBody>
      </p:sp>
      <p:pic>
        <p:nvPicPr>
          <p:cNvPr id="46085" name="Picture 3" descr="fig_island_routing">
            <a:extLst>
              <a:ext uri="{FF2B5EF4-FFF2-40B4-BE49-F238E27FC236}">
                <a16:creationId xmlns:a16="http://schemas.microsoft.com/office/drawing/2014/main" id="{9AD1B1C3-B20C-4601-940A-1349536D3B3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11760" y="1332512"/>
            <a:ext cx="5219700" cy="39909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6086" name="Rectangle 4">
            <a:extLst>
              <a:ext uri="{FF2B5EF4-FFF2-40B4-BE49-F238E27FC236}">
                <a16:creationId xmlns:a16="http://schemas.microsoft.com/office/drawing/2014/main" id="{AEBEE1EB-F1A5-4311-9321-4E0DEBAD93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500" y="5413375"/>
            <a:ext cx="6413500" cy="896938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ea typeface="SimSun" panose="02010600030101010101" pitchFamily="2" charset="-122"/>
              </a:rPr>
              <a:t>An FPGA architecture can be described with high level parameters such as array size, switch block type, etc., in a file called x.arch.</a:t>
            </a:r>
          </a:p>
        </p:txBody>
      </p:sp>
      <p:sp>
        <p:nvSpPr>
          <p:cNvPr id="46087" name="Text Box 5">
            <a:extLst>
              <a:ext uri="{FF2B5EF4-FFF2-40B4-BE49-F238E27FC236}">
                <a16:creationId xmlns:a16="http://schemas.microsoft.com/office/drawing/2014/main" id="{836446F4-EDCE-4E16-AF1F-7184FDAE42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1409700"/>
            <a:ext cx="825500" cy="3587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1000">
                <a:latin typeface="Tahoma" panose="020B0604030504040204" pitchFamily="34" charset="0"/>
                <a:ea typeface="SimSun" panose="02010600030101010101" pitchFamily="2" charset="-122"/>
              </a:rPr>
              <a:t>Functional Block</a:t>
            </a:r>
          </a:p>
        </p:txBody>
      </p:sp>
      <p:sp>
        <p:nvSpPr>
          <p:cNvPr id="8" name="Slide Number Placeholder 15">
            <a:extLst>
              <a:ext uri="{FF2B5EF4-FFF2-40B4-BE49-F238E27FC236}">
                <a16:creationId xmlns:a16="http://schemas.microsoft.com/office/drawing/2014/main" id="{B88E453C-59DC-4551-8DB3-7EA0216C6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7958"/>
            <a:ext cx="1905000" cy="35719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53563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8" name="Rectangle 1">
            <a:extLst>
              <a:ext uri="{FF2B5EF4-FFF2-40B4-BE49-F238E27FC236}">
                <a16:creationId xmlns:a16="http://schemas.microsoft.com/office/drawing/2014/main" id="{D3198B96-1874-4586-8747-59C210A833A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734952" y="44624"/>
            <a:ext cx="7772400" cy="1143000"/>
          </a:xfrm>
        </p:spPr>
        <p:txBody>
          <a:bodyPr lIns="90479" tIns="44445" rIns="90479" bIns="44445"/>
          <a:lstStyle/>
          <a:p>
            <a:pPr eaLnBrk="1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altLang="en-US" sz="3200" b="1" kern="1200" dirty="0">
                <a:solidFill>
                  <a:srgbClr val="CC0066"/>
                </a:solidFill>
                <a:latin typeface="+mn-lt"/>
                <a:ea typeface="+mn-ea"/>
                <a:cs typeface="+mn-cs"/>
              </a:rPr>
              <a:t>Routing-Resource Graph (RRG)</a:t>
            </a:r>
          </a:p>
        </p:txBody>
      </p:sp>
      <p:sp>
        <p:nvSpPr>
          <p:cNvPr id="47109" name="Rectangle 2">
            <a:extLst>
              <a:ext uri="{FF2B5EF4-FFF2-40B4-BE49-F238E27FC236}">
                <a16:creationId xmlns:a16="http://schemas.microsoft.com/office/drawing/2014/main" id="{6234A29F-4286-4D57-9E3A-EFBB6479A957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734952" y="1052736"/>
            <a:ext cx="7772400" cy="4114800"/>
          </a:xfrm>
        </p:spPr>
        <p:txBody>
          <a:bodyPr lIns="90479" tIns="44445" rIns="90479" bIns="44445"/>
          <a:lstStyle/>
          <a:p>
            <a:pPr marL="336550" indent="-336550" eaLnBrk="1">
              <a:buSzPct val="45000"/>
              <a:tabLst>
                <a:tab pos="336550" algn="l"/>
                <a:tab pos="449263" algn="l"/>
                <a:tab pos="906463" algn="l"/>
                <a:tab pos="1363663" algn="l"/>
                <a:tab pos="1820863" algn="l"/>
                <a:tab pos="2278063" algn="l"/>
                <a:tab pos="2735263" algn="l"/>
                <a:tab pos="3192463" algn="l"/>
                <a:tab pos="3649663" algn="l"/>
                <a:tab pos="4106863" algn="l"/>
                <a:tab pos="4564063" algn="l"/>
                <a:tab pos="5021263" algn="l"/>
                <a:tab pos="5478463" algn="l"/>
                <a:tab pos="5935663" algn="l"/>
                <a:tab pos="6392863" algn="l"/>
                <a:tab pos="6850063" algn="l"/>
                <a:tab pos="7307263" algn="l"/>
                <a:tab pos="7764463" algn="l"/>
                <a:tab pos="8221663" algn="l"/>
                <a:tab pos="8678863" algn="l"/>
                <a:tab pos="9136063" algn="l"/>
              </a:tabLst>
            </a:pPr>
            <a:r>
              <a:rPr lang="en-GB" altLang="en-US" dirty="0"/>
              <a:t> Directed graph G(V,E), representing routing resources and their connections.</a:t>
            </a:r>
          </a:p>
          <a:p>
            <a:pPr marL="1477963" lvl="1" indent="-563563" eaLnBrk="1">
              <a:buSzPct val="45000"/>
              <a:buFont typeface="Wingdings" panose="05000000000000000000" pitchFamily="2" charset="2"/>
              <a:buChar char=""/>
              <a:tabLst>
                <a:tab pos="336550" algn="l"/>
                <a:tab pos="449263" algn="l"/>
                <a:tab pos="906463" algn="l"/>
                <a:tab pos="1363663" algn="l"/>
                <a:tab pos="1820863" algn="l"/>
                <a:tab pos="2278063" algn="l"/>
                <a:tab pos="2735263" algn="l"/>
                <a:tab pos="3192463" algn="l"/>
                <a:tab pos="3649663" algn="l"/>
                <a:tab pos="4106863" algn="l"/>
                <a:tab pos="4564063" algn="l"/>
                <a:tab pos="5021263" algn="l"/>
                <a:tab pos="5478463" algn="l"/>
                <a:tab pos="5935663" algn="l"/>
                <a:tab pos="6392863" algn="l"/>
                <a:tab pos="6850063" algn="l"/>
                <a:tab pos="7307263" algn="l"/>
                <a:tab pos="7764463" algn="l"/>
                <a:tab pos="8221663" algn="l"/>
                <a:tab pos="8678863" algn="l"/>
                <a:tab pos="9136063" algn="l"/>
              </a:tabLst>
            </a:pPr>
            <a:r>
              <a:rPr lang="en-GB" altLang="en-US" sz="2000" dirty="0"/>
              <a:t>V: CLB pins and wires. Each node can be associated with capacity, occupancy, and delay, etc. </a:t>
            </a:r>
          </a:p>
          <a:p>
            <a:pPr marL="1477963" lvl="1" indent="-563563" eaLnBrk="1">
              <a:buSzPct val="45000"/>
              <a:buFont typeface="Wingdings" panose="05000000000000000000" pitchFamily="2" charset="2"/>
              <a:buChar char=""/>
              <a:tabLst>
                <a:tab pos="336550" algn="l"/>
                <a:tab pos="449263" algn="l"/>
                <a:tab pos="906463" algn="l"/>
                <a:tab pos="1363663" algn="l"/>
                <a:tab pos="1820863" algn="l"/>
                <a:tab pos="2278063" algn="l"/>
                <a:tab pos="2735263" algn="l"/>
                <a:tab pos="3192463" algn="l"/>
                <a:tab pos="3649663" algn="l"/>
                <a:tab pos="4106863" algn="l"/>
                <a:tab pos="4564063" algn="l"/>
                <a:tab pos="5021263" algn="l"/>
                <a:tab pos="5478463" algn="l"/>
                <a:tab pos="5935663" algn="l"/>
                <a:tab pos="6392863" algn="l"/>
                <a:tab pos="6850063" algn="l"/>
                <a:tab pos="7307263" algn="l"/>
                <a:tab pos="7764463" algn="l"/>
                <a:tab pos="8221663" algn="l"/>
                <a:tab pos="8678863" algn="l"/>
                <a:tab pos="9136063" algn="l"/>
              </a:tabLst>
            </a:pPr>
            <a:r>
              <a:rPr lang="en-GB" altLang="en-US" sz="2000" dirty="0"/>
              <a:t>E: Switches. Each edge can be associated with delay, etc.</a:t>
            </a:r>
          </a:p>
          <a:p>
            <a:pPr marL="1477963" lvl="1" indent="-563563" eaLnBrk="1">
              <a:buSzPct val="45000"/>
              <a:buFont typeface="Wingdings" panose="05000000000000000000" pitchFamily="2" charset="2"/>
              <a:buChar char=""/>
              <a:tabLst>
                <a:tab pos="336550" algn="l"/>
                <a:tab pos="449263" algn="l"/>
                <a:tab pos="906463" algn="l"/>
                <a:tab pos="1363663" algn="l"/>
                <a:tab pos="1820863" algn="l"/>
                <a:tab pos="2278063" algn="l"/>
                <a:tab pos="2735263" algn="l"/>
                <a:tab pos="3192463" algn="l"/>
                <a:tab pos="3649663" algn="l"/>
                <a:tab pos="4106863" algn="l"/>
                <a:tab pos="4564063" algn="l"/>
                <a:tab pos="5021263" algn="l"/>
                <a:tab pos="5478463" algn="l"/>
                <a:tab pos="5935663" algn="l"/>
                <a:tab pos="6392863" algn="l"/>
                <a:tab pos="6850063" algn="l"/>
                <a:tab pos="7307263" algn="l"/>
                <a:tab pos="7764463" algn="l"/>
                <a:tab pos="8221663" algn="l"/>
                <a:tab pos="8678863" algn="l"/>
                <a:tab pos="9136063" algn="l"/>
              </a:tabLst>
            </a:pPr>
            <a:r>
              <a:rPr lang="en-GB" altLang="en-US" sz="2000" dirty="0"/>
              <a:t>Routing tree </a:t>
            </a:r>
            <a:r>
              <a:rPr lang="en-GB" altLang="en-US" sz="2000" dirty="0" err="1"/>
              <a:t>RTi</a:t>
            </a:r>
            <a:r>
              <a:rPr lang="en-GB" altLang="en-US" sz="2000" dirty="0"/>
              <a:t> embedded in G(V,E) fully specifies a net's routing path.</a:t>
            </a:r>
          </a:p>
        </p:txBody>
      </p:sp>
      <p:sp>
        <p:nvSpPr>
          <p:cNvPr id="47111" name="Slide Number Placeholder 5">
            <a:extLst>
              <a:ext uri="{FF2B5EF4-FFF2-40B4-BE49-F238E27FC236}">
                <a16:creationId xmlns:a16="http://schemas.microsoft.com/office/drawing/2014/main" id="{46C94663-A0B7-4E83-9F64-0D28F9530D67}"/>
              </a:ext>
            </a:extLst>
          </p:cNvPr>
          <p:cNvSpPr txBox="1">
            <a:spLocks noGrp="1"/>
          </p:cNvSpPr>
          <p:nvPr/>
        </p:nvSpPr>
        <p:spPr bwMode="auto">
          <a:xfrm>
            <a:off x="8591476" y="6171928"/>
            <a:ext cx="59690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0" tIns="43195" rIns="91430" bIns="43195"/>
          <a:lstStyle>
            <a:lvl1pPr defTabSz="828675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28675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28675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28675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28675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28675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28675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28675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28675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>
              <a:lnSpc>
                <a:spcPct val="93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fld id="{B5758B57-623D-42EA-9E72-13198AEF1C52}" type="slidenum">
              <a:rPr lang="en-SG" altLang="en-US" sz="1000">
                <a:solidFill>
                  <a:schemeClr val="bg1"/>
                </a:solidFill>
                <a:ea typeface="SimSun" panose="02010600030101010101" pitchFamily="2" charset="-122"/>
              </a:rPr>
              <a:pPr algn="r" eaLnBrk="1">
                <a:lnSpc>
                  <a:spcPct val="93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t>46</a:t>
            </a:fld>
            <a:endParaRPr lang="en-SG" altLang="en-US" sz="1000">
              <a:solidFill>
                <a:schemeClr val="bg1"/>
              </a:solidFill>
              <a:ea typeface="SimSun" panose="02010600030101010101" pitchFamily="2" charset="-122"/>
            </a:endParaRPr>
          </a:p>
        </p:txBody>
      </p:sp>
      <p:pic>
        <p:nvPicPr>
          <p:cNvPr id="47112" name="Picture 3">
            <a:extLst>
              <a:ext uri="{FF2B5EF4-FFF2-40B4-BE49-F238E27FC236}">
                <a16:creationId xmlns:a16="http://schemas.microsoft.com/office/drawing/2014/main" id="{08A59F7E-9D3D-4CCE-8A54-989FA289DB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7632" y="3838758"/>
            <a:ext cx="6219701" cy="2453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9" name="Slide Number Placeholder 15">
            <a:extLst>
              <a:ext uri="{FF2B5EF4-FFF2-40B4-BE49-F238E27FC236}">
                <a16:creationId xmlns:a16="http://schemas.microsoft.com/office/drawing/2014/main" id="{CBE4B6E9-8025-4A63-9825-1A12FBA90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7958"/>
            <a:ext cx="1905000" cy="35719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349523"/>
      </p:ext>
    </p:extLst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95BEE-2EE2-4DFA-A625-0D9D760D789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46385" y="257007"/>
            <a:ext cx="8177535" cy="1143000"/>
          </a:xfrm>
        </p:spPr>
        <p:txBody>
          <a:bodyPr lIns="0" tIns="45720" rIns="91440" bIns="45720"/>
          <a:lstStyle/>
          <a:p>
            <a:pPr>
              <a:defRPr/>
            </a:pPr>
            <a:r>
              <a:rPr lang="en-US" altLang="zh-CN" sz="3200" b="1" kern="1200" dirty="0">
                <a:solidFill>
                  <a:srgbClr val="CC0066"/>
                </a:solidFill>
                <a:latin typeface="+mn-lt"/>
                <a:ea typeface="+mn-ea"/>
                <a:cs typeface="+mn-cs"/>
              </a:rPr>
              <a:t>FPGA Architecture and EDA</a:t>
            </a:r>
            <a:br>
              <a:rPr lang="en-US" altLang="zh-CN" sz="3200" b="1" kern="1200" dirty="0">
                <a:solidFill>
                  <a:srgbClr val="CC0066"/>
                </a:solidFill>
                <a:latin typeface="+mn-lt"/>
                <a:ea typeface="+mn-ea"/>
                <a:cs typeface="+mn-cs"/>
              </a:rPr>
            </a:br>
            <a:r>
              <a:rPr lang="en-US" altLang="zh-CN" sz="3200" b="1" kern="1200" dirty="0">
                <a:solidFill>
                  <a:srgbClr val="CC0066"/>
                </a:solidFill>
                <a:latin typeface="+mn-lt"/>
                <a:ea typeface="+mn-ea"/>
                <a:cs typeface="+mn-cs"/>
              </a:rPr>
              <a:t>Exploration Framework</a:t>
            </a:r>
          </a:p>
        </p:txBody>
      </p:sp>
      <p:pic>
        <p:nvPicPr>
          <p:cNvPr id="48133" name="Picture 3">
            <a:extLst>
              <a:ext uri="{FF2B5EF4-FFF2-40B4-BE49-F238E27FC236}">
                <a16:creationId xmlns:a16="http://schemas.microsoft.com/office/drawing/2014/main" id="{6C17FDD9-7A88-4FEF-B300-0A483D843C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800" y="2474913"/>
            <a:ext cx="6435725" cy="2538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grpSp>
        <p:nvGrpSpPr>
          <p:cNvPr id="48134" name="Group 4">
            <a:extLst>
              <a:ext uri="{FF2B5EF4-FFF2-40B4-BE49-F238E27FC236}">
                <a16:creationId xmlns:a16="http://schemas.microsoft.com/office/drawing/2014/main" id="{6D9FB117-FB08-488E-ACAD-E188C9B05494}"/>
              </a:ext>
            </a:extLst>
          </p:cNvPr>
          <p:cNvGrpSpPr>
            <a:grpSpLocks/>
          </p:cNvGrpSpPr>
          <p:nvPr/>
        </p:nvGrpSpPr>
        <p:grpSpPr bwMode="auto">
          <a:xfrm>
            <a:off x="2967888" y="1367996"/>
            <a:ext cx="2971800" cy="927100"/>
            <a:chOff x="2168" y="680"/>
            <a:chExt cx="1872" cy="584"/>
          </a:xfrm>
        </p:grpSpPr>
        <p:sp>
          <p:nvSpPr>
            <p:cNvPr id="48145" name="Oval 5">
              <a:extLst>
                <a:ext uri="{FF2B5EF4-FFF2-40B4-BE49-F238E27FC236}">
                  <a16:creationId xmlns:a16="http://schemas.microsoft.com/office/drawing/2014/main" id="{719ACEBF-50F7-44B0-9528-094076F2E7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8" y="680"/>
              <a:ext cx="1872" cy="584"/>
            </a:xfrm>
            <a:prstGeom prst="ellipse">
              <a:avLst/>
            </a:prstGeom>
            <a:solidFill>
              <a:srgbClr val="C0C0C0"/>
            </a:solidFill>
            <a:ln w="2540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SG" altLang="zh-CN"/>
            </a:p>
          </p:txBody>
        </p:sp>
        <p:sp>
          <p:nvSpPr>
            <p:cNvPr id="48146" name="Rectangle 6">
              <a:extLst>
                <a:ext uri="{FF2B5EF4-FFF2-40B4-BE49-F238E27FC236}">
                  <a16:creationId xmlns:a16="http://schemas.microsoft.com/office/drawing/2014/main" id="{FD0583CE-FFA9-4AE7-B5AC-93CAF07F62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6" y="799"/>
              <a:ext cx="1756" cy="3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000" dirty="0"/>
                <a:t>FPGA Architecture File (.arch; .xml)</a:t>
              </a:r>
            </a:p>
          </p:txBody>
        </p:sp>
      </p:grpSp>
      <p:sp>
        <p:nvSpPr>
          <p:cNvPr id="48135" name="AutoShape 7">
            <a:extLst>
              <a:ext uri="{FF2B5EF4-FFF2-40B4-BE49-F238E27FC236}">
                <a16:creationId xmlns:a16="http://schemas.microsoft.com/office/drawing/2014/main" id="{A87BD918-FAC9-4974-BEDF-C8D1164B54EC}"/>
              </a:ext>
            </a:extLst>
          </p:cNvPr>
          <p:cNvSpPr>
            <a:spLocks noChangeArrowheads="1"/>
          </p:cNvSpPr>
          <p:nvPr/>
        </p:nvSpPr>
        <p:spPr bwMode="auto">
          <a:xfrm rot="19701321">
            <a:off x="2472997" y="2186957"/>
            <a:ext cx="863600" cy="317500"/>
          </a:xfrm>
          <a:prstGeom prst="rightArrow">
            <a:avLst>
              <a:gd name="adj1" fmla="val 50000"/>
              <a:gd name="adj2" fmla="val 68000"/>
            </a:avLst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SG" altLang="zh-CN"/>
          </a:p>
        </p:txBody>
      </p:sp>
      <p:sp>
        <p:nvSpPr>
          <p:cNvPr id="48136" name="AutoShape 8">
            <a:extLst>
              <a:ext uri="{FF2B5EF4-FFF2-40B4-BE49-F238E27FC236}">
                <a16:creationId xmlns:a16="http://schemas.microsoft.com/office/drawing/2014/main" id="{D1C46F65-BE6B-47A8-B059-8DF91C16AE4F}"/>
              </a:ext>
            </a:extLst>
          </p:cNvPr>
          <p:cNvSpPr>
            <a:spLocks noChangeArrowheads="1"/>
          </p:cNvSpPr>
          <p:nvPr/>
        </p:nvSpPr>
        <p:spPr bwMode="auto">
          <a:xfrm rot="3120909">
            <a:off x="5537983" y="2265174"/>
            <a:ext cx="723087" cy="317500"/>
          </a:xfrm>
          <a:prstGeom prst="rightArrow">
            <a:avLst>
              <a:gd name="adj1" fmla="val 50000"/>
              <a:gd name="adj2" fmla="val 68000"/>
            </a:avLst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SG" altLang="zh-CN"/>
          </a:p>
        </p:txBody>
      </p:sp>
      <p:grpSp>
        <p:nvGrpSpPr>
          <p:cNvPr id="48137" name="Group 9">
            <a:extLst>
              <a:ext uri="{FF2B5EF4-FFF2-40B4-BE49-F238E27FC236}">
                <a16:creationId xmlns:a16="http://schemas.microsoft.com/office/drawing/2014/main" id="{AE40CE43-F849-4D50-AD69-650C792B0802}"/>
              </a:ext>
            </a:extLst>
          </p:cNvPr>
          <p:cNvGrpSpPr>
            <a:grpSpLocks/>
          </p:cNvGrpSpPr>
          <p:nvPr/>
        </p:nvGrpSpPr>
        <p:grpSpPr bwMode="auto">
          <a:xfrm>
            <a:off x="2420938" y="5207000"/>
            <a:ext cx="2800350" cy="711200"/>
            <a:chOff x="2012" y="3184"/>
            <a:chExt cx="1764" cy="448"/>
          </a:xfrm>
        </p:grpSpPr>
        <p:sp>
          <p:nvSpPr>
            <p:cNvPr id="48143" name="Rectangle 10">
              <a:extLst>
                <a:ext uri="{FF2B5EF4-FFF2-40B4-BE49-F238E27FC236}">
                  <a16:creationId xmlns:a16="http://schemas.microsoft.com/office/drawing/2014/main" id="{E3DCD88F-904E-4316-A719-5FEABE1239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3184"/>
              <a:ext cx="1760" cy="448"/>
            </a:xfrm>
            <a:prstGeom prst="rect">
              <a:avLst/>
            </a:prstGeom>
            <a:solidFill>
              <a:srgbClr val="C0C0C0"/>
            </a:solidFill>
            <a:ln w="254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SG" altLang="zh-CN"/>
            </a:p>
          </p:txBody>
        </p:sp>
        <p:sp>
          <p:nvSpPr>
            <p:cNvPr id="48144" name="Rectangle 11">
              <a:extLst>
                <a:ext uri="{FF2B5EF4-FFF2-40B4-BE49-F238E27FC236}">
                  <a16:creationId xmlns:a16="http://schemas.microsoft.com/office/drawing/2014/main" id="{A8BF2F0C-B728-4D6F-A55F-DB8801CD70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2" y="3279"/>
              <a:ext cx="1756" cy="2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000"/>
                <a:t>Placement &amp; Routing</a:t>
              </a:r>
            </a:p>
          </p:txBody>
        </p:sp>
      </p:grpSp>
      <p:sp>
        <p:nvSpPr>
          <p:cNvPr id="48138" name="AutoShape 12">
            <a:extLst>
              <a:ext uri="{FF2B5EF4-FFF2-40B4-BE49-F238E27FC236}">
                <a16:creationId xmlns:a16="http://schemas.microsoft.com/office/drawing/2014/main" id="{590055B7-E8A4-420C-BB64-D86A6ADDC401}"/>
              </a:ext>
            </a:extLst>
          </p:cNvPr>
          <p:cNvSpPr>
            <a:spLocks noChangeArrowheads="1"/>
          </p:cNvSpPr>
          <p:nvPr/>
        </p:nvSpPr>
        <p:spPr bwMode="auto">
          <a:xfrm rot="19701321">
            <a:off x="4037863" y="4672701"/>
            <a:ext cx="863600" cy="317500"/>
          </a:xfrm>
          <a:prstGeom prst="rightArrow">
            <a:avLst>
              <a:gd name="adj1" fmla="val 50000"/>
              <a:gd name="adj2" fmla="val 68000"/>
            </a:avLst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SG" altLang="zh-CN"/>
          </a:p>
        </p:txBody>
      </p:sp>
      <p:sp>
        <p:nvSpPr>
          <p:cNvPr id="48139" name="AutoShape 13">
            <a:extLst>
              <a:ext uri="{FF2B5EF4-FFF2-40B4-BE49-F238E27FC236}">
                <a16:creationId xmlns:a16="http://schemas.microsoft.com/office/drawing/2014/main" id="{2EB21578-E7C4-440F-A5AF-7D6B0074DDBC}"/>
              </a:ext>
            </a:extLst>
          </p:cNvPr>
          <p:cNvSpPr>
            <a:spLocks noChangeArrowheads="1"/>
          </p:cNvSpPr>
          <p:nvPr/>
        </p:nvSpPr>
        <p:spPr bwMode="auto">
          <a:xfrm rot="3120909">
            <a:off x="6034676" y="4928819"/>
            <a:ext cx="700537" cy="317500"/>
          </a:xfrm>
          <a:prstGeom prst="rightArrow">
            <a:avLst>
              <a:gd name="adj1" fmla="val 50000"/>
              <a:gd name="adj2" fmla="val 68000"/>
            </a:avLst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SG" altLang="zh-CN"/>
          </a:p>
        </p:txBody>
      </p:sp>
      <p:grpSp>
        <p:nvGrpSpPr>
          <p:cNvPr id="48140" name="Group 14">
            <a:extLst>
              <a:ext uri="{FF2B5EF4-FFF2-40B4-BE49-F238E27FC236}">
                <a16:creationId xmlns:a16="http://schemas.microsoft.com/office/drawing/2014/main" id="{75AA4095-1190-4D88-9DA1-89E6A3E329CD}"/>
              </a:ext>
            </a:extLst>
          </p:cNvPr>
          <p:cNvGrpSpPr>
            <a:grpSpLocks/>
          </p:cNvGrpSpPr>
          <p:nvPr/>
        </p:nvGrpSpPr>
        <p:grpSpPr bwMode="auto">
          <a:xfrm>
            <a:off x="5652120" y="5357813"/>
            <a:ext cx="2971800" cy="927100"/>
            <a:chOff x="2168" y="680"/>
            <a:chExt cx="1872" cy="584"/>
          </a:xfrm>
        </p:grpSpPr>
        <p:sp>
          <p:nvSpPr>
            <p:cNvPr id="48141" name="Oval 15">
              <a:extLst>
                <a:ext uri="{FF2B5EF4-FFF2-40B4-BE49-F238E27FC236}">
                  <a16:creationId xmlns:a16="http://schemas.microsoft.com/office/drawing/2014/main" id="{59F081E1-8AC3-46B0-BCB6-2B95031F8F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8" y="680"/>
              <a:ext cx="1872" cy="584"/>
            </a:xfrm>
            <a:prstGeom prst="ellipse">
              <a:avLst/>
            </a:prstGeom>
            <a:solidFill>
              <a:srgbClr val="C0C0C0"/>
            </a:solidFill>
            <a:ln w="2540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SG" altLang="zh-CN"/>
            </a:p>
          </p:txBody>
        </p:sp>
        <p:sp>
          <p:nvSpPr>
            <p:cNvPr id="48142" name="Rectangle 16">
              <a:extLst>
                <a:ext uri="{FF2B5EF4-FFF2-40B4-BE49-F238E27FC236}">
                  <a16:creationId xmlns:a16="http://schemas.microsoft.com/office/drawing/2014/main" id="{0EAEDD15-231B-47A1-BE5F-C90A7B5495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6" y="799"/>
              <a:ext cx="1756" cy="3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88000"/>
                </a:lnSpc>
                <a:spcBef>
                  <a:spcPct val="3000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000"/>
                <a:t>Placement &amp; routing Results (.net)</a:t>
              </a:r>
            </a:p>
          </p:txBody>
        </p:sp>
      </p:grpSp>
      <p:sp>
        <p:nvSpPr>
          <p:cNvPr id="19" name="Slide Number Placeholder 15">
            <a:extLst>
              <a:ext uri="{FF2B5EF4-FFF2-40B4-BE49-F238E27FC236}">
                <a16:creationId xmlns:a16="http://schemas.microsoft.com/office/drawing/2014/main" id="{3A7BE6E8-83DB-424D-B1CF-378DDAAEA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7958"/>
            <a:ext cx="1905000" cy="35719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52211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24998-7A26-47E8-A2C5-6699D70B66D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84734" y="451634"/>
            <a:ext cx="7772400" cy="1143000"/>
          </a:xfrm>
        </p:spPr>
        <p:txBody>
          <a:bodyPr lIns="0" tIns="45720" rIns="91440" bIns="45720"/>
          <a:lstStyle/>
          <a:p>
            <a:pPr eaLnBrk="1" hangingPunct="1">
              <a:defRPr/>
            </a:pPr>
            <a:r>
              <a:rPr lang="en-US" altLang="zh-CN" sz="3200" b="1" kern="1200" dirty="0">
                <a:solidFill>
                  <a:srgbClr val="CC0066"/>
                </a:solidFill>
                <a:latin typeface="+mn-lt"/>
                <a:ea typeface="+mn-ea"/>
                <a:cs typeface="+mn-cs"/>
              </a:rPr>
              <a:t>VPR Architecture and EDA</a:t>
            </a:r>
            <a:br>
              <a:rPr lang="en-US" altLang="zh-CN" sz="3200" b="1" kern="1200" dirty="0">
                <a:solidFill>
                  <a:srgbClr val="CC0066"/>
                </a:solidFill>
                <a:latin typeface="+mn-lt"/>
                <a:ea typeface="+mn-ea"/>
                <a:cs typeface="+mn-cs"/>
              </a:rPr>
            </a:br>
            <a:r>
              <a:rPr lang="en-US" altLang="zh-CN" sz="3200" b="1" kern="1200" dirty="0">
                <a:solidFill>
                  <a:srgbClr val="CC0066"/>
                </a:solidFill>
                <a:latin typeface="+mn-lt"/>
                <a:ea typeface="+mn-ea"/>
                <a:cs typeface="+mn-cs"/>
              </a:rPr>
              <a:t>Exploration Framework</a:t>
            </a:r>
          </a:p>
        </p:txBody>
      </p:sp>
      <p:pic>
        <p:nvPicPr>
          <p:cNvPr id="49157" name="Picture 17">
            <a:extLst>
              <a:ext uri="{FF2B5EF4-FFF2-40B4-BE49-F238E27FC236}">
                <a16:creationId xmlns:a16="http://schemas.microsoft.com/office/drawing/2014/main" id="{542F98F2-6F7C-4D31-9D34-E3C41CF577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3084" y="1758182"/>
            <a:ext cx="7004050" cy="321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9158" name="Rectangle 18">
            <a:extLst>
              <a:ext uri="{FF2B5EF4-FFF2-40B4-BE49-F238E27FC236}">
                <a16:creationId xmlns:a16="http://schemas.microsoft.com/office/drawing/2014/main" id="{56EBA3C5-6B87-4591-A2D9-39AC39E19D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634" y="5380857"/>
            <a:ext cx="6919912" cy="842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VPR: Versatile Placement and Routing</a:t>
            </a:r>
          </a:p>
          <a:p>
            <a:r>
              <a:rPr lang="en-US" altLang="en-US"/>
              <a:t>http://www.eecg.toronto.edu/~vaughn/vpr/vpr.html</a:t>
            </a:r>
          </a:p>
        </p:txBody>
      </p:sp>
      <p:sp>
        <p:nvSpPr>
          <p:cNvPr id="7" name="Slide Number Placeholder 15">
            <a:extLst>
              <a:ext uri="{FF2B5EF4-FFF2-40B4-BE49-F238E27FC236}">
                <a16:creationId xmlns:a16="http://schemas.microsoft.com/office/drawing/2014/main" id="{505E3F18-D098-49FC-8BF9-7669EE6ED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7958"/>
            <a:ext cx="1905000" cy="35719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4166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FA3CC-713D-42AF-8859-2B7C4CEA24A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7504" y="227296"/>
            <a:ext cx="8492480" cy="1143000"/>
          </a:xfrm>
        </p:spPr>
        <p:txBody>
          <a:bodyPr lIns="0" tIns="45720" rIns="91440" bIns="45720"/>
          <a:lstStyle/>
          <a:p>
            <a:pPr eaLnBrk="1" hangingPunct="1">
              <a:defRPr/>
            </a:pPr>
            <a:r>
              <a:rPr lang="en-US" altLang="zh-CN" sz="3200" b="1" kern="1200" dirty="0">
                <a:solidFill>
                  <a:srgbClr val="CC0066"/>
                </a:solidFill>
                <a:latin typeface="+mn-lt"/>
                <a:ea typeface="+mn-ea"/>
                <a:cs typeface="+mn-cs"/>
              </a:rPr>
              <a:t>FPGA Verilog-to-Routing Project </a:t>
            </a:r>
            <a:br>
              <a:rPr lang="en-US" altLang="zh-CN" sz="3200" b="1" kern="1200" dirty="0">
                <a:solidFill>
                  <a:srgbClr val="CC0066"/>
                </a:solidFill>
                <a:latin typeface="+mn-lt"/>
                <a:ea typeface="+mn-ea"/>
                <a:cs typeface="+mn-cs"/>
              </a:rPr>
            </a:br>
            <a:r>
              <a:rPr lang="en-US" altLang="zh-CN" sz="3200" b="1" kern="1200" dirty="0">
                <a:solidFill>
                  <a:srgbClr val="CC0066"/>
                </a:solidFill>
                <a:latin typeface="+mn-lt"/>
                <a:ea typeface="+mn-ea"/>
                <a:cs typeface="+mn-cs"/>
              </a:rPr>
              <a:t>Experiment Flow</a:t>
            </a:r>
          </a:p>
        </p:txBody>
      </p:sp>
      <p:sp>
        <p:nvSpPr>
          <p:cNvPr id="50181" name="Content Placeholder 2">
            <a:extLst>
              <a:ext uri="{FF2B5EF4-FFF2-40B4-BE49-F238E27FC236}">
                <a16:creationId xmlns:a16="http://schemas.microsoft.com/office/drawing/2014/main" id="{A86CDEC4-4720-49F9-918C-32B3BF82081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87375" y="1300163"/>
            <a:ext cx="7788275" cy="5257800"/>
          </a:xfrm>
        </p:spPr>
        <p:txBody>
          <a:bodyPr lIns="0" tIns="45720" rIns="91440" bIns="45720"/>
          <a:lstStyle/>
          <a:p>
            <a:pPr marL="228600" indent="-228600" eaLnBrk="1" hangingPunct="1">
              <a:lnSpc>
                <a:spcPct val="100000"/>
              </a:lnSpc>
            </a:pPr>
            <a:r>
              <a:rPr lang="en-US" altLang="zh-CN" sz="2000" dirty="0">
                <a:latin typeface="Calibri" panose="020F0502020204030204" pitchFamily="34" charset="0"/>
                <a:ea typeface="SimSun" panose="02010600030101010101" pitchFamily="2" charset="-122"/>
              </a:rPr>
              <a:t>     Experiment Flow:</a:t>
            </a:r>
          </a:p>
          <a:p>
            <a:pPr marL="571500" lvl="1" indent="-228600" eaLnBrk="1" hangingPunct="1">
              <a:lnSpc>
                <a:spcPct val="100000"/>
              </a:lnSpc>
            </a:pPr>
            <a:r>
              <a:rPr lang="en-US" altLang="zh-CN" sz="2000" dirty="0">
                <a:latin typeface="Calibri" panose="020F0502020204030204" pitchFamily="34" charset="0"/>
                <a:ea typeface="SimSun" panose="02010600030101010101" pitchFamily="2" charset="-122"/>
              </a:rPr>
              <a:t>Tech mapping (ABC)</a:t>
            </a:r>
          </a:p>
          <a:p>
            <a:pPr marL="571500" lvl="1" indent="-228600" eaLnBrk="1" hangingPunct="1">
              <a:lnSpc>
                <a:spcPct val="100000"/>
              </a:lnSpc>
            </a:pPr>
            <a:r>
              <a:rPr lang="en-US" altLang="zh-CN" sz="2000" dirty="0">
                <a:latin typeface="Calibri" panose="020F0502020204030204" pitchFamily="34" charset="0"/>
                <a:ea typeface="SimSun" panose="02010600030101010101" pitchFamily="2" charset="-122"/>
              </a:rPr>
              <a:t>Packing using (T-Pack)</a:t>
            </a:r>
          </a:p>
          <a:p>
            <a:pPr marL="571500" lvl="1" indent="-228600" eaLnBrk="1" hangingPunct="1">
              <a:lnSpc>
                <a:spcPct val="100000"/>
              </a:lnSpc>
            </a:pPr>
            <a:r>
              <a:rPr lang="en-US" altLang="zh-CN" sz="2000" dirty="0">
                <a:latin typeface="Calibri" panose="020F0502020204030204" pitchFamily="34" charset="0"/>
                <a:ea typeface="SimSun" panose="02010600030101010101" pitchFamily="2" charset="-122"/>
              </a:rPr>
              <a:t>Cluster activity estimation (Odin-2)</a:t>
            </a:r>
          </a:p>
          <a:p>
            <a:pPr marL="571500" lvl="1" indent="-228600" eaLnBrk="1" hangingPunct="1">
              <a:lnSpc>
                <a:spcPct val="100000"/>
              </a:lnSpc>
            </a:pPr>
            <a:r>
              <a:rPr lang="en-US" altLang="zh-CN" sz="2000" dirty="0">
                <a:latin typeface="Calibri" panose="020F0502020204030204" pitchFamily="34" charset="0"/>
                <a:ea typeface="SimSun" panose="02010600030101010101" pitchFamily="2" charset="-122"/>
              </a:rPr>
              <a:t>P&amp;R (VPR)</a:t>
            </a:r>
          </a:p>
          <a:p>
            <a:pPr marL="571500" lvl="1" indent="-228600" eaLnBrk="1" hangingPunct="1">
              <a:lnSpc>
                <a:spcPct val="100000"/>
              </a:lnSpc>
            </a:pPr>
            <a:r>
              <a:rPr lang="en-US" altLang="zh-CN" sz="2000" dirty="0">
                <a:latin typeface="Calibri" panose="020F0502020204030204" pitchFamily="34" charset="0"/>
                <a:ea typeface="SimSun" panose="02010600030101010101" pitchFamily="2" charset="-122"/>
              </a:rPr>
              <a:t>Power estimation using KPM [15]</a:t>
            </a:r>
          </a:p>
          <a:p>
            <a:pPr marL="855663" lvl="2" indent="-169863" eaLnBrk="1" hangingPunct="1">
              <a:lnSpc>
                <a:spcPct val="100000"/>
              </a:lnSpc>
            </a:pPr>
            <a:r>
              <a:rPr lang="en-US" altLang="zh-CN" sz="2000" dirty="0">
                <a:latin typeface="Calibri" panose="020F0502020204030204" pitchFamily="34" charset="0"/>
                <a:ea typeface="SimSun" panose="02010600030101010101" pitchFamily="2" charset="-122"/>
              </a:rPr>
              <a:t>Overestimates, but produces results</a:t>
            </a:r>
            <a:br>
              <a:rPr lang="en-US" altLang="zh-CN" sz="2000" dirty="0">
                <a:latin typeface="Calibri" panose="020F0502020204030204" pitchFamily="34" charset="0"/>
                <a:ea typeface="SimSun" panose="02010600030101010101" pitchFamily="2" charset="-122"/>
              </a:rPr>
            </a:br>
            <a:r>
              <a:rPr lang="en-US" altLang="zh-CN" sz="2000" dirty="0">
                <a:latin typeface="Calibri" panose="020F0502020204030204" pitchFamily="34" charset="0"/>
                <a:ea typeface="SimSun" panose="02010600030101010101" pitchFamily="2" charset="-122"/>
              </a:rPr>
              <a:t>with good fidelity</a:t>
            </a:r>
          </a:p>
          <a:p>
            <a:pPr marL="855663" lvl="2" indent="-169863" eaLnBrk="1" hangingPunct="1">
              <a:lnSpc>
                <a:spcPct val="100000"/>
              </a:lnSpc>
            </a:pPr>
            <a:r>
              <a:rPr lang="en-US" altLang="zh-CN" sz="2000" dirty="0">
                <a:latin typeface="Calibri" panose="020F0502020204030204" pitchFamily="34" charset="0"/>
                <a:ea typeface="SimSun" panose="02010600030101010101" pitchFamily="2" charset="-122"/>
              </a:rPr>
              <a:t>HSPICE simulation delays and model</a:t>
            </a:r>
            <a:br>
              <a:rPr lang="en-US" altLang="zh-CN" sz="2000" dirty="0">
                <a:latin typeface="Calibri" panose="020F0502020204030204" pitchFamily="34" charset="0"/>
                <a:ea typeface="SimSun" panose="02010600030101010101" pitchFamily="2" charset="-122"/>
              </a:rPr>
            </a:br>
            <a:r>
              <a:rPr lang="en-US" altLang="zh-CN" sz="2000" dirty="0">
                <a:latin typeface="Calibri" panose="020F0502020204030204" pitchFamily="34" charset="0"/>
                <a:ea typeface="SimSun" panose="02010600030101010101" pitchFamily="2" charset="-122"/>
              </a:rPr>
              <a:t>parameters annotated into VPR</a:t>
            </a:r>
            <a:br>
              <a:rPr lang="en-US" altLang="zh-CN" sz="2000" dirty="0">
                <a:latin typeface="Calibri" panose="020F0502020204030204" pitchFamily="34" charset="0"/>
                <a:ea typeface="SimSun" panose="02010600030101010101" pitchFamily="2" charset="-122"/>
              </a:rPr>
            </a:br>
            <a:r>
              <a:rPr lang="en-US" altLang="zh-CN" sz="2000" dirty="0">
                <a:latin typeface="Calibri" panose="020F0502020204030204" pitchFamily="34" charset="0"/>
                <a:ea typeface="SimSun" panose="02010600030101010101" pitchFamily="2" charset="-122"/>
              </a:rPr>
              <a:t>architecture XML file for delay and</a:t>
            </a:r>
            <a:br>
              <a:rPr lang="en-US" altLang="zh-CN" sz="2000" dirty="0">
                <a:latin typeface="Calibri" panose="020F0502020204030204" pitchFamily="34" charset="0"/>
                <a:ea typeface="SimSun" panose="02010600030101010101" pitchFamily="2" charset="-122"/>
              </a:rPr>
            </a:br>
            <a:r>
              <a:rPr lang="en-US" altLang="zh-CN" sz="2000" dirty="0">
                <a:latin typeface="Calibri" panose="020F0502020204030204" pitchFamily="34" charset="0"/>
                <a:ea typeface="SimSun" panose="02010600030101010101" pitchFamily="2" charset="-122"/>
              </a:rPr>
              <a:t>power modeling</a:t>
            </a:r>
          </a:p>
          <a:p>
            <a:pPr marL="571500" lvl="1" indent="-228600" eaLnBrk="1" hangingPunct="1">
              <a:lnSpc>
                <a:spcPct val="100000"/>
              </a:lnSpc>
            </a:pPr>
            <a:r>
              <a:rPr lang="en-US" altLang="zh-CN" sz="2000" dirty="0">
                <a:latin typeface="Calibri" panose="020F0502020204030204" pitchFamily="34" charset="0"/>
                <a:ea typeface="SimSun" panose="02010600030101010101" pitchFamily="2" charset="-122"/>
              </a:rPr>
              <a:t>Benchmark: MCNC suite</a:t>
            </a:r>
          </a:p>
        </p:txBody>
      </p:sp>
      <p:sp>
        <p:nvSpPr>
          <p:cNvPr id="50182" name="Rectangle 7">
            <a:extLst>
              <a:ext uri="{FF2B5EF4-FFF2-40B4-BE49-F238E27FC236}">
                <a16:creationId xmlns:a16="http://schemas.microsoft.com/office/drawing/2014/main" id="{943144C8-D7B1-482D-AF46-24D05483FF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endParaRPr lang="en-US" altLang="zh-CN" sz="1800">
              <a:ea typeface="SimSun" panose="02010600030101010101" pitchFamily="2" charset="-122"/>
            </a:endParaRPr>
          </a:p>
        </p:txBody>
      </p:sp>
      <p:sp>
        <p:nvSpPr>
          <p:cNvPr id="50183" name="Rectangle 8">
            <a:extLst>
              <a:ext uri="{FF2B5EF4-FFF2-40B4-BE49-F238E27FC236}">
                <a16:creationId xmlns:a16="http://schemas.microsoft.com/office/drawing/2014/main" id="{2813877A-6919-436A-BDAC-A8743BB1AB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81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endParaRPr lang="en-US" altLang="zh-CN" sz="1800">
              <a:ea typeface="SimSun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50184" name="Picture 28" descr="evalflow.emf">
            <a:extLst>
              <a:ext uri="{FF2B5EF4-FFF2-40B4-BE49-F238E27FC236}">
                <a16:creationId xmlns:a16="http://schemas.microsoft.com/office/drawing/2014/main" id="{E43B3FFA-B924-47E8-9534-C53CF252FDA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6650" y="1317625"/>
            <a:ext cx="4197350" cy="438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5" name="Rectangle 7">
            <a:extLst>
              <a:ext uri="{FF2B5EF4-FFF2-40B4-BE49-F238E27FC236}">
                <a16:creationId xmlns:a16="http://schemas.microsoft.com/office/drawing/2014/main" id="{48A39F87-CA63-4706-A353-E9488AD13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8448" y="5677606"/>
            <a:ext cx="552612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dirty="0">
                <a:solidFill>
                  <a:srgbClr val="F62227"/>
                </a:solidFill>
              </a:rPr>
              <a:t>Please refer to Verilog-to-Routing project page </a:t>
            </a:r>
          </a:p>
          <a:p>
            <a:r>
              <a:rPr lang="en-US" altLang="en-US" sz="2000" dirty="0">
                <a:solidFill>
                  <a:srgbClr val="F62227"/>
                </a:solidFill>
              </a:rPr>
              <a:t>http://code.google.com/p/vtr-verilog-to-routing/</a:t>
            </a:r>
          </a:p>
        </p:txBody>
      </p:sp>
      <p:sp>
        <p:nvSpPr>
          <p:cNvPr id="10" name="Slide Number Placeholder 15">
            <a:extLst>
              <a:ext uri="{FF2B5EF4-FFF2-40B4-BE49-F238E27FC236}">
                <a16:creationId xmlns:a16="http://schemas.microsoft.com/office/drawing/2014/main" id="{DCE2408A-3136-4526-A832-CE9348D6A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7958"/>
            <a:ext cx="1905000" cy="35719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000368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4" name="Title 2">
            <a:extLst>
              <a:ext uri="{FF2B5EF4-FFF2-40B4-BE49-F238E27FC236}">
                <a16:creationId xmlns:a16="http://schemas.microsoft.com/office/drawing/2014/main" id="{5F9C0ED3-2697-4A62-99FA-69F7A28768C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5536" y="322242"/>
            <a:ext cx="8665840" cy="762000"/>
          </a:xfrm>
        </p:spPr>
        <p:txBody>
          <a:bodyPr lIns="274320" tIns="45720" rIns="274320" bIns="45720"/>
          <a:lstStyle/>
          <a:p>
            <a:pPr eaLnBrk="1" hangingPunct="1"/>
            <a:r>
              <a:rPr lang="en-US" altLang="en-US" sz="3200" b="1" kern="1200" dirty="0">
                <a:solidFill>
                  <a:srgbClr val="CC0066"/>
                </a:solidFill>
                <a:latin typeface="+mn-lt"/>
                <a:ea typeface="+mn-ea"/>
                <a:cs typeface="+mn-cs"/>
              </a:rPr>
              <a:t>Reconfigurable Architecture Research Topics</a:t>
            </a:r>
          </a:p>
        </p:txBody>
      </p:sp>
      <p:sp>
        <p:nvSpPr>
          <p:cNvPr id="51205" name="Content Placeholder 2">
            <a:extLst>
              <a:ext uri="{FF2B5EF4-FFF2-40B4-BE49-F238E27FC236}">
                <a16:creationId xmlns:a16="http://schemas.microsoft.com/office/drawing/2014/main" id="{5C573910-DC07-4183-8167-9891F391E158}"/>
              </a:ext>
            </a:extLst>
          </p:cNvPr>
          <p:cNvSpPr>
            <a:spLocks/>
          </p:cNvSpPr>
          <p:nvPr/>
        </p:nvSpPr>
        <p:spPr bwMode="auto">
          <a:xfrm>
            <a:off x="1117600" y="1155700"/>
            <a:ext cx="7772400" cy="513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/>
          <a:lstStyle>
            <a:lvl1pPr marL="228600" indent="-228600">
              <a:buClr>
                <a:srgbClr val="000066"/>
              </a:buClr>
              <a:buSzPct val="75000"/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indent="-228600"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buSzPct val="100000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buSzPct val="100000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buSzPct val="100000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buSzPct val="100000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88000"/>
              </a:lnSpc>
              <a:spcBef>
                <a:spcPct val="30000"/>
              </a:spcBef>
              <a:spcAft>
                <a:spcPct val="0"/>
              </a:spcAft>
              <a:buSzPct val="100000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800">
                <a:latin typeface="Calibri" panose="020F0502020204030204" pitchFamily="34" charset="0"/>
                <a:ea typeface="SimSun" panose="02010600030101010101" pitchFamily="2" charset="-122"/>
              </a:rPr>
              <a:t>Logic Blocks</a:t>
            </a:r>
          </a:p>
          <a:p>
            <a:pPr lvl="1" eaLnBrk="1" hangingPunct="1"/>
            <a:r>
              <a:rPr lang="en-US" altLang="zh-CN" sz="2200">
                <a:latin typeface="Calibri" panose="020F0502020204030204" pitchFamily="34" charset="0"/>
                <a:ea typeface="SimSun" panose="02010600030101010101" pitchFamily="2" charset="-122"/>
              </a:rPr>
              <a:t>Use non-LUT type of logic blocks in FPGAs</a:t>
            </a:r>
          </a:p>
          <a:p>
            <a:pPr lvl="1" eaLnBrk="1" hangingPunct="1"/>
            <a:r>
              <a:rPr lang="en-US" altLang="zh-CN" sz="2200">
                <a:latin typeface="Calibri" panose="020F0502020204030204" pitchFamily="34" charset="0"/>
                <a:ea typeface="SimSun" panose="02010600030101010101" pitchFamily="2" charset="-122"/>
              </a:rPr>
              <a:t>Cluster with logic blocks in a way to reduce wiring requirements</a:t>
            </a:r>
          </a:p>
          <a:p>
            <a:pPr eaLnBrk="1" hangingPunct="1"/>
            <a:r>
              <a:rPr lang="en-US" altLang="zh-CN" sz="2800">
                <a:latin typeface="Calibri" panose="020F0502020204030204" pitchFamily="34" charset="0"/>
                <a:ea typeface="SimSun" panose="02010600030101010101" pitchFamily="2" charset="-122"/>
              </a:rPr>
              <a:t>Interconnect Networks</a:t>
            </a:r>
          </a:p>
          <a:p>
            <a:pPr lvl="1" eaLnBrk="1" hangingPunct="1"/>
            <a:r>
              <a:rPr lang="en-US" altLang="zh-CN" sz="2200">
                <a:latin typeface="Calibri" panose="020F0502020204030204" pitchFamily="34" charset="0"/>
                <a:ea typeface="SimSun" panose="02010600030101010101" pitchFamily="2" charset="-122"/>
              </a:rPr>
              <a:t>Various ways to organize FPGA wires efficiently</a:t>
            </a:r>
          </a:p>
          <a:p>
            <a:pPr lvl="1" eaLnBrk="1" hangingPunct="1"/>
            <a:r>
              <a:rPr lang="en-US" altLang="zh-CN" sz="2200">
                <a:latin typeface="Calibri" panose="020F0502020204030204" pitchFamily="34" charset="0"/>
                <a:ea typeface="SimSun" panose="02010600030101010101" pitchFamily="2" charset="-122"/>
              </a:rPr>
              <a:t>Switch box design to use minimum area to provide maximum flexibility</a:t>
            </a:r>
          </a:p>
          <a:p>
            <a:pPr eaLnBrk="1" hangingPunct="1"/>
            <a:r>
              <a:rPr lang="en-US" altLang="zh-CN" sz="2800">
                <a:latin typeface="Calibri" panose="020F0502020204030204" pitchFamily="34" charset="0"/>
                <a:ea typeface="SimSun" panose="02010600030101010101" pitchFamily="2" charset="-122"/>
              </a:rPr>
              <a:t>Low Power</a:t>
            </a:r>
          </a:p>
          <a:p>
            <a:pPr lvl="1" eaLnBrk="1" hangingPunct="1"/>
            <a:r>
              <a:rPr lang="en-US" altLang="zh-CN" sz="2200">
                <a:latin typeface="Calibri" panose="020F0502020204030204" pitchFamily="34" charset="0"/>
                <a:ea typeface="SimSun" panose="02010600030101010101" pitchFamily="2" charset="-122"/>
              </a:rPr>
              <a:t>Dual Vdd, Dual Vt to reduce leakage power</a:t>
            </a:r>
          </a:p>
          <a:p>
            <a:pPr lvl="1" eaLnBrk="1" hangingPunct="1"/>
            <a:r>
              <a:rPr lang="en-US" altLang="zh-CN" sz="2200">
                <a:latin typeface="Calibri" panose="020F0502020204030204" pitchFamily="34" charset="0"/>
                <a:ea typeface="SimSun" panose="02010600030101010101" pitchFamily="2" charset="-122"/>
              </a:rPr>
              <a:t>Apply power gating to FPGAs</a:t>
            </a:r>
          </a:p>
          <a:p>
            <a:pPr eaLnBrk="1" hangingPunct="1"/>
            <a:r>
              <a:rPr lang="en-US" altLang="zh-CN" sz="2800">
                <a:latin typeface="Calibri" panose="020F0502020204030204" pitchFamily="34" charset="0"/>
                <a:ea typeface="SimSun" panose="02010600030101010101" pitchFamily="2" charset="-122"/>
              </a:rPr>
              <a:t>Fault Tolerance and Emerging Technologies for FPGA Architectures</a:t>
            </a:r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6607F90C-446C-4177-A103-A5F04DA2E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7958"/>
            <a:ext cx="1905000" cy="35719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77747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>
            <a:extLst>
              <a:ext uri="{FF2B5EF4-FFF2-40B4-BE49-F238E27FC236}">
                <a16:creationId xmlns:a16="http://schemas.microsoft.com/office/drawing/2014/main" id="{ED41AC32-0725-4FFE-9D91-22E99763A31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755576" y="390505"/>
            <a:ext cx="7772400" cy="1143000"/>
          </a:xfrm>
        </p:spPr>
        <p:txBody>
          <a:bodyPr lIns="0" tIns="45720" rIns="91440" bIns="45720"/>
          <a:lstStyle/>
          <a:p>
            <a:pPr eaLnBrk="1" hangingPunct="1">
              <a:defRPr/>
            </a:pPr>
            <a:r>
              <a:rPr lang="en-US" altLang="zh-CN" sz="3200" b="1" kern="1200" dirty="0">
                <a:solidFill>
                  <a:srgbClr val="CC0066"/>
                </a:solidFill>
                <a:latin typeface="+mn-lt"/>
                <a:ea typeface="+mn-ea"/>
                <a:cs typeface="+mn-cs"/>
              </a:rPr>
              <a:t>Reading List This Week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ABF8056-4523-4C2B-BCFD-7548DCB4AB9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27584" y="1052736"/>
            <a:ext cx="7854950" cy="3906837"/>
          </a:xfrm>
        </p:spPr>
        <p:txBody>
          <a:bodyPr lIns="0" tIns="45720" rIns="91440" bIns="45720"/>
          <a:lstStyle/>
          <a:p>
            <a:pPr marL="571500" lvl="1" indent="-228600" eaLnBrk="1" hangingPunct="1"/>
            <a:endParaRPr lang="en-US" altLang="zh-CN" sz="2000" dirty="0">
              <a:latin typeface="Calibri" panose="020F0502020204030204" pitchFamily="34" charset="0"/>
              <a:ea typeface="SimSun" panose="02010600030101010101" pitchFamily="2" charset="-122"/>
            </a:endParaRPr>
          </a:p>
          <a:p>
            <a:pPr marL="571500" lvl="1" indent="-228600" eaLnBrk="1" hangingPunct="1"/>
            <a:r>
              <a:rPr lang="en-US" altLang="zh-CN" sz="2000" b="1" dirty="0">
                <a:ea typeface="SimSun" panose="02010600030101010101" pitchFamily="2" charset="-122"/>
              </a:rPr>
              <a:t>Rethinking FPGAs: Elude the Flexibility Excess of LUTs with And-Inverter Cones, </a:t>
            </a:r>
            <a:r>
              <a:rPr lang="en-US" altLang="zh-CN" sz="2000" i="1" dirty="0">
                <a:ea typeface="SimSun" panose="02010600030101010101" pitchFamily="2" charset="-122"/>
              </a:rPr>
              <a:t>FPGA 2012</a:t>
            </a:r>
            <a:r>
              <a:rPr lang="en-US" altLang="zh-CN" sz="2000" b="1" dirty="0">
                <a:ea typeface="SimSun" panose="02010600030101010101" pitchFamily="2" charset="-122"/>
              </a:rPr>
              <a:t>, </a:t>
            </a:r>
            <a:r>
              <a:rPr lang="en-US" altLang="zh-CN" sz="2000" dirty="0">
                <a:ea typeface="SimSun" panose="02010600030101010101" pitchFamily="2" charset="-122"/>
              </a:rPr>
              <a:t>Feb, 2012.</a:t>
            </a:r>
            <a:r>
              <a:rPr lang="en-US" altLang="zh-CN" sz="2000" b="1" dirty="0">
                <a:ea typeface="SimSun" panose="02010600030101010101" pitchFamily="2" charset="-122"/>
              </a:rPr>
              <a:t>  (</a:t>
            </a:r>
            <a:r>
              <a:rPr lang="en-US" altLang="zh-CN" sz="2000" dirty="0">
                <a:ea typeface="SimSun" panose="02010600030101010101" pitchFamily="2" charset="-122"/>
              </a:rPr>
              <a:t>propose not to use LUTs but other basic blocks in FPGAs</a:t>
            </a:r>
            <a:r>
              <a:rPr lang="en-US" altLang="zh-CN" sz="2000" b="1" dirty="0">
                <a:ea typeface="SimSun" panose="02010600030101010101" pitchFamily="2" charset="-122"/>
              </a:rPr>
              <a:t>)</a:t>
            </a:r>
            <a:endParaRPr lang="en-US" altLang="zh-CN" sz="2000" dirty="0">
              <a:ea typeface="SimSun" panose="02010600030101010101" pitchFamily="2" charset="-122"/>
            </a:endParaRPr>
          </a:p>
          <a:p>
            <a:pPr marL="571500" lvl="1" indent="-228600" eaLnBrk="1" hangingPunct="1"/>
            <a:endParaRPr lang="en-US" altLang="zh-CN" sz="2000" dirty="0">
              <a:latin typeface="Calibri" panose="020F0502020204030204" pitchFamily="34" charset="0"/>
              <a:ea typeface="SimSun" panose="02010600030101010101" pitchFamily="2" charset="-122"/>
            </a:endParaRPr>
          </a:p>
          <a:p>
            <a:pPr marL="571500" lvl="1" indent="-228600"/>
            <a:r>
              <a:rPr lang="en-US" altLang="zh-CN" sz="2000" b="1" dirty="0">
                <a:ea typeface="SimSun" panose="02010600030101010101" pitchFamily="2" charset="-122"/>
              </a:rPr>
              <a:t>Analysis and Evaluation of a Hybrid Interconnect Structure for FPGAs, </a:t>
            </a:r>
            <a:r>
              <a:rPr lang="en-US" altLang="zh-CN" sz="2000" i="1" dirty="0">
                <a:ea typeface="SimSun" panose="02010600030101010101" pitchFamily="2" charset="-122"/>
              </a:rPr>
              <a:t>ICCAD 2007</a:t>
            </a:r>
            <a:r>
              <a:rPr lang="en-US" altLang="zh-CN" sz="2000" b="1" dirty="0">
                <a:ea typeface="SimSun" panose="02010600030101010101" pitchFamily="2" charset="-122"/>
              </a:rPr>
              <a:t>. (</a:t>
            </a:r>
            <a:r>
              <a:rPr lang="en-US" altLang="zh-CN" sz="2000" dirty="0">
                <a:ea typeface="SimSun" panose="02010600030101010101" pitchFamily="2" charset="-122"/>
              </a:rPr>
              <a:t>propose a hybrid interconnect structure to provide the scalability for FPGA wires</a:t>
            </a:r>
            <a:r>
              <a:rPr lang="en-US" altLang="zh-CN" sz="2000" b="1" dirty="0">
                <a:ea typeface="SimSun" panose="02010600030101010101" pitchFamily="2" charset="-122"/>
              </a:rPr>
              <a:t>)</a:t>
            </a:r>
          </a:p>
          <a:p>
            <a:pPr marL="571500" lvl="1" indent="-228600"/>
            <a:endParaRPr lang="en-US" altLang="zh-CN" sz="2000" b="1" dirty="0">
              <a:ea typeface="SimSun" panose="02010600030101010101" pitchFamily="2" charset="-122"/>
            </a:endParaRPr>
          </a:p>
          <a:p>
            <a:pPr marL="571500" lvl="1" indent="-228600"/>
            <a:r>
              <a:rPr lang="en-US" altLang="zh-CN" sz="2000" b="1" dirty="0">
                <a:ea typeface="SimSun" panose="02010600030101010101" pitchFamily="2" charset="-122"/>
              </a:rPr>
              <a:t>Defect-Tolerant FPGA Architecture Exploration, FPL 06. (</a:t>
            </a:r>
            <a:r>
              <a:rPr lang="en-US" altLang="zh-CN" sz="2000" dirty="0">
                <a:ea typeface="SimSun" panose="02010600030101010101" pitchFamily="2" charset="-122"/>
              </a:rPr>
              <a:t>propose a family of defect-tolerant FPGA architectures</a:t>
            </a:r>
            <a:r>
              <a:rPr lang="en-US" altLang="zh-CN" sz="2000" b="1" dirty="0">
                <a:ea typeface="SimSun" panose="02010600030101010101" pitchFamily="2" charset="-122"/>
              </a:rPr>
              <a:t>)</a:t>
            </a:r>
          </a:p>
          <a:p>
            <a:pPr marL="571500" lvl="1" indent="-228600"/>
            <a:endParaRPr lang="en-US" altLang="zh-CN" sz="2000" b="1" dirty="0">
              <a:ea typeface="SimSun" panose="02010600030101010101" pitchFamily="2" charset="-122"/>
            </a:endParaRPr>
          </a:p>
          <a:p>
            <a:pPr marL="571500" lvl="1" indent="-228600"/>
            <a:r>
              <a:rPr lang="en-US" altLang="zh-CN" sz="2000" b="1" dirty="0">
                <a:solidFill>
                  <a:srgbClr val="FF0000"/>
                </a:solidFill>
                <a:ea typeface="SimSun" panose="02010600030101010101" pitchFamily="2" charset="-122"/>
              </a:rPr>
              <a:t>Assignment: Find 3 recent (in the past 3 years) papers on FPGA architecture research and write in one page for each paper of their identified problems and their solutions. Due in </a:t>
            </a:r>
            <a:r>
              <a:rPr lang="en-US" altLang="zh-CN" sz="2000" b="1">
                <a:solidFill>
                  <a:srgbClr val="FF0000"/>
                </a:solidFill>
                <a:ea typeface="SimSun" panose="02010600030101010101" pitchFamily="2" charset="-122"/>
              </a:rPr>
              <a:t>Mar 30</a:t>
            </a:r>
            <a:r>
              <a:rPr lang="en-US" altLang="zh-CN" sz="2000" b="1" dirty="0">
                <a:solidFill>
                  <a:srgbClr val="FF0000"/>
                </a:solidFill>
                <a:ea typeface="SimSun" panose="02010600030101010101" pitchFamily="2" charset="-122"/>
              </a:rPr>
              <a:t>, 2022.</a:t>
            </a:r>
          </a:p>
          <a:p>
            <a:pPr marL="571500" lvl="1" indent="-228600"/>
            <a:endParaRPr lang="en-US" altLang="zh-CN" b="1" dirty="0">
              <a:ea typeface="SimSun" panose="02010600030101010101" pitchFamily="2" charset="-122"/>
            </a:endParaRPr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D1D1050D-CF65-4DEA-834B-31AF1014D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7958"/>
            <a:ext cx="1905000" cy="35719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083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theme/theme1.xml><?xml version="1.0" encoding="utf-8"?>
<a:theme xmlns:a="http://schemas.openxmlformats.org/drawingml/2006/main" name="slides">
  <a:themeElements>
    <a:clrScheme name="">
      <a:dk1>
        <a:srgbClr val="003399"/>
      </a:dk1>
      <a:lt1>
        <a:srgbClr val="FFFFFF"/>
      </a:lt1>
      <a:dk2>
        <a:srgbClr val="A50021"/>
      </a:dk2>
      <a:lt2>
        <a:srgbClr val="808080"/>
      </a:lt2>
      <a:accent1>
        <a:srgbClr val="339966"/>
      </a:accent1>
      <a:accent2>
        <a:srgbClr val="339966"/>
      </a:accent2>
      <a:accent3>
        <a:srgbClr val="FFFFFF"/>
      </a:accent3>
      <a:accent4>
        <a:srgbClr val="002A82"/>
      </a:accent4>
      <a:accent5>
        <a:srgbClr val="ADCAB8"/>
      </a:accent5>
      <a:accent6>
        <a:srgbClr val="2D8A5C"/>
      </a:accent6>
      <a:hlink>
        <a:srgbClr val="CCCCFF"/>
      </a:hlink>
      <a:folHlink>
        <a:srgbClr val="B2B2B2"/>
      </a:folHlink>
    </a:clrScheme>
    <a:fontScheme name="Struttura predefinita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3200" b="0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Times New Roman" pitchFamily="18" charset="0"/>
          </a:defRPr>
        </a:defPPr>
      </a:lstStyle>
    </a:spDef>
    <a:lnDef>
      <a:spPr bwMode="auto"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Struttura predefinit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Default Design">
  <a:themeElements>
    <a:clrScheme name="">
      <a:dk1>
        <a:srgbClr val="1E355E"/>
      </a:dk1>
      <a:lt1>
        <a:srgbClr val="333399"/>
      </a:lt1>
      <a:dk2>
        <a:srgbClr val="1E355E"/>
      </a:dk2>
      <a:lt2>
        <a:srgbClr val="B1C6D7"/>
      </a:lt2>
      <a:accent1>
        <a:srgbClr val="8499A5"/>
      </a:accent1>
      <a:accent2>
        <a:srgbClr val="B61E5C"/>
      </a:accent2>
      <a:accent3>
        <a:srgbClr val="ADADCA"/>
      </a:accent3>
      <a:accent4>
        <a:srgbClr val="182C4F"/>
      </a:accent4>
      <a:accent5>
        <a:srgbClr val="C2CACF"/>
      </a:accent5>
      <a:accent6>
        <a:srgbClr val="A51A53"/>
      </a:accent6>
      <a:hlink>
        <a:srgbClr val="634D94"/>
      </a:hlink>
      <a:folHlink>
        <a:srgbClr val="3A8268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bg1"/>
          </a:solidFill>
          <a:prstDash val="solid"/>
          <a:round/>
          <a:headEnd type="none" w="med" len="med"/>
          <a:tailEnd type="triangl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88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bg1"/>
          </a:solidFill>
          <a:prstDash val="solid"/>
          <a:round/>
          <a:headEnd type="none" w="med" len="med"/>
          <a:tailEnd type="triangl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bg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88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1E355E"/>
        </a:dk1>
        <a:lt1>
          <a:srgbClr val="FFFFFF"/>
        </a:lt1>
        <a:dk2>
          <a:srgbClr val="1E355E"/>
        </a:dk2>
        <a:lt2>
          <a:srgbClr val="B1C6D7"/>
        </a:lt2>
        <a:accent1>
          <a:srgbClr val="8499A5"/>
        </a:accent1>
        <a:accent2>
          <a:srgbClr val="B61E5C"/>
        </a:accent2>
        <a:accent3>
          <a:srgbClr val="FFFFFF"/>
        </a:accent3>
        <a:accent4>
          <a:srgbClr val="182C4F"/>
        </a:accent4>
        <a:accent5>
          <a:srgbClr val="C2CACF"/>
        </a:accent5>
        <a:accent6>
          <a:srgbClr val="A51A53"/>
        </a:accent6>
        <a:hlink>
          <a:srgbClr val="634D94"/>
        </a:hlink>
        <a:folHlink>
          <a:srgbClr val="3A826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slides</Template>
  <TotalTime>0</TotalTime>
  <Words>2792</Words>
  <Application>Microsoft Macintosh PowerPoint</Application>
  <PresentationFormat>On-screen Show (4:3)</PresentationFormat>
  <Paragraphs>952</Paragraphs>
  <Slides>51</Slides>
  <Notes>7</Notes>
  <HiddenSlides>1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6" baseType="lpstr">
      <vt:lpstr>굴림</vt:lpstr>
      <vt:lpstr>굴림</vt:lpstr>
      <vt:lpstr>SimSun</vt:lpstr>
      <vt:lpstr>SimSun</vt:lpstr>
      <vt:lpstr>Arial</vt:lpstr>
      <vt:lpstr>Calibri</vt:lpstr>
      <vt:lpstr>Lucida Sans Unicode</vt:lpstr>
      <vt:lpstr>Noto Sans CJK SC Regular</vt:lpstr>
      <vt:lpstr>Tahoma</vt:lpstr>
      <vt:lpstr>Times New Roman</vt:lpstr>
      <vt:lpstr>Wingdings</vt:lpstr>
      <vt:lpstr>Wingdings 2</vt:lpstr>
      <vt:lpstr>slides</vt:lpstr>
      <vt:lpstr>Default Design</vt:lpstr>
      <vt:lpstr>Chart</vt:lpstr>
      <vt:lpstr>PowerPoint Presentation</vt:lpstr>
      <vt:lpstr>The 2nd Major FPGA Book to Read</vt:lpstr>
      <vt:lpstr>PowerPoint Presentation</vt:lpstr>
      <vt:lpstr>Granularity of Reconfigurable Architectures</vt:lpstr>
      <vt:lpstr>Reconfigurable Architecture Space</vt:lpstr>
      <vt:lpstr>Coarse Grain RA</vt:lpstr>
      <vt:lpstr>PowerPoint Presentation</vt:lpstr>
      <vt:lpstr>Example: PipeRench </vt:lpstr>
      <vt:lpstr>Example: PipeRench </vt:lpstr>
      <vt:lpstr>PowerPoint Presentation</vt:lpstr>
      <vt:lpstr>FPGA Logic Blocks</vt:lpstr>
      <vt:lpstr>FPGA Functional Blocks</vt:lpstr>
      <vt:lpstr>FPGA Logic Blocks</vt:lpstr>
      <vt:lpstr>Computational Fabric - LUT</vt:lpstr>
      <vt:lpstr>Computational Fabric - LUT</vt:lpstr>
      <vt:lpstr>Computational Fabric - LUT</vt:lpstr>
      <vt:lpstr>Computational Fabric - LUT</vt:lpstr>
      <vt:lpstr>Computational Fabric - LUT</vt:lpstr>
      <vt:lpstr>Computational Fabric - LUT</vt:lpstr>
      <vt:lpstr>Computational Fabric - DFF</vt:lpstr>
      <vt:lpstr>Computational Fabric - DFF</vt:lpstr>
      <vt:lpstr>Computational Fabric - DFF</vt:lpstr>
      <vt:lpstr>One Logic Element</vt:lpstr>
      <vt:lpstr>FPGA Functional Block</vt:lpstr>
      <vt:lpstr>Simplified FPGA Architecture</vt:lpstr>
      <vt:lpstr>Contemporary FPGA Architecture</vt:lpstr>
      <vt:lpstr>Optimized Resources: Dedicated Logic</vt:lpstr>
      <vt:lpstr>Optimized Resources: Dedicated Logic</vt:lpstr>
      <vt:lpstr>Optimized Resources: Dedicated Logic</vt:lpstr>
      <vt:lpstr>Optimized Resources: Dedicated Logic</vt:lpstr>
      <vt:lpstr>Optimized Resources: Dedicated Logic</vt:lpstr>
      <vt:lpstr>Optimized Resources: Dedicated Logic</vt:lpstr>
      <vt:lpstr>PowerPoint Presentation</vt:lpstr>
      <vt:lpstr>FPGA Interconnect</vt:lpstr>
      <vt:lpstr>Unbalance: Area</vt:lpstr>
      <vt:lpstr>Unbalance: Delay</vt:lpstr>
      <vt:lpstr>Unbalance: Power</vt:lpstr>
      <vt:lpstr>A Home-Made FPGA Layout</vt:lpstr>
      <vt:lpstr>Communication: Interconnect &amp; Routing</vt:lpstr>
      <vt:lpstr>Communication: Interconnect &amp; Routing</vt:lpstr>
      <vt:lpstr>Communication: Interconnect &amp; Routing</vt:lpstr>
      <vt:lpstr>Communication: Interconnect &amp; Routing</vt:lpstr>
      <vt:lpstr>NoC-Based FPGA Interconnects</vt:lpstr>
      <vt:lpstr>PowerPoint Presentation</vt:lpstr>
      <vt:lpstr>FPGA Architecture Description</vt:lpstr>
      <vt:lpstr>Routing-Resource Graph (RRG)</vt:lpstr>
      <vt:lpstr>FPGA Architecture and EDA Exploration Framework</vt:lpstr>
      <vt:lpstr>VPR Architecture and EDA Exploration Framework</vt:lpstr>
      <vt:lpstr>FPGA Verilog-to-Routing Project  Experiment Flow</vt:lpstr>
      <vt:lpstr>Reconfigurable Architecture Research Topics</vt:lpstr>
      <vt:lpstr>Reading List This Week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2009-10-07T20:41:26Z</dcterms:created>
  <dcterms:modified xsi:type="dcterms:W3CDTF">2022-03-18T13:38:40Z</dcterms:modified>
</cp:coreProperties>
</file>